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256" r:id="rId5"/>
    <p:sldId id="293" r:id="rId6"/>
    <p:sldId id="276" r:id="rId7"/>
    <p:sldId id="279" r:id="rId8"/>
    <p:sldId id="277" r:id="rId9"/>
    <p:sldId id="292" r:id="rId10"/>
    <p:sldId id="280" r:id="rId11"/>
    <p:sldId id="28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pos="7512" userDrawn="1">
          <p15:clr>
            <a:srgbClr val="A4A3A4"/>
          </p15:clr>
        </p15:guide>
        <p15:guide id="4" pos="144" userDrawn="1">
          <p15:clr>
            <a:srgbClr val="A4A3A4"/>
          </p15:clr>
        </p15:guide>
        <p15:guide id="5" orient="horz" pos="624" userDrawn="1">
          <p15:clr>
            <a:srgbClr val="A4A3A4"/>
          </p15:clr>
        </p15:guide>
        <p15:guide id="6" orient="horz" pos="40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52" autoAdjust="0"/>
  </p:normalViewPr>
  <p:slideViewPr>
    <p:cSldViewPr snapToGrid="0" showGuides="1">
      <p:cViewPr varScale="1">
        <p:scale>
          <a:sx n="116" d="100"/>
          <a:sy n="116" d="100"/>
        </p:scale>
        <p:origin x="390" y="108"/>
      </p:cViewPr>
      <p:guideLst>
        <p:guide orient="horz" pos="2328"/>
        <p:guide pos="3864"/>
        <p:guide pos="7512"/>
        <p:guide pos="144"/>
        <p:guide orient="horz" pos="624"/>
        <p:guide orient="horz" pos="405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8" d="100"/>
          <a:sy n="68" d="100"/>
        </p:scale>
        <p:origin x="328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2D3886C-37A6-4094-B20E-E9D45E9874B2}" type="doc">
      <dgm:prSet loTypeId="urn:microsoft.com/office/officeart/2005/8/layout/bProcess3" loCatId="process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59DB7B08-F622-408A-BE05-0BA0FB09E744}">
      <dgm:prSet phldrT="[Text]"/>
      <dgm:spPr>
        <a:solidFill>
          <a:schemeClr val="accent3">
            <a:lumMod val="75000"/>
          </a:schemeClr>
        </a:solidFill>
      </dgm:spPr>
      <dgm:t>
        <a:bodyPr/>
        <a:lstStyle/>
        <a:p>
          <a:r>
            <a:rPr lang="en-US" dirty="0" smtClean="0"/>
            <a:t>FIRST </a:t>
          </a:r>
          <a:r>
            <a:rPr lang="en-US" dirty="0" smtClean="0"/>
            <a:t>PROGRAM (14 </a:t>
          </a:r>
          <a:r>
            <a:rPr lang="en-US" dirty="0" err="1" smtClean="0"/>
            <a:t>y.o</a:t>
          </a:r>
          <a:r>
            <a:rPr lang="en-US" dirty="0" smtClean="0"/>
            <a:t>.) </a:t>
          </a:r>
          <a:endParaRPr lang="en-US" dirty="0" smtClean="0"/>
        </a:p>
      </dgm:t>
    </dgm:pt>
    <dgm:pt modelId="{463E3AEA-1C16-4543-9D49-52A894E413D3}" type="parTrans" cxnId="{7764529A-806D-4C1D-8408-0E27E6FEE4FD}">
      <dgm:prSet/>
      <dgm:spPr/>
      <dgm:t>
        <a:bodyPr/>
        <a:lstStyle/>
        <a:p>
          <a:endParaRPr lang="ru-RU"/>
        </a:p>
      </dgm:t>
    </dgm:pt>
    <dgm:pt modelId="{68BC376E-768E-4D6B-9325-295E6ABFE66A}" type="sibTrans" cxnId="{7764529A-806D-4C1D-8408-0E27E6FEE4FD}">
      <dgm:prSet/>
      <dgm:spPr/>
      <dgm:t>
        <a:bodyPr/>
        <a:lstStyle/>
        <a:p>
          <a:endParaRPr lang="ru-RU"/>
        </a:p>
      </dgm:t>
    </dgm:pt>
    <dgm:pt modelId="{2D46E80F-19F0-4352-A1D6-2BCA622F8F61}">
      <dgm:prSet phldrT="[Text]"/>
      <dgm:spPr>
        <a:solidFill>
          <a:schemeClr val="accent4">
            <a:lumMod val="75000"/>
          </a:schemeClr>
        </a:solidFill>
      </dgm:spPr>
      <dgm:t>
        <a:bodyPr/>
        <a:lstStyle/>
        <a:p>
          <a:r>
            <a:rPr lang="en-US" dirty="0" smtClean="0"/>
            <a:t>FIZ-MAT LICEUM</a:t>
          </a:r>
          <a:endParaRPr lang="ru-RU" dirty="0"/>
        </a:p>
      </dgm:t>
    </dgm:pt>
    <dgm:pt modelId="{4CACAE07-82CC-422F-BC4F-D4B851F328BF}" type="parTrans" cxnId="{2ED948EE-FFAB-49B9-8245-9F1DD7605860}">
      <dgm:prSet/>
      <dgm:spPr/>
      <dgm:t>
        <a:bodyPr/>
        <a:lstStyle/>
        <a:p>
          <a:endParaRPr lang="ru-RU"/>
        </a:p>
      </dgm:t>
    </dgm:pt>
    <dgm:pt modelId="{50CD8C49-0DDE-493B-869D-4187FF8A27DE}" type="sibTrans" cxnId="{2ED948EE-FFAB-49B9-8245-9F1DD7605860}">
      <dgm:prSet/>
      <dgm:spPr/>
      <dgm:t>
        <a:bodyPr/>
        <a:lstStyle/>
        <a:p>
          <a:endParaRPr lang="ru-RU"/>
        </a:p>
      </dgm:t>
    </dgm:pt>
    <dgm:pt modelId="{2B7DFBB0-B3A2-4934-94DA-AF57F5F32B8F}">
      <dgm:prSet phldrT="[Text]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en-US" dirty="0" smtClean="0"/>
            <a:t>SSTU</a:t>
          </a:r>
          <a:endParaRPr lang="ru-RU" dirty="0"/>
        </a:p>
      </dgm:t>
    </dgm:pt>
    <dgm:pt modelId="{B8AECD13-289D-41D6-BBE6-9BC4D7D77464}" type="parTrans" cxnId="{B95735C6-47B4-49F2-8143-814487D321A0}">
      <dgm:prSet/>
      <dgm:spPr/>
      <dgm:t>
        <a:bodyPr/>
        <a:lstStyle/>
        <a:p>
          <a:endParaRPr lang="ru-RU"/>
        </a:p>
      </dgm:t>
    </dgm:pt>
    <dgm:pt modelId="{DFBB3930-85B9-4EB6-B451-17E68F733394}" type="sibTrans" cxnId="{B95735C6-47B4-49F2-8143-814487D321A0}">
      <dgm:prSet/>
      <dgm:spPr/>
      <dgm:t>
        <a:bodyPr/>
        <a:lstStyle/>
        <a:p>
          <a:endParaRPr lang="ru-RU"/>
        </a:p>
      </dgm:t>
    </dgm:pt>
    <dgm:pt modelId="{B31AE9F0-B5CC-46DD-86CF-1F2B621B3495}">
      <dgm:prSet phldrT="[Text]"/>
      <dgm:spPr>
        <a:solidFill>
          <a:schemeClr val="accent4">
            <a:lumMod val="75000"/>
          </a:schemeClr>
        </a:solidFill>
      </dgm:spPr>
      <dgm:t>
        <a:bodyPr/>
        <a:lstStyle/>
        <a:p>
          <a:r>
            <a:rPr lang="en-US" dirty="0" smtClean="0"/>
            <a:t>DBA </a:t>
          </a:r>
          <a:r>
            <a:rPr lang="en-US" dirty="0" smtClean="0"/>
            <a:t>ENGINEER</a:t>
          </a:r>
          <a:endParaRPr lang="ru-RU" dirty="0"/>
        </a:p>
      </dgm:t>
    </dgm:pt>
    <dgm:pt modelId="{31269DBA-0687-4061-A870-263FC0F8BB40}" type="parTrans" cxnId="{AA320588-5A8F-4E1F-9B37-0D49912F3690}">
      <dgm:prSet/>
      <dgm:spPr/>
      <dgm:t>
        <a:bodyPr/>
        <a:lstStyle/>
        <a:p>
          <a:endParaRPr lang="ru-RU"/>
        </a:p>
      </dgm:t>
    </dgm:pt>
    <dgm:pt modelId="{6877C57D-C8DE-40B8-8AA6-09F7AC176F44}" type="sibTrans" cxnId="{AA320588-5A8F-4E1F-9B37-0D49912F3690}">
      <dgm:prSet/>
      <dgm:spPr/>
      <dgm:t>
        <a:bodyPr/>
        <a:lstStyle/>
        <a:p>
          <a:endParaRPr lang="ru-RU"/>
        </a:p>
      </dgm:t>
    </dgm:pt>
    <dgm:pt modelId="{D882C208-D1D9-4FBA-856C-B96518222EF4}">
      <dgm:prSet phldrT="[Text]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en-US" dirty="0" smtClean="0"/>
            <a:t>ETL-DEVELOPER</a:t>
          </a:r>
          <a:endParaRPr lang="ru-RU" dirty="0"/>
        </a:p>
      </dgm:t>
    </dgm:pt>
    <dgm:pt modelId="{751E55F2-27A4-4944-87E5-279F4B71A830}" type="parTrans" cxnId="{722B78E1-8379-49D5-BEE8-DA0A31535615}">
      <dgm:prSet/>
      <dgm:spPr/>
      <dgm:t>
        <a:bodyPr/>
        <a:lstStyle/>
        <a:p>
          <a:endParaRPr lang="ru-RU"/>
        </a:p>
      </dgm:t>
    </dgm:pt>
    <dgm:pt modelId="{AB351A94-4978-4969-BFA5-D2DE6251243C}" type="sibTrans" cxnId="{722B78E1-8379-49D5-BEE8-DA0A31535615}">
      <dgm:prSet/>
      <dgm:spPr/>
      <dgm:t>
        <a:bodyPr/>
        <a:lstStyle/>
        <a:p>
          <a:endParaRPr lang="ru-RU"/>
        </a:p>
      </dgm:t>
    </dgm:pt>
    <dgm:pt modelId="{6DD38E69-3879-4EA2-87E6-054E630FF7A2}">
      <dgm:prSet phldrT="[Text]"/>
      <dgm:spPr>
        <a:solidFill>
          <a:schemeClr val="accent3">
            <a:lumMod val="75000"/>
          </a:schemeClr>
        </a:solidFill>
      </dgm:spPr>
      <dgm:t>
        <a:bodyPr/>
        <a:lstStyle/>
        <a:p>
          <a:r>
            <a:rPr lang="en-US" dirty="0" smtClean="0"/>
            <a:t>ORACLE CERT </a:t>
          </a:r>
          <a:endParaRPr lang="ru-RU" dirty="0"/>
        </a:p>
      </dgm:t>
    </dgm:pt>
    <dgm:pt modelId="{D0EC3AEE-BA65-413C-B82B-72E8DEE0404C}" type="parTrans" cxnId="{E4C1D49F-9B06-46E9-A19D-DDE929A6C23A}">
      <dgm:prSet/>
      <dgm:spPr/>
      <dgm:t>
        <a:bodyPr/>
        <a:lstStyle/>
        <a:p>
          <a:endParaRPr lang="ru-RU"/>
        </a:p>
      </dgm:t>
    </dgm:pt>
    <dgm:pt modelId="{826B5EDB-6069-41CF-9223-EBAB810049A0}" type="sibTrans" cxnId="{E4C1D49F-9B06-46E9-A19D-DDE929A6C23A}">
      <dgm:prSet/>
      <dgm:spPr/>
      <dgm:t>
        <a:bodyPr/>
        <a:lstStyle/>
        <a:p>
          <a:endParaRPr lang="ru-RU"/>
        </a:p>
      </dgm:t>
    </dgm:pt>
    <dgm:pt modelId="{4268C5C7-C6D0-4A1A-A2F9-4CB0EDF58EB3}">
      <dgm:prSet phldrT="[Text]"/>
      <dgm:spPr>
        <a:solidFill>
          <a:schemeClr val="accent3">
            <a:lumMod val="75000"/>
          </a:schemeClr>
        </a:solidFill>
      </dgm:spPr>
      <dgm:t>
        <a:bodyPr/>
        <a:lstStyle/>
        <a:p>
          <a:endParaRPr lang="en-US" dirty="0" smtClean="0"/>
        </a:p>
        <a:p>
          <a:endParaRPr lang="en-US" dirty="0" smtClean="0"/>
        </a:p>
        <a:p>
          <a:r>
            <a:rPr lang="en-US" dirty="0" smtClean="0"/>
            <a:t>SOLDIER</a:t>
          </a:r>
          <a:endParaRPr lang="ru-RU" dirty="0"/>
        </a:p>
      </dgm:t>
    </dgm:pt>
    <dgm:pt modelId="{5C299C76-0A5B-45F8-87FD-A7A4CA9D505F}" type="parTrans" cxnId="{C95547B7-31AE-45E0-8BD2-690367A8264B}">
      <dgm:prSet/>
      <dgm:spPr/>
      <dgm:t>
        <a:bodyPr/>
        <a:lstStyle/>
        <a:p>
          <a:endParaRPr lang="ru-RU"/>
        </a:p>
      </dgm:t>
    </dgm:pt>
    <dgm:pt modelId="{17A28A9F-353E-4577-8D76-E90495406F4E}" type="sibTrans" cxnId="{C95547B7-31AE-45E0-8BD2-690367A8264B}">
      <dgm:prSet/>
      <dgm:spPr/>
      <dgm:t>
        <a:bodyPr/>
        <a:lstStyle/>
        <a:p>
          <a:endParaRPr lang="ru-RU"/>
        </a:p>
      </dgm:t>
    </dgm:pt>
    <dgm:pt modelId="{AB7F9C4C-8199-48C6-BF1F-1A0849C37760}">
      <dgm:prSet phldrT="[Text]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en-US" dirty="0" smtClean="0"/>
            <a:t>SENIOR DEVELOPER</a:t>
          </a:r>
          <a:endParaRPr lang="ru-RU" dirty="0"/>
        </a:p>
      </dgm:t>
    </dgm:pt>
    <dgm:pt modelId="{240C71C2-B3C2-4A12-A12F-A8D07462D228}" type="parTrans" cxnId="{AAA55E20-3BB5-466D-9F54-6D661137822A}">
      <dgm:prSet/>
      <dgm:spPr/>
      <dgm:t>
        <a:bodyPr/>
        <a:lstStyle/>
        <a:p>
          <a:endParaRPr lang="ru-RU"/>
        </a:p>
      </dgm:t>
    </dgm:pt>
    <dgm:pt modelId="{00248789-8693-4D30-8BC5-49E007FB4655}" type="sibTrans" cxnId="{AAA55E20-3BB5-466D-9F54-6D661137822A}">
      <dgm:prSet/>
      <dgm:spPr/>
      <dgm:t>
        <a:bodyPr/>
        <a:lstStyle/>
        <a:p>
          <a:endParaRPr lang="ru-RU"/>
        </a:p>
      </dgm:t>
    </dgm:pt>
    <dgm:pt modelId="{A9D8AF83-EBF3-4E01-B16B-70DC57B31348}">
      <dgm:prSet phldrT="[Text]"/>
      <dgm:spPr>
        <a:solidFill>
          <a:schemeClr val="accent3">
            <a:lumMod val="75000"/>
          </a:schemeClr>
        </a:solidFill>
      </dgm:spPr>
      <dgm:t>
        <a:bodyPr/>
        <a:lstStyle/>
        <a:p>
          <a:r>
            <a:rPr lang="en-US" dirty="0" smtClean="0"/>
            <a:t>ACQUIRING SYSTEM (high-load)</a:t>
          </a:r>
          <a:endParaRPr lang="ru-RU" dirty="0"/>
        </a:p>
      </dgm:t>
    </dgm:pt>
    <dgm:pt modelId="{3F019FFD-E821-4BA3-ACA2-6C537427EC88}" type="parTrans" cxnId="{6993F355-84E4-4D51-9D75-D7B8348DB014}">
      <dgm:prSet/>
      <dgm:spPr/>
      <dgm:t>
        <a:bodyPr/>
        <a:lstStyle/>
        <a:p>
          <a:endParaRPr lang="ru-RU"/>
        </a:p>
      </dgm:t>
    </dgm:pt>
    <dgm:pt modelId="{26CF478E-1C70-4802-8DEC-6A69D0D9AC85}" type="sibTrans" cxnId="{6993F355-84E4-4D51-9D75-D7B8348DB014}">
      <dgm:prSet/>
      <dgm:spPr/>
      <dgm:t>
        <a:bodyPr/>
        <a:lstStyle/>
        <a:p>
          <a:endParaRPr lang="ru-RU"/>
        </a:p>
      </dgm:t>
    </dgm:pt>
    <dgm:pt modelId="{AF94497E-00F3-4524-B35F-FC6D10727426}">
      <dgm:prSet phldrT="[Text]"/>
      <dgm:spPr>
        <a:solidFill>
          <a:schemeClr val="accent4">
            <a:lumMod val="75000"/>
          </a:schemeClr>
        </a:solidFill>
      </dgm:spPr>
      <dgm:t>
        <a:bodyPr/>
        <a:lstStyle/>
        <a:p>
          <a:r>
            <a:rPr lang="en-US" dirty="0" smtClean="0"/>
            <a:t>BIG DATA ENGINEER</a:t>
          </a:r>
          <a:endParaRPr lang="ru-RU" dirty="0"/>
        </a:p>
      </dgm:t>
    </dgm:pt>
    <dgm:pt modelId="{BD5C239F-310F-4F22-857F-89CBBFC0F517}" type="parTrans" cxnId="{ED9152C5-55BF-4581-A9AE-CA4E525BF12D}">
      <dgm:prSet/>
      <dgm:spPr/>
      <dgm:t>
        <a:bodyPr/>
        <a:lstStyle/>
        <a:p>
          <a:endParaRPr lang="ru-RU"/>
        </a:p>
      </dgm:t>
    </dgm:pt>
    <dgm:pt modelId="{74670AF7-8CCA-48F7-BE13-E596115040DF}" type="sibTrans" cxnId="{ED9152C5-55BF-4581-A9AE-CA4E525BF12D}">
      <dgm:prSet/>
      <dgm:spPr/>
      <dgm:t>
        <a:bodyPr/>
        <a:lstStyle/>
        <a:p>
          <a:endParaRPr lang="ru-RU"/>
        </a:p>
      </dgm:t>
    </dgm:pt>
    <dgm:pt modelId="{E97B52F6-28AA-400F-8E20-27E1D031B6F2}">
      <dgm:prSet phldrT="[Text]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en-US" dirty="0" smtClean="0"/>
            <a:t>GRAPH DATA MINING</a:t>
          </a:r>
          <a:endParaRPr lang="ru-RU" dirty="0"/>
        </a:p>
      </dgm:t>
    </dgm:pt>
    <dgm:pt modelId="{2DF3B1E1-EC8E-43F1-A398-FC0C3321EC8D}" type="parTrans" cxnId="{25681C07-371C-4AAA-9DFF-808425D035AA}">
      <dgm:prSet/>
      <dgm:spPr/>
      <dgm:t>
        <a:bodyPr/>
        <a:lstStyle/>
        <a:p>
          <a:endParaRPr lang="ru-RU"/>
        </a:p>
      </dgm:t>
    </dgm:pt>
    <dgm:pt modelId="{C17815D9-1B56-4BCE-9FF6-2F9B57ECCA0D}" type="sibTrans" cxnId="{25681C07-371C-4AAA-9DFF-808425D035AA}">
      <dgm:prSet/>
      <dgm:spPr/>
      <dgm:t>
        <a:bodyPr/>
        <a:lstStyle/>
        <a:p>
          <a:endParaRPr lang="ru-RU"/>
        </a:p>
      </dgm:t>
    </dgm:pt>
    <dgm:pt modelId="{27131055-F600-4D29-B4C1-08EBDB316CF8}">
      <dgm:prSet phldrT="[Text]"/>
      <dgm:spPr>
        <a:solidFill>
          <a:schemeClr val="accent3">
            <a:lumMod val="75000"/>
          </a:schemeClr>
        </a:solidFill>
      </dgm:spPr>
      <dgm:t>
        <a:bodyPr/>
        <a:lstStyle/>
        <a:p>
          <a:r>
            <a:rPr lang="en-US" dirty="0" smtClean="0"/>
            <a:t>LEAD BIG DATA ENGINEER</a:t>
          </a:r>
          <a:endParaRPr lang="ru-RU" dirty="0"/>
        </a:p>
      </dgm:t>
    </dgm:pt>
    <dgm:pt modelId="{AA043EF7-4EBF-44C5-A0D2-C54EDA594C92}" type="parTrans" cxnId="{315F29CA-EB92-44EF-A98F-A933B4380DD3}">
      <dgm:prSet/>
      <dgm:spPr/>
      <dgm:t>
        <a:bodyPr/>
        <a:lstStyle/>
        <a:p>
          <a:endParaRPr lang="ru-RU"/>
        </a:p>
      </dgm:t>
    </dgm:pt>
    <dgm:pt modelId="{3B80E04D-537B-4B82-B2D9-09B3469DBC18}" type="sibTrans" cxnId="{315F29CA-EB92-44EF-A98F-A933B4380DD3}">
      <dgm:prSet/>
      <dgm:spPr/>
      <dgm:t>
        <a:bodyPr/>
        <a:lstStyle/>
        <a:p>
          <a:endParaRPr lang="ru-RU"/>
        </a:p>
      </dgm:t>
    </dgm:pt>
    <dgm:pt modelId="{F34FFA78-8D13-4E21-8CA4-90D1920DED15}">
      <dgm:prSet phldrT="[Text]"/>
      <dgm:spPr>
        <a:solidFill>
          <a:schemeClr val="accent4">
            <a:lumMod val="75000"/>
          </a:schemeClr>
        </a:solidFill>
      </dgm:spPr>
      <dgm:t>
        <a:bodyPr/>
        <a:lstStyle/>
        <a:p>
          <a:r>
            <a:rPr lang="en-US" dirty="0" smtClean="0"/>
            <a:t>DATA CLOUD </a:t>
          </a:r>
        </a:p>
        <a:p>
          <a:r>
            <a:rPr lang="en-US" dirty="0" smtClean="0"/>
            <a:t>(aka DATA LAKE)</a:t>
          </a:r>
          <a:endParaRPr lang="ru-RU" dirty="0"/>
        </a:p>
      </dgm:t>
    </dgm:pt>
    <dgm:pt modelId="{3E3787AB-7EE6-4FDB-BE78-934C90AA9936}" type="parTrans" cxnId="{F5773D56-C6AC-443D-8FBD-D0282B613F73}">
      <dgm:prSet/>
      <dgm:spPr/>
      <dgm:t>
        <a:bodyPr/>
        <a:lstStyle/>
        <a:p>
          <a:endParaRPr lang="ru-RU"/>
        </a:p>
      </dgm:t>
    </dgm:pt>
    <dgm:pt modelId="{FCF1C045-A6D9-4D40-BCC7-385311433193}" type="sibTrans" cxnId="{F5773D56-C6AC-443D-8FBD-D0282B613F73}">
      <dgm:prSet/>
      <dgm:spPr/>
      <dgm:t>
        <a:bodyPr/>
        <a:lstStyle/>
        <a:p>
          <a:endParaRPr lang="ru-RU"/>
        </a:p>
      </dgm:t>
    </dgm:pt>
    <dgm:pt modelId="{53EEBB9C-B4D1-432B-896B-5ACD06197696}">
      <dgm:prSet phldrT="[Text]" custT="1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en-US" sz="1100" dirty="0" smtClean="0"/>
            <a:t>HSE STUDENT</a:t>
          </a:r>
          <a:endParaRPr lang="ru-RU" sz="1400" dirty="0"/>
        </a:p>
      </dgm:t>
    </dgm:pt>
    <dgm:pt modelId="{F0DA1C1F-4D8B-4AE8-B117-0BC6367E66CA}" type="parTrans" cxnId="{579B4B55-E46A-4F80-86E5-9103DCE1973C}">
      <dgm:prSet/>
      <dgm:spPr/>
      <dgm:t>
        <a:bodyPr/>
        <a:lstStyle/>
        <a:p>
          <a:endParaRPr lang="ru-RU"/>
        </a:p>
      </dgm:t>
    </dgm:pt>
    <dgm:pt modelId="{094369F0-4AC6-44B1-91A8-FCEEC2155F62}" type="sibTrans" cxnId="{579B4B55-E46A-4F80-86E5-9103DCE1973C}">
      <dgm:prSet/>
      <dgm:spPr/>
      <dgm:t>
        <a:bodyPr/>
        <a:lstStyle/>
        <a:p>
          <a:endParaRPr lang="ru-RU"/>
        </a:p>
      </dgm:t>
    </dgm:pt>
    <dgm:pt modelId="{1140ACA8-53C1-4E23-8466-EC54F89AAFBD}">
      <dgm:prSet phldrT="[Text]"/>
      <dgm:spPr>
        <a:solidFill>
          <a:schemeClr val="accent3">
            <a:lumMod val="75000"/>
          </a:schemeClr>
        </a:solidFill>
      </dgm:spPr>
      <dgm:t>
        <a:bodyPr/>
        <a:lstStyle/>
        <a:p>
          <a:r>
            <a:rPr lang="en-US" dirty="0" smtClean="0"/>
            <a:t>DESIGN &amp; UX</a:t>
          </a:r>
          <a:endParaRPr lang="ru-RU" dirty="0"/>
        </a:p>
      </dgm:t>
    </dgm:pt>
    <dgm:pt modelId="{C2B56F95-D27C-4ECD-90F0-B0854C3FFAA5}" type="sibTrans" cxnId="{EDE5A0CA-1365-4B69-BE4A-0496157BF6A5}">
      <dgm:prSet/>
      <dgm:spPr/>
      <dgm:t>
        <a:bodyPr/>
        <a:lstStyle/>
        <a:p>
          <a:endParaRPr lang="ru-RU"/>
        </a:p>
      </dgm:t>
    </dgm:pt>
    <dgm:pt modelId="{6EBB78F9-0A96-4DE2-9C5F-C7EB3530F1FD}" type="parTrans" cxnId="{EDE5A0CA-1365-4B69-BE4A-0496157BF6A5}">
      <dgm:prSet/>
      <dgm:spPr/>
      <dgm:t>
        <a:bodyPr/>
        <a:lstStyle/>
        <a:p>
          <a:endParaRPr lang="ru-RU"/>
        </a:p>
      </dgm:t>
    </dgm:pt>
    <dgm:pt modelId="{A525077B-37A6-4E8F-B5CA-BAFED417454B}">
      <dgm:prSet phldrT="[Text]"/>
      <dgm:spPr>
        <a:noFill/>
      </dgm:spPr>
      <dgm:t>
        <a:bodyPr/>
        <a:lstStyle/>
        <a:p>
          <a:r>
            <a:rPr lang="en-US" b="1" baseline="0" dirty="0" smtClean="0">
              <a:solidFill>
                <a:schemeClr val="tx1"/>
              </a:solidFill>
            </a:rPr>
            <a:t>FUTURE AND GOALS</a:t>
          </a:r>
          <a:endParaRPr lang="ru-RU" b="1" baseline="0" dirty="0">
            <a:solidFill>
              <a:schemeClr val="tx1"/>
            </a:solidFill>
          </a:endParaRPr>
        </a:p>
      </dgm:t>
    </dgm:pt>
    <dgm:pt modelId="{525B2631-8661-4C6E-85FB-528A459686E8}" type="sibTrans" cxnId="{2E768201-5477-434B-8BF2-6E5018D7E022}">
      <dgm:prSet/>
      <dgm:spPr/>
      <dgm:t>
        <a:bodyPr/>
        <a:lstStyle/>
        <a:p>
          <a:endParaRPr lang="ru-RU"/>
        </a:p>
      </dgm:t>
    </dgm:pt>
    <dgm:pt modelId="{E94618FF-0EFD-478F-915A-428A7F619E4C}" type="parTrans" cxnId="{2E768201-5477-434B-8BF2-6E5018D7E022}">
      <dgm:prSet/>
      <dgm:spPr/>
      <dgm:t>
        <a:bodyPr/>
        <a:lstStyle/>
        <a:p>
          <a:endParaRPr lang="ru-RU"/>
        </a:p>
      </dgm:t>
    </dgm:pt>
    <dgm:pt modelId="{254D333D-BFA9-413B-844A-7207BAFA6907}" type="pres">
      <dgm:prSet presAssocID="{22D3886C-37A6-4094-B20E-E9D45E9874B2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7BA7E9FD-61A5-49FB-920F-8E9437E9819F}" type="pres">
      <dgm:prSet presAssocID="{59DB7B08-F622-408A-BE05-0BA0FB09E744}" presName="node" presStyleLbl="node1" presStyleIdx="0" presStyleCnt="1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BBFF4C8-86A4-4DA9-9E01-9208C57AF191}" type="pres">
      <dgm:prSet presAssocID="{68BC376E-768E-4D6B-9325-295E6ABFE66A}" presName="sibTrans" presStyleLbl="sibTrans1D1" presStyleIdx="0" presStyleCnt="15"/>
      <dgm:spPr/>
      <dgm:t>
        <a:bodyPr/>
        <a:lstStyle/>
        <a:p>
          <a:endParaRPr lang="ru-RU"/>
        </a:p>
      </dgm:t>
    </dgm:pt>
    <dgm:pt modelId="{67A4EAFD-4342-45E7-8750-9FA56A563ACD}" type="pres">
      <dgm:prSet presAssocID="{68BC376E-768E-4D6B-9325-295E6ABFE66A}" presName="connectorText" presStyleLbl="sibTrans1D1" presStyleIdx="0" presStyleCnt="15"/>
      <dgm:spPr/>
      <dgm:t>
        <a:bodyPr/>
        <a:lstStyle/>
        <a:p>
          <a:endParaRPr lang="ru-RU"/>
        </a:p>
      </dgm:t>
    </dgm:pt>
    <dgm:pt modelId="{FA046F1B-F97B-407B-9716-E6267A55D1E4}" type="pres">
      <dgm:prSet presAssocID="{2D46E80F-19F0-4352-A1D6-2BCA622F8F61}" presName="node" presStyleLbl="node1" presStyleIdx="1" presStyleCnt="1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E25DCA9-08A3-4818-92B9-D3E00AD5D900}" type="pres">
      <dgm:prSet presAssocID="{50CD8C49-0DDE-493B-869D-4187FF8A27DE}" presName="sibTrans" presStyleLbl="sibTrans1D1" presStyleIdx="1" presStyleCnt="15"/>
      <dgm:spPr/>
      <dgm:t>
        <a:bodyPr/>
        <a:lstStyle/>
        <a:p>
          <a:endParaRPr lang="ru-RU"/>
        </a:p>
      </dgm:t>
    </dgm:pt>
    <dgm:pt modelId="{D6B375EA-80F6-4F21-A37D-636CB0F0CD55}" type="pres">
      <dgm:prSet presAssocID="{50CD8C49-0DDE-493B-869D-4187FF8A27DE}" presName="connectorText" presStyleLbl="sibTrans1D1" presStyleIdx="1" presStyleCnt="15"/>
      <dgm:spPr/>
      <dgm:t>
        <a:bodyPr/>
        <a:lstStyle/>
        <a:p>
          <a:endParaRPr lang="ru-RU"/>
        </a:p>
      </dgm:t>
    </dgm:pt>
    <dgm:pt modelId="{823C52A2-A733-45A8-9DFF-A7DB5AB63978}" type="pres">
      <dgm:prSet presAssocID="{2B7DFBB0-B3A2-4934-94DA-AF57F5F32B8F}" presName="node" presStyleLbl="node1" presStyleIdx="2" presStyleCnt="1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43C3068-2377-4DFC-AD13-8F5D6C9589AA}" type="pres">
      <dgm:prSet presAssocID="{DFBB3930-85B9-4EB6-B451-17E68F733394}" presName="sibTrans" presStyleLbl="sibTrans1D1" presStyleIdx="2" presStyleCnt="15"/>
      <dgm:spPr/>
      <dgm:t>
        <a:bodyPr/>
        <a:lstStyle/>
        <a:p>
          <a:endParaRPr lang="ru-RU"/>
        </a:p>
      </dgm:t>
    </dgm:pt>
    <dgm:pt modelId="{5781E5AB-9E18-419F-954A-01469527442A}" type="pres">
      <dgm:prSet presAssocID="{DFBB3930-85B9-4EB6-B451-17E68F733394}" presName="connectorText" presStyleLbl="sibTrans1D1" presStyleIdx="2" presStyleCnt="15"/>
      <dgm:spPr/>
      <dgm:t>
        <a:bodyPr/>
        <a:lstStyle/>
        <a:p>
          <a:endParaRPr lang="ru-RU"/>
        </a:p>
      </dgm:t>
    </dgm:pt>
    <dgm:pt modelId="{A45147E8-6DA0-4AA3-8C17-204816CDA44B}" type="pres">
      <dgm:prSet presAssocID="{1140ACA8-53C1-4E23-8466-EC54F89AAFBD}" presName="node" presStyleLbl="node1" presStyleIdx="3" presStyleCnt="1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BDDD89D-BD6E-4B54-979E-84D295E5FDCF}" type="pres">
      <dgm:prSet presAssocID="{C2B56F95-D27C-4ECD-90F0-B0854C3FFAA5}" presName="sibTrans" presStyleLbl="sibTrans1D1" presStyleIdx="3" presStyleCnt="15"/>
      <dgm:spPr/>
      <dgm:t>
        <a:bodyPr/>
        <a:lstStyle/>
        <a:p>
          <a:endParaRPr lang="ru-RU"/>
        </a:p>
      </dgm:t>
    </dgm:pt>
    <dgm:pt modelId="{FE4FBBE0-7DAC-4E78-84F5-9E3DD78F2C28}" type="pres">
      <dgm:prSet presAssocID="{C2B56F95-D27C-4ECD-90F0-B0854C3FFAA5}" presName="connectorText" presStyleLbl="sibTrans1D1" presStyleIdx="3" presStyleCnt="15"/>
      <dgm:spPr/>
      <dgm:t>
        <a:bodyPr/>
        <a:lstStyle/>
        <a:p>
          <a:endParaRPr lang="ru-RU"/>
        </a:p>
      </dgm:t>
    </dgm:pt>
    <dgm:pt modelId="{11EFBC03-2B94-48C4-8559-8257E6D5FFDB}" type="pres">
      <dgm:prSet presAssocID="{B31AE9F0-B5CC-46DD-86CF-1F2B621B3495}" presName="node" presStyleLbl="node1" presStyleIdx="4" presStyleCnt="1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6F98612-9EF1-401B-82C3-383969962968}" type="pres">
      <dgm:prSet presAssocID="{6877C57D-C8DE-40B8-8AA6-09F7AC176F44}" presName="sibTrans" presStyleLbl="sibTrans1D1" presStyleIdx="4" presStyleCnt="15"/>
      <dgm:spPr/>
      <dgm:t>
        <a:bodyPr/>
        <a:lstStyle/>
        <a:p>
          <a:endParaRPr lang="ru-RU"/>
        </a:p>
      </dgm:t>
    </dgm:pt>
    <dgm:pt modelId="{606FEA21-DD12-4B06-9903-40F5BB0B6206}" type="pres">
      <dgm:prSet presAssocID="{6877C57D-C8DE-40B8-8AA6-09F7AC176F44}" presName="connectorText" presStyleLbl="sibTrans1D1" presStyleIdx="4" presStyleCnt="15"/>
      <dgm:spPr/>
      <dgm:t>
        <a:bodyPr/>
        <a:lstStyle/>
        <a:p>
          <a:endParaRPr lang="ru-RU"/>
        </a:p>
      </dgm:t>
    </dgm:pt>
    <dgm:pt modelId="{F8F8E9D3-4413-40DF-9A3A-BE90C15DABD5}" type="pres">
      <dgm:prSet presAssocID="{D882C208-D1D9-4FBA-856C-B96518222EF4}" presName="node" presStyleLbl="node1" presStyleIdx="5" presStyleCnt="1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D971338-3C59-44A9-AE76-E679C2A9F7AD}" type="pres">
      <dgm:prSet presAssocID="{AB351A94-4978-4969-BFA5-D2DE6251243C}" presName="sibTrans" presStyleLbl="sibTrans1D1" presStyleIdx="5" presStyleCnt="15"/>
      <dgm:spPr/>
      <dgm:t>
        <a:bodyPr/>
        <a:lstStyle/>
        <a:p>
          <a:endParaRPr lang="ru-RU"/>
        </a:p>
      </dgm:t>
    </dgm:pt>
    <dgm:pt modelId="{FB0BE6B9-F0F7-43CB-BDB3-347897F1261C}" type="pres">
      <dgm:prSet presAssocID="{AB351A94-4978-4969-BFA5-D2DE6251243C}" presName="connectorText" presStyleLbl="sibTrans1D1" presStyleIdx="5" presStyleCnt="15"/>
      <dgm:spPr/>
      <dgm:t>
        <a:bodyPr/>
        <a:lstStyle/>
        <a:p>
          <a:endParaRPr lang="ru-RU"/>
        </a:p>
      </dgm:t>
    </dgm:pt>
    <dgm:pt modelId="{8FC2C486-ECDB-4079-A2DF-45EE7CF9710C}" type="pres">
      <dgm:prSet presAssocID="{6DD38E69-3879-4EA2-87E6-054E630FF7A2}" presName="node" presStyleLbl="node1" presStyleIdx="6" presStyleCnt="1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8FC2617-C8A9-45BE-B894-670CCABF0876}" type="pres">
      <dgm:prSet presAssocID="{826B5EDB-6069-41CF-9223-EBAB810049A0}" presName="sibTrans" presStyleLbl="sibTrans1D1" presStyleIdx="6" presStyleCnt="15"/>
      <dgm:spPr/>
      <dgm:t>
        <a:bodyPr/>
        <a:lstStyle/>
        <a:p>
          <a:endParaRPr lang="ru-RU"/>
        </a:p>
      </dgm:t>
    </dgm:pt>
    <dgm:pt modelId="{E79A802B-EF1A-4965-821E-4E923610C034}" type="pres">
      <dgm:prSet presAssocID="{826B5EDB-6069-41CF-9223-EBAB810049A0}" presName="connectorText" presStyleLbl="sibTrans1D1" presStyleIdx="6" presStyleCnt="15"/>
      <dgm:spPr/>
      <dgm:t>
        <a:bodyPr/>
        <a:lstStyle/>
        <a:p>
          <a:endParaRPr lang="ru-RU"/>
        </a:p>
      </dgm:t>
    </dgm:pt>
    <dgm:pt modelId="{87E5A7E9-3967-4526-B41F-DFCF3AC54BE1}" type="pres">
      <dgm:prSet presAssocID="{4268C5C7-C6D0-4A1A-A2F9-4CB0EDF58EB3}" presName="node" presStyleLbl="node1" presStyleIdx="7" presStyleCnt="1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C2C6A28-AB23-4FCF-AA0E-80D4A0826907}" type="pres">
      <dgm:prSet presAssocID="{17A28A9F-353E-4577-8D76-E90495406F4E}" presName="sibTrans" presStyleLbl="sibTrans1D1" presStyleIdx="7" presStyleCnt="15"/>
      <dgm:spPr/>
      <dgm:t>
        <a:bodyPr/>
        <a:lstStyle/>
        <a:p>
          <a:endParaRPr lang="ru-RU"/>
        </a:p>
      </dgm:t>
    </dgm:pt>
    <dgm:pt modelId="{65E75D82-CD0E-43E0-8FFC-A0B2FE3DDD4F}" type="pres">
      <dgm:prSet presAssocID="{17A28A9F-353E-4577-8D76-E90495406F4E}" presName="connectorText" presStyleLbl="sibTrans1D1" presStyleIdx="7" presStyleCnt="15"/>
      <dgm:spPr/>
      <dgm:t>
        <a:bodyPr/>
        <a:lstStyle/>
        <a:p>
          <a:endParaRPr lang="ru-RU"/>
        </a:p>
      </dgm:t>
    </dgm:pt>
    <dgm:pt modelId="{20C12439-49AB-43FF-9464-CB5AEA238EE5}" type="pres">
      <dgm:prSet presAssocID="{AB7F9C4C-8199-48C6-BF1F-1A0849C37760}" presName="node" presStyleLbl="node1" presStyleIdx="8" presStyleCnt="1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F9FAC5E-CF3F-4F9C-B0F3-76F397284474}" type="pres">
      <dgm:prSet presAssocID="{00248789-8693-4D30-8BC5-49E007FB4655}" presName="sibTrans" presStyleLbl="sibTrans1D1" presStyleIdx="8" presStyleCnt="15"/>
      <dgm:spPr/>
      <dgm:t>
        <a:bodyPr/>
        <a:lstStyle/>
        <a:p>
          <a:endParaRPr lang="ru-RU"/>
        </a:p>
      </dgm:t>
    </dgm:pt>
    <dgm:pt modelId="{8BBCD469-BFEE-4081-8ABD-5E4637E93CDC}" type="pres">
      <dgm:prSet presAssocID="{00248789-8693-4D30-8BC5-49E007FB4655}" presName="connectorText" presStyleLbl="sibTrans1D1" presStyleIdx="8" presStyleCnt="15"/>
      <dgm:spPr/>
      <dgm:t>
        <a:bodyPr/>
        <a:lstStyle/>
        <a:p>
          <a:endParaRPr lang="ru-RU"/>
        </a:p>
      </dgm:t>
    </dgm:pt>
    <dgm:pt modelId="{9E3E8805-A3D1-481E-B723-E66484332AD8}" type="pres">
      <dgm:prSet presAssocID="{A9D8AF83-EBF3-4E01-B16B-70DC57B31348}" presName="node" presStyleLbl="node1" presStyleIdx="9" presStyleCnt="1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73BD43D-F082-45DE-9129-3A23FDFED754}" type="pres">
      <dgm:prSet presAssocID="{26CF478E-1C70-4802-8DEC-6A69D0D9AC85}" presName="sibTrans" presStyleLbl="sibTrans1D1" presStyleIdx="9" presStyleCnt="15"/>
      <dgm:spPr/>
      <dgm:t>
        <a:bodyPr/>
        <a:lstStyle/>
        <a:p>
          <a:endParaRPr lang="ru-RU"/>
        </a:p>
      </dgm:t>
    </dgm:pt>
    <dgm:pt modelId="{CF428714-DFF0-4C02-8109-0CB8EB1644BC}" type="pres">
      <dgm:prSet presAssocID="{26CF478E-1C70-4802-8DEC-6A69D0D9AC85}" presName="connectorText" presStyleLbl="sibTrans1D1" presStyleIdx="9" presStyleCnt="15"/>
      <dgm:spPr/>
      <dgm:t>
        <a:bodyPr/>
        <a:lstStyle/>
        <a:p>
          <a:endParaRPr lang="ru-RU"/>
        </a:p>
      </dgm:t>
    </dgm:pt>
    <dgm:pt modelId="{F4389253-81F6-4219-BA68-48E8687A2EF9}" type="pres">
      <dgm:prSet presAssocID="{AF94497E-00F3-4524-B35F-FC6D10727426}" presName="node" presStyleLbl="node1" presStyleIdx="10" presStyleCnt="1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DF80041-C740-472A-86A4-1920DE8104FA}" type="pres">
      <dgm:prSet presAssocID="{74670AF7-8CCA-48F7-BE13-E596115040DF}" presName="sibTrans" presStyleLbl="sibTrans1D1" presStyleIdx="10" presStyleCnt="15"/>
      <dgm:spPr/>
      <dgm:t>
        <a:bodyPr/>
        <a:lstStyle/>
        <a:p>
          <a:endParaRPr lang="ru-RU"/>
        </a:p>
      </dgm:t>
    </dgm:pt>
    <dgm:pt modelId="{557E7C32-EC9B-4490-AE76-C1B4E7B1A8BE}" type="pres">
      <dgm:prSet presAssocID="{74670AF7-8CCA-48F7-BE13-E596115040DF}" presName="connectorText" presStyleLbl="sibTrans1D1" presStyleIdx="10" presStyleCnt="15"/>
      <dgm:spPr/>
      <dgm:t>
        <a:bodyPr/>
        <a:lstStyle/>
        <a:p>
          <a:endParaRPr lang="ru-RU"/>
        </a:p>
      </dgm:t>
    </dgm:pt>
    <dgm:pt modelId="{C232FAD6-BFDE-4308-A9DF-BFB76BB47557}" type="pres">
      <dgm:prSet presAssocID="{E97B52F6-28AA-400F-8E20-27E1D031B6F2}" presName="node" presStyleLbl="node1" presStyleIdx="11" presStyleCnt="1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E97D769-CBD8-4629-BCF8-91B7262A40C1}" type="pres">
      <dgm:prSet presAssocID="{C17815D9-1B56-4BCE-9FF6-2F9B57ECCA0D}" presName="sibTrans" presStyleLbl="sibTrans1D1" presStyleIdx="11" presStyleCnt="15"/>
      <dgm:spPr/>
      <dgm:t>
        <a:bodyPr/>
        <a:lstStyle/>
        <a:p>
          <a:endParaRPr lang="ru-RU"/>
        </a:p>
      </dgm:t>
    </dgm:pt>
    <dgm:pt modelId="{AB4B871E-0407-4293-8422-66654F29D2C1}" type="pres">
      <dgm:prSet presAssocID="{C17815D9-1B56-4BCE-9FF6-2F9B57ECCA0D}" presName="connectorText" presStyleLbl="sibTrans1D1" presStyleIdx="11" presStyleCnt="15"/>
      <dgm:spPr/>
      <dgm:t>
        <a:bodyPr/>
        <a:lstStyle/>
        <a:p>
          <a:endParaRPr lang="ru-RU"/>
        </a:p>
      </dgm:t>
    </dgm:pt>
    <dgm:pt modelId="{17EE69E4-CDC5-4893-BAA8-4F50429BDB4B}" type="pres">
      <dgm:prSet presAssocID="{27131055-F600-4D29-B4C1-08EBDB316CF8}" presName="node" presStyleLbl="node1" presStyleIdx="12" presStyleCnt="1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65CFC43-839D-4279-8D82-A79867A563DF}" type="pres">
      <dgm:prSet presAssocID="{3B80E04D-537B-4B82-B2D9-09B3469DBC18}" presName="sibTrans" presStyleLbl="sibTrans1D1" presStyleIdx="12" presStyleCnt="15"/>
      <dgm:spPr/>
      <dgm:t>
        <a:bodyPr/>
        <a:lstStyle/>
        <a:p>
          <a:endParaRPr lang="ru-RU"/>
        </a:p>
      </dgm:t>
    </dgm:pt>
    <dgm:pt modelId="{E710FC45-4A06-41CA-8D33-A6721230B3A6}" type="pres">
      <dgm:prSet presAssocID="{3B80E04D-537B-4B82-B2D9-09B3469DBC18}" presName="connectorText" presStyleLbl="sibTrans1D1" presStyleIdx="12" presStyleCnt="15"/>
      <dgm:spPr/>
      <dgm:t>
        <a:bodyPr/>
        <a:lstStyle/>
        <a:p>
          <a:endParaRPr lang="ru-RU"/>
        </a:p>
      </dgm:t>
    </dgm:pt>
    <dgm:pt modelId="{F3AD8411-F8DB-49A8-B202-CB35E01F2CF8}" type="pres">
      <dgm:prSet presAssocID="{F34FFA78-8D13-4E21-8CA4-90D1920DED15}" presName="node" presStyleLbl="node1" presStyleIdx="13" presStyleCnt="1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10DC7F3-11E9-4135-824A-B9DE2B774DFA}" type="pres">
      <dgm:prSet presAssocID="{FCF1C045-A6D9-4D40-BCC7-385311433193}" presName="sibTrans" presStyleLbl="sibTrans1D1" presStyleIdx="13" presStyleCnt="15"/>
      <dgm:spPr/>
      <dgm:t>
        <a:bodyPr/>
        <a:lstStyle/>
        <a:p>
          <a:endParaRPr lang="ru-RU"/>
        </a:p>
      </dgm:t>
    </dgm:pt>
    <dgm:pt modelId="{1E42CD1E-CFBD-4018-8179-7FAAAC72C4FF}" type="pres">
      <dgm:prSet presAssocID="{FCF1C045-A6D9-4D40-BCC7-385311433193}" presName="connectorText" presStyleLbl="sibTrans1D1" presStyleIdx="13" presStyleCnt="15"/>
      <dgm:spPr/>
      <dgm:t>
        <a:bodyPr/>
        <a:lstStyle/>
        <a:p>
          <a:endParaRPr lang="ru-RU"/>
        </a:p>
      </dgm:t>
    </dgm:pt>
    <dgm:pt modelId="{96FA4B1A-38A5-46C7-BA1E-8CC1B8D1A3FC}" type="pres">
      <dgm:prSet presAssocID="{53EEBB9C-B4D1-432B-896B-5ACD06197696}" presName="node" presStyleLbl="node1" presStyleIdx="14" presStyleCnt="1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1D2B818-6EB4-4E0C-9FB4-458521F44326}" type="pres">
      <dgm:prSet presAssocID="{094369F0-4AC6-44B1-91A8-FCEEC2155F62}" presName="sibTrans" presStyleLbl="sibTrans1D1" presStyleIdx="14" presStyleCnt="15"/>
      <dgm:spPr/>
      <dgm:t>
        <a:bodyPr/>
        <a:lstStyle/>
        <a:p>
          <a:endParaRPr lang="ru-RU"/>
        </a:p>
      </dgm:t>
    </dgm:pt>
    <dgm:pt modelId="{9127F664-29A0-4F35-99C2-349CBA015348}" type="pres">
      <dgm:prSet presAssocID="{094369F0-4AC6-44B1-91A8-FCEEC2155F62}" presName="connectorText" presStyleLbl="sibTrans1D1" presStyleIdx="14" presStyleCnt="15"/>
      <dgm:spPr/>
      <dgm:t>
        <a:bodyPr/>
        <a:lstStyle/>
        <a:p>
          <a:endParaRPr lang="ru-RU"/>
        </a:p>
      </dgm:t>
    </dgm:pt>
    <dgm:pt modelId="{84A14CDE-BF8F-49EA-90A8-B4C3B39FD318}" type="pres">
      <dgm:prSet presAssocID="{A525077B-37A6-4E8F-B5CA-BAFED417454B}" presName="node" presStyleLbl="node1" presStyleIdx="15" presStyleCnt="1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722B78E1-8379-49D5-BEE8-DA0A31535615}" srcId="{22D3886C-37A6-4094-B20E-E9D45E9874B2}" destId="{D882C208-D1D9-4FBA-856C-B96518222EF4}" srcOrd="5" destOrd="0" parTransId="{751E55F2-27A4-4944-87E5-279F4B71A830}" sibTransId="{AB351A94-4978-4969-BFA5-D2DE6251243C}"/>
    <dgm:cxn modelId="{0863FD69-C88C-4ECB-9CE1-834FD1A1EE39}" type="presOf" srcId="{A9D8AF83-EBF3-4E01-B16B-70DC57B31348}" destId="{9E3E8805-A3D1-481E-B723-E66484332AD8}" srcOrd="0" destOrd="0" presId="urn:microsoft.com/office/officeart/2005/8/layout/bProcess3"/>
    <dgm:cxn modelId="{3913EE0A-F499-4454-B949-1E0B4BA25A4D}" type="presOf" srcId="{68BC376E-768E-4D6B-9325-295E6ABFE66A}" destId="{67A4EAFD-4342-45E7-8750-9FA56A563ACD}" srcOrd="1" destOrd="0" presId="urn:microsoft.com/office/officeart/2005/8/layout/bProcess3"/>
    <dgm:cxn modelId="{219FAB1C-4707-47AF-9B04-F61F8548280A}" type="presOf" srcId="{FCF1C045-A6D9-4D40-BCC7-385311433193}" destId="{1E42CD1E-CFBD-4018-8179-7FAAAC72C4FF}" srcOrd="1" destOrd="0" presId="urn:microsoft.com/office/officeart/2005/8/layout/bProcess3"/>
    <dgm:cxn modelId="{E4C1D49F-9B06-46E9-A19D-DDE929A6C23A}" srcId="{22D3886C-37A6-4094-B20E-E9D45E9874B2}" destId="{6DD38E69-3879-4EA2-87E6-054E630FF7A2}" srcOrd="6" destOrd="0" parTransId="{D0EC3AEE-BA65-413C-B82B-72E8DEE0404C}" sibTransId="{826B5EDB-6069-41CF-9223-EBAB810049A0}"/>
    <dgm:cxn modelId="{004DFB54-6CA9-40A1-8B4F-C8F4C8A94B78}" type="presOf" srcId="{00248789-8693-4D30-8BC5-49E007FB4655}" destId="{DF9FAC5E-CF3F-4F9C-B0F3-76F397284474}" srcOrd="0" destOrd="0" presId="urn:microsoft.com/office/officeart/2005/8/layout/bProcess3"/>
    <dgm:cxn modelId="{3A48033E-0792-4B40-A8B7-0D3EF32F5C3D}" type="presOf" srcId="{AB7F9C4C-8199-48C6-BF1F-1A0849C37760}" destId="{20C12439-49AB-43FF-9464-CB5AEA238EE5}" srcOrd="0" destOrd="0" presId="urn:microsoft.com/office/officeart/2005/8/layout/bProcess3"/>
    <dgm:cxn modelId="{BE9654E0-7B3A-43BA-9A08-ABBB106EF366}" type="presOf" srcId="{C17815D9-1B56-4BCE-9FF6-2F9B57ECCA0D}" destId="{AB4B871E-0407-4293-8422-66654F29D2C1}" srcOrd="1" destOrd="0" presId="urn:microsoft.com/office/officeart/2005/8/layout/bProcess3"/>
    <dgm:cxn modelId="{8E216A4A-0B36-430A-849E-5F67F0CE0C08}" type="presOf" srcId="{1140ACA8-53C1-4E23-8466-EC54F89AAFBD}" destId="{A45147E8-6DA0-4AA3-8C17-204816CDA44B}" srcOrd="0" destOrd="0" presId="urn:microsoft.com/office/officeart/2005/8/layout/bProcess3"/>
    <dgm:cxn modelId="{AAA55E20-3BB5-466D-9F54-6D661137822A}" srcId="{22D3886C-37A6-4094-B20E-E9D45E9874B2}" destId="{AB7F9C4C-8199-48C6-BF1F-1A0849C37760}" srcOrd="8" destOrd="0" parTransId="{240C71C2-B3C2-4A12-A12F-A8D07462D228}" sibTransId="{00248789-8693-4D30-8BC5-49E007FB4655}"/>
    <dgm:cxn modelId="{269604EE-5D6D-4E3F-A4E0-509D5146AC32}" type="presOf" srcId="{6877C57D-C8DE-40B8-8AA6-09F7AC176F44}" destId="{606FEA21-DD12-4B06-9903-40F5BB0B6206}" srcOrd="1" destOrd="0" presId="urn:microsoft.com/office/officeart/2005/8/layout/bProcess3"/>
    <dgm:cxn modelId="{2DB3DA65-6298-4571-A959-2B3CEFFF41FC}" type="presOf" srcId="{22D3886C-37A6-4094-B20E-E9D45E9874B2}" destId="{254D333D-BFA9-413B-844A-7207BAFA6907}" srcOrd="0" destOrd="0" presId="urn:microsoft.com/office/officeart/2005/8/layout/bProcess3"/>
    <dgm:cxn modelId="{EDE5A0CA-1365-4B69-BE4A-0496157BF6A5}" srcId="{22D3886C-37A6-4094-B20E-E9D45E9874B2}" destId="{1140ACA8-53C1-4E23-8466-EC54F89AAFBD}" srcOrd="3" destOrd="0" parTransId="{6EBB78F9-0A96-4DE2-9C5F-C7EB3530F1FD}" sibTransId="{C2B56F95-D27C-4ECD-90F0-B0854C3FFAA5}"/>
    <dgm:cxn modelId="{C95547B7-31AE-45E0-8BD2-690367A8264B}" srcId="{22D3886C-37A6-4094-B20E-E9D45E9874B2}" destId="{4268C5C7-C6D0-4A1A-A2F9-4CB0EDF58EB3}" srcOrd="7" destOrd="0" parTransId="{5C299C76-0A5B-45F8-87FD-A7A4CA9D505F}" sibTransId="{17A28A9F-353E-4577-8D76-E90495406F4E}"/>
    <dgm:cxn modelId="{315F29CA-EB92-44EF-A98F-A933B4380DD3}" srcId="{22D3886C-37A6-4094-B20E-E9D45E9874B2}" destId="{27131055-F600-4D29-B4C1-08EBDB316CF8}" srcOrd="12" destOrd="0" parTransId="{AA043EF7-4EBF-44C5-A0D2-C54EDA594C92}" sibTransId="{3B80E04D-537B-4B82-B2D9-09B3469DBC18}"/>
    <dgm:cxn modelId="{4BA87F3F-D9FC-4F3A-9C31-BC1F8859412F}" type="presOf" srcId="{3B80E04D-537B-4B82-B2D9-09B3469DBC18}" destId="{365CFC43-839D-4279-8D82-A79867A563DF}" srcOrd="0" destOrd="0" presId="urn:microsoft.com/office/officeart/2005/8/layout/bProcess3"/>
    <dgm:cxn modelId="{F5773D56-C6AC-443D-8FBD-D0282B613F73}" srcId="{22D3886C-37A6-4094-B20E-E9D45E9874B2}" destId="{F34FFA78-8D13-4E21-8CA4-90D1920DED15}" srcOrd="13" destOrd="0" parTransId="{3E3787AB-7EE6-4FDB-BE78-934C90AA9936}" sibTransId="{FCF1C045-A6D9-4D40-BCC7-385311433193}"/>
    <dgm:cxn modelId="{15DA2F50-1E03-44A3-8F50-CF6BFF35B7AD}" type="presOf" srcId="{4268C5C7-C6D0-4A1A-A2F9-4CB0EDF58EB3}" destId="{87E5A7E9-3967-4526-B41F-DFCF3AC54BE1}" srcOrd="0" destOrd="0" presId="urn:microsoft.com/office/officeart/2005/8/layout/bProcess3"/>
    <dgm:cxn modelId="{6CF036D1-7BD5-4695-909B-B92203078CEE}" type="presOf" srcId="{68BC376E-768E-4D6B-9325-295E6ABFE66A}" destId="{ABBFF4C8-86A4-4DA9-9E01-9208C57AF191}" srcOrd="0" destOrd="0" presId="urn:microsoft.com/office/officeart/2005/8/layout/bProcess3"/>
    <dgm:cxn modelId="{9493A3B6-1CF4-46E6-ADF8-506EE883F162}" type="presOf" srcId="{17A28A9F-353E-4577-8D76-E90495406F4E}" destId="{65E75D82-CD0E-43E0-8FFC-A0B2FE3DDD4F}" srcOrd="1" destOrd="0" presId="urn:microsoft.com/office/officeart/2005/8/layout/bProcess3"/>
    <dgm:cxn modelId="{D300B6C9-9859-4B7E-8FAE-8FD58FAEF09A}" type="presOf" srcId="{826B5EDB-6069-41CF-9223-EBAB810049A0}" destId="{E79A802B-EF1A-4965-821E-4E923610C034}" srcOrd="1" destOrd="0" presId="urn:microsoft.com/office/officeart/2005/8/layout/bProcess3"/>
    <dgm:cxn modelId="{81CAF588-AF47-421C-B490-EB0A3DE05E75}" type="presOf" srcId="{59DB7B08-F622-408A-BE05-0BA0FB09E744}" destId="{7BA7E9FD-61A5-49FB-920F-8E9437E9819F}" srcOrd="0" destOrd="0" presId="urn:microsoft.com/office/officeart/2005/8/layout/bProcess3"/>
    <dgm:cxn modelId="{25681C07-371C-4AAA-9DFF-808425D035AA}" srcId="{22D3886C-37A6-4094-B20E-E9D45E9874B2}" destId="{E97B52F6-28AA-400F-8E20-27E1D031B6F2}" srcOrd="11" destOrd="0" parTransId="{2DF3B1E1-EC8E-43F1-A398-FC0C3321EC8D}" sibTransId="{C17815D9-1B56-4BCE-9FF6-2F9B57ECCA0D}"/>
    <dgm:cxn modelId="{39FDED8C-92BC-4AC7-9BE3-84A3F9E7EA83}" type="presOf" srcId="{50CD8C49-0DDE-493B-869D-4187FF8A27DE}" destId="{EE25DCA9-08A3-4818-92B9-D3E00AD5D900}" srcOrd="0" destOrd="0" presId="urn:microsoft.com/office/officeart/2005/8/layout/bProcess3"/>
    <dgm:cxn modelId="{0E60C55F-E788-45D6-A6D6-AB3C409B8DBC}" type="presOf" srcId="{C17815D9-1B56-4BCE-9FF6-2F9B57ECCA0D}" destId="{DE97D769-CBD8-4629-BCF8-91B7262A40C1}" srcOrd="0" destOrd="0" presId="urn:microsoft.com/office/officeart/2005/8/layout/bProcess3"/>
    <dgm:cxn modelId="{8AB60B3C-5884-42F0-B1F1-595CCF3A80AD}" type="presOf" srcId="{A525077B-37A6-4E8F-B5CA-BAFED417454B}" destId="{84A14CDE-BF8F-49EA-90A8-B4C3B39FD318}" srcOrd="0" destOrd="0" presId="urn:microsoft.com/office/officeart/2005/8/layout/bProcess3"/>
    <dgm:cxn modelId="{A357D2E5-0940-44CE-BA9F-6A1ECAD5D6C6}" type="presOf" srcId="{E97B52F6-28AA-400F-8E20-27E1D031B6F2}" destId="{C232FAD6-BFDE-4308-A9DF-BFB76BB47557}" srcOrd="0" destOrd="0" presId="urn:microsoft.com/office/officeart/2005/8/layout/bProcess3"/>
    <dgm:cxn modelId="{78AA0281-17BA-40E0-8F3F-A26E16C0959F}" type="presOf" srcId="{26CF478E-1C70-4802-8DEC-6A69D0D9AC85}" destId="{E73BD43D-F082-45DE-9129-3A23FDFED754}" srcOrd="0" destOrd="0" presId="urn:microsoft.com/office/officeart/2005/8/layout/bProcess3"/>
    <dgm:cxn modelId="{44EFEF47-C5D2-442D-9DDF-887E3DD8D90F}" type="presOf" srcId="{AB351A94-4978-4969-BFA5-D2DE6251243C}" destId="{FB0BE6B9-F0F7-43CB-BDB3-347897F1261C}" srcOrd="1" destOrd="0" presId="urn:microsoft.com/office/officeart/2005/8/layout/bProcess3"/>
    <dgm:cxn modelId="{501D9E89-8196-446E-8399-47C15C277218}" type="presOf" srcId="{27131055-F600-4D29-B4C1-08EBDB316CF8}" destId="{17EE69E4-CDC5-4893-BAA8-4F50429BDB4B}" srcOrd="0" destOrd="0" presId="urn:microsoft.com/office/officeart/2005/8/layout/bProcess3"/>
    <dgm:cxn modelId="{AA320588-5A8F-4E1F-9B37-0D49912F3690}" srcId="{22D3886C-37A6-4094-B20E-E9D45E9874B2}" destId="{B31AE9F0-B5CC-46DD-86CF-1F2B621B3495}" srcOrd="4" destOrd="0" parTransId="{31269DBA-0687-4061-A870-263FC0F8BB40}" sibTransId="{6877C57D-C8DE-40B8-8AA6-09F7AC176F44}"/>
    <dgm:cxn modelId="{866ADBD7-3469-430E-BFF8-A66B6E51A7C2}" type="presOf" srcId="{B31AE9F0-B5CC-46DD-86CF-1F2B621B3495}" destId="{11EFBC03-2B94-48C4-8559-8257E6D5FFDB}" srcOrd="0" destOrd="0" presId="urn:microsoft.com/office/officeart/2005/8/layout/bProcess3"/>
    <dgm:cxn modelId="{8CFBD111-FA9B-4405-83A9-13FAF64CD6A5}" type="presOf" srcId="{C2B56F95-D27C-4ECD-90F0-B0854C3FFAA5}" destId="{FE4FBBE0-7DAC-4E78-84F5-9E3DD78F2C28}" srcOrd="1" destOrd="0" presId="urn:microsoft.com/office/officeart/2005/8/layout/bProcess3"/>
    <dgm:cxn modelId="{2ED948EE-FFAB-49B9-8245-9F1DD7605860}" srcId="{22D3886C-37A6-4094-B20E-E9D45E9874B2}" destId="{2D46E80F-19F0-4352-A1D6-2BCA622F8F61}" srcOrd="1" destOrd="0" parTransId="{4CACAE07-82CC-422F-BC4F-D4B851F328BF}" sibTransId="{50CD8C49-0DDE-493B-869D-4187FF8A27DE}"/>
    <dgm:cxn modelId="{6993F355-84E4-4D51-9D75-D7B8348DB014}" srcId="{22D3886C-37A6-4094-B20E-E9D45E9874B2}" destId="{A9D8AF83-EBF3-4E01-B16B-70DC57B31348}" srcOrd="9" destOrd="0" parTransId="{3F019FFD-E821-4BA3-ACA2-6C537427EC88}" sibTransId="{26CF478E-1C70-4802-8DEC-6A69D0D9AC85}"/>
    <dgm:cxn modelId="{D475A378-75E3-423A-9EA6-26477835F4DF}" type="presOf" srcId="{D882C208-D1D9-4FBA-856C-B96518222EF4}" destId="{F8F8E9D3-4413-40DF-9A3A-BE90C15DABD5}" srcOrd="0" destOrd="0" presId="urn:microsoft.com/office/officeart/2005/8/layout/bProcess3"/>
    <dgm:cxn modelId="{97BC6F83-D301-4C71-8DCB-DC1A92DD32EF}" type="presOf" srcId="{DFBB3930-85B9-4EB6-B451-17E68F733394}" destId="{5781E5AB-9E18-419F-954A-01469527442A}" srcOrd="1" destOrd="0" presId="urn:microsoft.com/office/officeart/2005/8/layout/bProcess3"/>
    <dgm:cxn modelId="{5F0D9013-38B8-42F9-BA30-DA2B3080F760}" type="presOf" srcId="{74670AF7-8CCA-48F7-BE13-E596115040DF}" destId="{557E7C32-EC9B-4490-AE76-C1B4E7B1A8BE}" srcOrd="1" destOrd="0" presId="urn:microsoft.com/office/officeart/2005/8/layout/bProcess3"/>
    <dgm:cxn modelId="{092AF05A-5387-4E64-B9D9-4F1AD7E777C3}" type="presOf" srcId="{826B5EDB-6069-41CF-9223-EBAB810049A0}" destId="{18FC2617-C8A9-45BE-B894-670CCABF0876}" srcOrd="0" destOrd="0" presId="urn:microsoft.com/office/officeart/2005/8/layout/bProcess3"/>
    <dgm:cxn modelId="{6D236077-4FA6-4B27-A0E5-5446E1BEC0B9}" type="presOf" srcId="{AB351A94-4978-4969-BFA5-D2DE6251243C}" destId="{0D971338-3C59-44A9-AE76-E679C2A9F7AD}" srcOrd="0" destOrd="0" presId="urn:microsoft.com/office/officeart/2005/8/layout/bProcess3"/>
    <dgm:cxn modelId="{4E5EFCF9-D29E-4BBF-B4AB-0A2C609A5B22}" type="presOf" srcId="{094369F0-4AC6-44B1-91A8-FCEEC2155F62}" destId="{9127F664-29A0-4F35-99C2-349CBA015348}" srcOrd="1" destOrd="0" presId="urn:microsoft.com/office/officeart/2005/8/layout/bProcess3"/>
    <dgm:cxn modelId="{B95735C6-47B4-49F2-8143-814487D321A0}" srcId="{22D3886C-37A6-4094-B20E-E9D45E9874B2}" destId="{2B7DFBB0-B3A2-4934-94DA-AF57F5F32B8F}" srcOrd="2" destOrd="0" parTransId="{B8AECD13-289D-41D6-BBE6-9BC4D7D77464}" sibTransId="{DFBB3930-85B9-4EB6-B451-17E68F733394}"/>
    <dgm:cxn modelId="{0A6BB4AA-98A9-4A02-8A00-1C6733BA4D2E}" type="presOf" srcId="{50CD8C49-0DDE-493B-869D-4187FF8A27DE}" destId="{D6B375EA-80F6-4F21-A37D-636CB0F0CD55}" srcOrd="1" destOrd="0" presId="urn:microsoft.com/office/officeart/2005/8/layout/bProcess3"/>
    <dgm:cxn modelId="{1CED07FC-5782-4418-9188-A1F5023344F5}" type="presOf" srcId="{3B80E04D-537B-4B82-B2D9-09B3469DBC18}" destId="{E710FC45-4A06-41CA-8D33-A6721230B3A6}" srcOrd="1" destOrd="0" presId="urn:microsoft.com/office/officeart/2005/8/layout/bProcess3"/>
    <dgm:cxn modelId="{A27653A6-8BE1-44D5-B412-9393B023DA22}" type="presOf" srcId="{FCF1C045-A6D9-4D40-BCC7-385311433193}" destId="{110DC7F3-11E9-4135-824A-B9DE2B774DFA}" srcOrd="0" destOrd="0" presId="urn:microsoft.com/office/officeart/2005/8/layout/bProcess3"/>
    <dgm:cxn modelId="{FB1679B5-7B3E-4B59-A339-49552DB04AB8}" type="presOf" srcId="{2B7DFBB0-B3A2-4934-94DA-AF57F5F32B8F}" destId="{823C52A2-A733-45A8-9DFF-A7DB5AB63978}" srcOrd="0" destOrd="0" presId="urn:microsoft.com/office/officeart/2005/8/layout/bProcess3"/>
    <dgm:cxn modelId="{89D2759C-24AC-4DE7-BF04-E83E2BAA863A}" type="presOf" srcId="{C2B56F95-D27C-4ECD-90F0-B0854C3FFAA5}" destId="{EBDDD89D-BD6E-4B54-979E-84D295E5FDCF}" srcOrd="0" destOrd="0" presId="urn:microsoft.com/office/officeart/2005/8/layout/bProcess3"/>
    <dgm:cxn modelId="{775AC505-471E-4440-8284-96FF9772C31D}" type="presOf" srcId="{26CF478E-1C70-4802-8DEC-6A69D0D9AC85}" destId="{CF428714-DFF0-4C02-8109-0CB8EB1644BC}" srcOrd="1" destOrd="0" presId="urn:microsoft.com/office/officeart/2005/8/layout/bProcess3"/>
    <dgm:cxn modelId="{8AB055D0-C750-462F-AC89-D48C050D9FF1}" type="presOf" srcId="{6DD38E69-3879-4EA2-87E6-054E630FF7A2}" destId="{8FC2C486-ECDB-4079-A2DF-45EE7CF9710C}" srcOrd="0" destOrd="0" presId="urn:microsoft.com/office/officeart/2005/8/layout/bProcess3"/>
    <dgm:cxn modelId="{2262C80E-08FB-4AB7-A9BD-8E94C77639D2}" type="presOf" srcId="{53EEBB9C-B4D1-432B-896B-5ACD06197696}" destId="{96FA4B1A-38A5-46C7-BA1E-8CC1B8D1A3FC}" srcOrd="0" destOrd="0" presId="urn:microsoft.com/office/officeart/2005/8/layout/bProcess3"/>
    <dgm:cxn modelId="{579B4B55-E46A-4F80-86E5-9103DCE1973C}" srcId="{22D3886C-37A6-4094-B20E-E9D45E9874B2}" destId="{53EEBB9C-B4D1-432B-896B-5ACD06197696}" srcOrd="14" destOrd="0" parTransId="{F0DA1C1F-4D8B-4AE8-B117-0BC6367E66CA}" sibTransId="{094369F0-4AC6-44B1-91A8-FCEEC2155F62}"/>
    <dgm:cxn modelId="{F49D45D8-CB98-48A2-B382-8E07998436A9}" type="presOf" srcId="{F34FFA78-8D13-4E21-8CA4-90D1920DED15}" destId="{F3AD8411-F8DB-49A8-B202-CB35E01F2CF8}" srcOrd="0" destOrd="0" presId="urn:microsoft.com/office/officeart/2005/8/layout/bProcess3"/>
    <dgm:cxn modelId="{7636D87B-3194-40BB-80C6-730B7CE49A10}" type="presOf" srcId="{17A28A9F-353E-4577-8D76-E90495406F4E}" destId="{8C2C6A28-AB23-4FCF-AA0E-80D4A0826907}" srcOrd="0" destOrd="0" presId="urn:microsoft.com/office/officeart/2005/8/layout/bProcess3"/>
    <dgm:cxn modelId="{ED9152C5-55BF-4581-A9AE-CA4E525BF12D}" srcId="{22D3886C-37A6-4094-B20E-E9D45E9874B2}" destId="{AF94497E-00F3-4524-B35F-FC6D10727426}" srcOrd="10" destOrd="0" parTransId="{BD5C239F-310F-4F22-857F-89CBBFC0F517}" sibTransId="{74670AF7-8CCA-48F7-BE13-E596115040DF}"/>
    <dgm:cxn modelId="{7764529A-806D-4C1D-8408-0E27E6FEE4FD}" srcId="{22D3886C-37A6-4094-B20E-E9D45E9874B2}" destId="{59DB7B08-F622-408A-BE05-0BA0FB09E744}" srcOrd="0" destOrd="0" parTransId="{463E3AEA-1C16-4543-9D49-52A894E413D3}" sibTransId="{68BC376E-768E-4D6B-9325-295E6ABFE66A}"/>
    <dgm:cxn modelId="{4FCCB963-5413-4347-8F1E-D4ED6BA787DE}" type="presOf" srcId="{2D46E80F-19F0-4352-A1D6-2BCA622F8F61}" destId="{FA046F1B-F97B-407B-9716-E6267A55D1E4}" srcOrd="0" destOrd="0" presId="urn:microsoft.com/office/officeart/2005/8/layout/bProcess3"/>
    <dgm:cxn modelId="{E143D9B2-2AC1-43AF-A573-0621B33D5BEA}" type="presOf" srcId="{DFBB3930-85B9-4EB6-B451-17E68F733394}" destId="{443C3068-2377-4DFC-AD13-8F5D6C9589AA}" srcOrd="0" destOrd="0" presId="urn:microsoft.com/office/officeart/2005/8/layout/bProcess3"/>
    <dgm:cxn modelId="{8AF3105D-AE1D-4ED0-96FA-A89FE30365DB}" type="presOf" srcId="{00248789-8693-4D30-8BC5-49E007FB4655}" destId="{8BBCD469-BFEE-4081-8ABD-5E4637E93CDC}" srcOrd="1" destOrd="0" presId="urn:microsoft.com/office/officeart/2005/8/layout/bProcess3"/>
    <dgm:cxn modelId="{5A0E7A6C-B267-4F33-B253-2873D109E07A}" type="presOf" srcId="{AF94497E-00F3-4524-B35F-FC6D10727426}" destId="{F4389253-81F6-4219-BA68-48E8687A2EF9}" srcOrd="0" destOrd="0" presId="urn:microsoft.com/office/officeart/2005/8/layout/bProcess3"/>
    <dgm:cxn modelId="{A03202CA-9B9A-4A9D-B904-D7AF0A4CD075}" type="presOf" srcId="{6877C57D-C8DE-40B8-8AA6-09F7AC176F44}" destId="{26F98612-9EF1-401B-82C3-383969962968}" srcOrd="0" destOrd="0" presId="urn:microsoft.com/office/officeart/2005/8/layout/bProcess3"/>
    <dgm:cxn modelId="{2E768201-5477-434B-8BF2-6E5018D7E022}" srcId="{22D3886C-37A6-4094-B20E-E9D45E9874B2}" destId="{A525077B-37A6-4E8F-B5CA-BAFED417454B}" srcOrd="15" destOrd="0" parTransId="{E94618FF-0EFD-478F-915A-428A7F619E4C}" sibTransId="{525B2631-8661-4C6E-85FB-528A459686E8}"/>
    <dgm:cxn modelId="{C8562D38-FD8A-4ECB-9194-F5B061792F5E}" type="presOf" srcId="{094369F0-4AC6-44B1-91A8-FCEEC2155F62}" destId="{91D2B818-6EB4-4E0C-9FB4-458521F44326}" srcOrd="0" destOrd="0" presId="urn:microsoft.com/office/officeart/2005/8/layout/bProcess3"/>
    <dgm:cxn modelId="{6D46BF5D-78EB-4F9E-ACD2-FF51E83FE6E3}" type="presOf" srcId="{74670AF7-8CCA-48F7-BE13-E596115040DF}" destId="{FDF80041-C740-472A-86A4-1920DE8104FA}" srcOrd="0" destOrd="0" presId="urn:microsoft.com/office/officeart/2005/8/layout/bProcess3"/>
    <dgm:cxn modelId="{F3D4CDFB-ABDA-45B2-A7E2-DE243BAE331A}" type="presParOf" srcId="{254D333D-BFA9-413B-844A-7207BAFA6907}" destId="{7BA7E9FD-61A5-49FB-920F-8E9437E9819F}" srcOrd="0" destOrd="0" presId="urn:microsoft.com/office/officeart/2005/8/layout/bProcess3"/>
    <dgm:cxn modelId="{08CA86F0-E06E-4E4D-8394-152E2DF8DDBB}" type="presParOf" srcId="{254D333D-BFA9-413B-844A-7207BAFA6907}" destId="{ABBFF4C8-86A4-4DA9-9E01-9208C57AF191}" srcOrd="1" destOrd="0" presId="urn:microsoft.com/office/officeart/2005/8/layout/bProcess3"/>
    <dgm:cxn modelId="{26586693-BAA7-467D-B6B4-C4E438A1574E}" type="presParOf" srcId="{ABBFF4C8-86A4-4DA9-9E01-9208C57AF191}" destId="{67A4EAFD-4342-45E7-8750-9FA56A563ACD}" srcOrd="0" destOrd="0" presId="urn:microsoft.com/office/officeart/2005/8/layout/bProcess3"/>
    <dgm:cxn modelId="{FB31295F-D5F1-44D2-8789-09603ADF8AAD}" type="presParOf" srcId="{254D333D-BFA9-413B-844A-7207BAFA6907}" destId="{FA046F1B-F97B-407B-9716-E6267A55D1E4}" srcOrd="2" destOrd="0" presId="urn:microsoft.com/office/officeart/2005/8/layout/bProcess3"/>
    <dgm:cxn modelId="{C708DA96-97B4-4FF4-982F-29B105EEDCF4}" type="presParOf" srcId="{254D333D-BFA9-413B-844A-7207BAFA6907}" destId="{EE25DCA9-08A3-4818-92B9-D3E00AD5D900}" srcOrd="3" destOrd="0" presId="urn:microsoft.com/office/officeart/2005/8/layout/bProcess3"/>
    <dgm:cxn modelId="{28B791A6-6FB4-4157-BE00-B98C69042CE5}" type="presParOf" srcId="{EE25DCA9-08A3-4818-92B9-D3E00AD5D900}" destId="{D6B375EA-80F6-4F21-A37D-636CB0F0CD55}" srcOrd="0" destOrd="0" presId="urn:microsoft.com/office/officeart/2005/8/layout/bProcess3"/>
    <dgm:cxn modelId="{CB8F0F01-1B87-479D-95E3-ABCB94458A15}" type="presParOf" srcId="{254D333D-BFA9-413B-844A-7207BAFA6907}" destId="{823C52A2-A733-45A8-9DFF-A7DB5AB63978}" srcOrd="4" destOrd="0" presId="urn:microsoft.com/office/officeart/2005/8/layout/bProcess3"/>
    <dgm:cxn modelId="{2A918C61-5A8E-4181-B711-EF50DBDE759D}" type="presParOf" srcId="{254D333D-BFA9-413B-844A-7207BAFA6907}" destId="{443C3068-2377-4DFC-AD13-8F5D6C9589AA}" srcOrd="5" destOrd="0" presId="urn:microsoft.com/office/officeart/2005/8/layout/bProcess3"/>
    <dgm:cxn modelId="{B6B4018A-41BE-47A4-B8F2-305C5241D59A}" type="presParOf" srcId="{443C3068-2377-4DFC-AD13-8F5D6C9589AA}" destId="{5781E5AB-9E18-419F-954A-01469527442A}" srcOrd="0" destOrd="0" presId="urn:microsoft.com/office/officeart/2005/8/layout/bProcess3"/>
    <dgm:cxn modelId="{52718FAA-919C-47E0-B181-7BB6C776B786}" type="presParOf" srcId="{254D333D-BFA9-413B-844A-7207BAFA6907}" destId="{A45147E8-6DA0-4AA3-8C17-204816CDA44B}" srcOrd="6" destOrd="0" presId="urn:microsoft.com/office/officeart/2005/8/layout/bProcess3"/>
    <dgm:cxn modelId="{8CA68EE3-1015-40F9-9B30-2EC61E0D140E}" type="presParOf" srcId="{254D333D-BFA9-413B-844A-7207BAFA6907}" destId="{EBDDD89D-BD6E-4B54-979E-84D295E5FDCF}" srcOrd="7" destOrd="0" presId="urn:microsoft.com/office/officeart/2005/8/layout/bProcess3"/>
    <dgm:cxn modelId="{3B056AF6-2FAE-487C-A62C-9682A6E313C1}" type="presParOf" srcId="{EBDDD89D-BD6E-4B54-979E-84D295E5FDCF}" destId="{FE4FBBE0-7DAC-4E78-84F5-9E3DD78F2C28}" srcOrd="0" destOrd="0" presId="urn:microsoft.com/office/officeart/2005/8/layout/bProcess3"/>
    <dgm:cxn modelId="{CDFBEA41-A416-4166-A631-940B24B808CF}" type="presParOf" srcId="{254D333D-BFA9-413B-844A-7207BAFA6907}" destId="{11EFBC03-2B94-48C4-8559-8257E6D5FFDB}" srcOrd="8" destOrd="0" presId="urn:microsoft.com/office/officeart/2005/8/layout/bProcess3"/>
    <dgm:cxn modelId="{C4933B43-47D8-44DF-8BD5-5E40B7DEC5E4}" type="presParOf" srcId="{254D333D-BFA9-413B-844A-7207BAFA6907}" destId="{26F98612-9EF1-401B-82C3-383969962968}" srcOrd="9" destOrd="0" presId="urn:microsoft.com/office/officeart/2005/8/layout/bProcess3"/>
    <dgm:cxn modelId="{C139E13E-45E5-4BC5-99C2-7A851AF3FBAE}" type="presParOf" srcId="{26F98612-9EF1-401B-82C3-383969962968}" destId="{606FEA21-DD12-4B06-9903-40F5BB0B6206}" srcOrd="0" destOrd="0" presId="urn:microsoft.com/office/officeart/2005/8/layout/bProcess3"/>
    <dgm:cxn modelId="{BAC628AC-16AC-454C-92AC-040FA7AD796F}" type="presParOf" srcId="{254D333D-BFA9-413B-844A-7207BAFA6907}" destId="{F8F8E9D3-4413-40DF-9A3A-BE90C15DABD5}" srcOrd="10" destOrd="0" presId="urn:microsoft.com/office/officeart/2005/8/layout/bProcess3"/>
    <dgm:cxn modelId="{4E3441C0-34CE-4F31-9424-F53311E30B7E}" type="presParOf" srcId="{254D333D-BFA9-413B-844A-7207BAFA6907}" destId="{0D971338-3C59-44A9-AE76-E679C2A9F7AD}" srcOrd="11" destOrd="0" presId="urn:microsoft.com/office/officeart/2005/8/layout/bProcess3"/>
    <dgm:cxn modelId="{ED7849D3-DA74-49D7-9394-AD6351F01F1E}" type="presParOf" srcId="{0D971338-3C59-44A9-AE76-E679C2A9F7AD}" destId="{FB0BE6B9-F0F7-43CB-BDB3-347897F1261C}" srcOrd="0" destOrd="0" presId="urn:microsoft.com/office/officeart/2005/8/layout/bProcess3"/>
    <dgm:cxn modelId="{FA469E2C-0922-459D-B6EC-A7FAF6DDE49D}" type="presParOf" srcId="{254D333D-BFA9-413B-844A-7207BAFA6907}" destId="{8FC2C486-ECDB-4079-A2DF-45EE7CF9710C}" srcOrd="12" destOrd="0" presId="urn:microsoft.com/office/officeart/2005/8/layout/bProcess3"/>
    <dgm:cxn modelId="{E01C6A2F-DE73-4B69-929D-00A88494EECA}" type="presParOf" srcId="{254D333D-BFA9-413B-844A-7207BAFA6907}" destId="{18FC2617-C8A9-45BE-B894-670CCABF0876}" srcOrd="13" destOrd="0" presId="urn:microsoft.com/office/officeart/2005/8/layout/bProcess3"/>
    <dgm:cxn modelId="{960A75B1-2620-4C55-8564-163ED57311C9}" type="presParOf" srcId="{18FC2617-C8A9-45BE-B894-670CCABF0876}" destId="{E79A802B-EF1A-4965-821E-4E923610C034}" srcOrd="0" destOrd="0" presId="urn:microsoft.com/office/officeart/2005/8/layout/bProcess3"/>
    <dgm:cxn modelId="{8F3507B7-9B5A-4673-9111-D95CBFF433D9}" type="presParOf" srcId="{254D333D-BFA9-413B-844A-7207BAFA6907}" destId="{87E5A7E9-3967-4526-B41F-DFCF3AC54BE1}" srcOrd="14" destOrd="0" presId="urn:microsoft.com/office/officeart/2005/8/layout/bProcess3"/>
    <dgm:cxn modelId="{2502CEC5-BB99-46CC-ACEC-01DCD55270E2}" type="presParOf" srcId="{254D333D-BFA9-413B-844A-7207BAFA6907}" destId="{8C2C6A28-AB23-4FCF-AA0E-80D4A0826907}" srcOrd="15" destOrd="0" presId="urn:microsoft.com/office/officeart/2005/8/layout/bProcess3"/>
    <dgm:cxn modelId="{41EA349A-9212-4457-84E0-0D31B1A3883C}" type="presParOf" srcId="{8C2C6A28-AB23-4FCF-AA0E-80D4A0826907}" destId="{65E75D82-CD0E-43E0-8FFC-A0B2FE3DDD4F}" srcOrd="0" destOrd="0" presId="urn:microsoft.com/office/officeart/2005/8/layout/bProcess3"/>
    <dgm:cxn modelId="{A4AA8C22-9FB9-4E87-804B-76C59A061411}" type="presParOf" srcId="{254D333D-BFA9-413B-844A-7207BAFA6907}" destId="{20C12439-49AB-43FF-9464-CB5AEA238EE5}" srcOrd="16" destOrd="0" presId="urn:microsoft.com/office/officeart/2005/8/layout/bProcess3"/>
    <dgm:cxn modelId="{192F62E9-EA62-4EFA-892C-40807087E641}" type="presParOf" srcId="{254D333D-BFA9-413B-844A-7207BAFA6907}" destId="{DF9FAC5E-CF3F-4F9C-B0F3-76F397284474}" srcOrd="17" destOrd="0" presId="urn:microsoft.com/office/officeart/2005/8/layout/bProcess3"/>
    <dgm:cxn modelId="{9B1DC0B2-2316-4D91-B6A6-A85B30D769D5}" type="presParOf" srcId="{DF9FAC5E-CF3F-4F9C-B0F3-76F397284474}" destId="{8BBCD469-BFEE-4081-8ABD-5E4637E93CDC}" srcOrd="0" destOrd="0" presId="urn:microsoft.com/office/officeart/2005/8/layout/bProcess3"/>
    <dgm:cxn modelId="{499821CF-B1AC-45C1-92D6-306F01C52382}" type="presParOf" srcId="{254D333D-BFA9-413B-844A-7207BAFA6907}" destId="{9E3E8805-A3D1-481E-B723-E66484332AD8}" srcOrd="18" destOrd="0" presId="urn:microsoft.com/office/officeart/2005/8/layout/bProcess3"/>
    <dgm:cxn modelId="{D4F10960-2A3F-436D-B0BF-43234A0A6FBC}" type="presParOf" srcId="{254D333D-BFA9-413B-844A-7207BAFA6907}" destId="{E73BD43D-F082-45DE-9129-3A23FDFED754}" srcOrd="19" destOrd="0" presId="urn:microsoft.com/office/officeart/2005/8/layout/bProcess3"/>
    <dgm:cxn modelId="{5498D7DD-1286-4F0C-AE8F-5AF56A5F61FA}" type="presParOf" srcId="{E73BD43D-F082-45DE-9129-3A23FDFED754}" destId="{CF428714-DFF0-4C02-8109-0CB8EB1644BC}" srcOrd="0" destOrd="0" presId="urn:microsoft.com/office/officeart/2005/8/layout/bProcess3"/>
    <dgm:cxn modelId="{EDFD5A68-3146-4C17-89F2-1C261706F695}" type="presParOf" srcId="{254D333D-BFA9-413B-844A-7207BAFA6907}" destId="{F4389253-81F6-4219-BA68-48E8687A2EF9}" srcOrd="20" destOrd="0" presId="urn:microsoft.com/office/officeart/2005/8/layout/bProcess3"/>
    <dgm:cxn modelId="{0ADE7F4F-A0A5-4400-B51B-F9F10AD34523}" type="presParOf" srcId="{254D333D-BFA9-413B-844A-7207BAFA6907}" destId="{FDF80041-C740-472A-86A4-1920DE8104FA}" srcOrd="21" destOrd="0" presId="urn:microsoft.com/office/officeart/2005/8/layout/bProcess3"/>
    <dgm:cxn modelId="{9D9AEC5F-2879-4D94-BDA6-14639975CF96}" type="presParOf" srcId="{FDF80041-C740-472A-86A4-1920DE8104FA}" destId="{557E7C32-EC9B-4490-AE76-C1B4E7B1A8BE}" srcOrd="0" destOrd="0" presId="urn:microsoft.com/office/officeart/2005/8/layout/bProcess3"/>
    <dgm:cxn modelId="{4A219FBC-E718-492C-92EE-34D97031C3AA}" type="presParOf" srcId="{254D333D-BFA9-413B-844A-7207BAFA6907}" destId="{C232FAD6-BFDE-4308-A9DF-BFB76BB47557}" srcOrd="22" destOrd="0" presId="urn:microsoft.com/office/officeart/2005/8/layout/bProcess3"/>
    <dgm:cxn modelId="{E486DAC2-D137-4995-A293-5EC386BC4EB2}" type="presParOf" srcId="{254D333D-BFA9-413B-844A-7207BAFA6907}" destId="{DE97D769-CBD8-4629-BCF8-91B7262A40C1}" srcOrd="23" destOrd="0" presId="urn:microsoft.com/office/officeart/2005/8/layout/bProcess3"/>
    <dgm:cxn modelId="{272DD5AE-A5DB-4128-A784-F72AE205BDFF}" type="presParOf" srcId="{DE97D769-CBD8-4629-BCF8-91B7262A40C1}" destId="{AB4B871E-0407-4293-8422-66654F29D2C1}" srcOrd="0" destOrd="0" presId="urn:microsoft.com/office/officeart/2005/8/layout/bProcess3"/>
    <dgm:cxn modelId="{0D31D678-F048-454C-A55D-E22F018D2402}" type="presParOf" srcId="{254D333D-BFA9-413B-844A-7207BAFA6907}" destId="{17EE69E4-CDC5-4893-BAA8-4F50429BDB4B}" srcOrd="24" destOrd="0" presId="urn:microsoft.com/office/officeart/2005/8/layout/bProcess3"/>
    <dgm:cxn modelId="{2AB24B4E-E4F1-4727-B1BB-346DEA05C443}" type="presParOf" srcId="{254D333D-BFA9-413B-844A-7207BAFA6907}" destId="{365CFC43-839D-4279-8D82-A79867A563DF}" srcOrd="25" destOrd="0" presId="urn:microsoft.com/office/officeart/2005/8/layout/bProcess3"/>
    <dgm:cxn modelId="{7630A33A-7C2C-477A-B707-AE6ECA4892EE}" type="presParOf" srcId="{365CFC43-839D-4279-8D82-A79867A563DF}" destId="{E710FC45-4A06-41CA-8D33-A6721230B3A6}" srcOrd="0" destOrd="0" presId="urn:microsoft.com/office/officeart/2005/8/layout/bProcess3"/>
    <dgm:cxn modelId="{CDA1B6D5-5375-43ED-8188-B75F100748FE}" type="presParOf" srcId="{254D333D-BFA9-413B-844A-7207BAFA6907}" destId="{F3AD8411-F8DB-49A8-B202-CB35E01F2CF8}" srcOrd="26" destOrd="0" presId="urn:microsoft.com/office/officeart/2005/8/layout/bProcess3"/>
    <dgm:cxn modelId="{3E4F6EE2-6222-41C5-8C51-0D374E37FD77}" type="presParOf" srcId="{254D333D-BFA9-413B-844A-7207BAFA6907}" destId="{110DC7F3-11E9-4135-824A-B9DE2B774DFA}" srcOrd="27" destOrd="0" presId="urn:microsoft.com/office/officeart/2005/8/layout/bProcess3"/>
    <dgm:cxn modelId="{E0BE3375-0619-4096-8149-7F6805380E73}" type="presParOf" srcId="{110DC7F3-11E9-4135-824A-B9DE2B774DFA}" destId="{1E42CD1E-CFBD-4018-8179-7FAAAC72C4FF}" srcOrd="0" destOrd="0" presId="urn:microsoft.com/office/officeart/2005/8/layout/bProcess3"/>
    <dgm:cxn modelId="{849C1A7C-7110-4FED-8AE1-80B393809375}" type="presParOf" srcId="{254D333D-BFA9-413B-844A-7207BAFA6907}" destId="{96FA4B1A-38A5-46C7-BA1E-8CC1B8D1A3FC}" srcOrd="28" destOrd="0" presId="urn:microsoft.com/office/officeart/2005/8/layout/bProcess3"/>
    <dgm:cxn modelId="{E25500FB-2C47-4164-AB25-8AF122F8F2FD}" type="presParOf" srcId="{254D333D-BFA9-413B-844A-7207BAFA6907}" destId="{91D2B818-6EB4-4E0C-9FB4-458521F44326}" srcOrd="29" destOrd="0" presId="urn:microsoft.com/office/officeart/2005/8/layout/bProcess3"/>
    <dgm:cxn modelId="{980A0CBD-2C16-4485-81EA-48A60BB96A0C}" type="presParOf" srcId="{91D2B818-6EB4-4E0C-9FB4-458521F44326}" destId="{9127F664-29A0-4F35-99C2-349CBA015348}" srcOrd="0" destOrd="0" presId="urn:microsoft.com/office/officeart/2005/8/layout/bProcess3"/>
    <dgm:cxn modelId="{5050A06D-AE6B-4A51-B17F-B6C05312B7ED}" type="presParOf" srcId="{254D333D-BFA9-413B-844A-7207BAFA6907}" destId="{84A14CDE-BF8F-49EA-90A8-B4C3B39FD318}" srcOrd="30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A1B758F-669A-435E-9D64-F39636D1D855}" type="doc">
      <dgm:prSet loTypeId="urn:microsoft.com/office/officeart/2008/layout/AlternatingHexagons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B1370D7B-A5C3-4692-9390-31993F46F440}">
      <dgm:prSet phldrT="[Text]" custT="1"/>
      <dgm:spPr>
        <a:solidFill>
          <a:schemeClr val="accent3">
            <a:lumMod val="75000"/>
          </a:schemeClr>
        </a:solidFill>
      </dgm:spPr>
      <dgm:t>
        <a:bodyPr/>
        <a:lstStyle/>
        <a:p>
          <a:r>
            <a:rPr lang="en-US" sz="1100" dirty="0" smtClean="0"/>
            <a:t>MACHINE LEARNING</a:t>
          </a:r>
          <a:endParaRPr lang="ru-RU" sz="1100" dirty="0"/>
        </a:p>
      </dgm:t>
    </dgm:pt>
    <dgm:pt modelId="{AC7520C4-CF96-4614-8372-608E918FA3FD}" type="parTrans" cxnId="{A0D0010A-8D92-4930-B1BA-FB5773A04293}">
      <dgm:prSet/>
      <dgm:spPr/>
      <dgm:t>
        <a:bodyPr/>
        <a:lstStyle/>
        <a:p>
          <a:endParaRPr lang="ru-RU"/>
        </a:p>
      </dgm:t>
    </dgm:pt>
    <dgm:pt modelId="{76E1A7D7-67CA-4F60-B7F1-5A9E0B6917F0}" type="sibTrans" cxnId="{A0D0010A-8D92-4930-B1BA-FB5773A04293}">
      <dgm:prSet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en-US" dirty="0" smtClean="0"/>
            <a:t>DATA ENGINEERING</a:t>
          </a:r>
          <a:endParaRPr lang="ru-RU" dirty="0"/>
        </a:p>
      </dgm:t>
    </dgm:pt>
    <dgm:pt modelId="{70A81B6B-81BE-467E-9656-30BF054A1F8A}">
      <dgm:prSet phldrT="[Text]" custT="1"/>
      <dgm:spPr>
        <a:solidFill>
          <a:schemeClr val="accent4">
            <a:lumMod val="75000"/>
          </a:schemeClr>
        </a:solidFill>
      </dgm:spPr>
      <dgm:t>
        <a:bodyPr/>
        <a:lstStyle/>
        <a:p>
          <a:r>
            <a:rPr lang="en-US" sz="1100" dirty="0" smtClean="0"/>
            <a:t>DATA SCIENCE</a:t>
          </a:r>
          <a:endParaRPr lang="ru-RU" sz="1100" dirty="0"/>
        </a:p>
      </dgm:t>
    </dgm:pt>
    <dgm:pt modelId="{E12BB0C3-CE65-4514-93CA-E0D73D421F17}" type="parTrans" cxnId="{BE3C97A2-DF66-451C-9B0A-0CF5157A9762}">
      <dgm:prSet/>
      <dgm:spPr/>
      <dgm:t>
        <a:bodyPr/>
        <a:lstStyle/>
        <a:p>
          <a:endParaRPr lang="ru-RU"/>
        </a:p>
      </dgm:t>
    </dgm:pt>
    <dgm:pt modelId="{CC6C0A3D-F36F-4397-B633-1B3959D9F01F}" type="sibTrans" cxnId="{BE3C97A2-DF66-451C-9B0A-0CF5157A9762}">
      <dgm:prSet custT="1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en-US" sz="1100" dirty="0" smtClean="0"/>
            <a:t>DATA </a:t>
          </a:r>
          <a:r>
            <a:rPr lang="en-US" sz="1050" dirty="0" smtClean="0"/>
            <a:t>VISUALIZATION</a:t>
          </a:r>
          <a:endParaRPr lang="ru-RU" sz="1600" dirty="0"/>
        </a:p>
      </dgm:t>
    </dgm:pt>
    <dgm:pt modelId="{5A148F9E-E045-412A-9E3C-E08EBDE65D59}">
      <dgm:prSet phldrT="[Text]"/>
      <dgm:spPr/>
      <dgm:t>
        <a:bodyPr/>
        <a:lstStyle/>
        <a:p>
          <a:endParaRPr lang="ru-RU" dirty="0"/>
        </a:p>
      </dgm:t>
    </dgm:pt>
    <dgm:pt modelId="{21867DFF-54FE-4C87-AE70-AF418A8F5330}" type="parTrans" cxnId="{F785E012-2B77-41CF-AB48-7120BD43FD07}">
      <dgm:prSet/>
      <dgm:spPr/>
      <dgm:t>
        <a:bodyPr/>
        <a:lstStyle/>
        <a:p>
          <a:endParaRPr lang="ru-RU"/>
        </a:p>
      </dgm:t>
    </dgm:pt>
    <dgm:pt modelId="{868735BD-CBEF-407D-B79B-0FF7DB98CF97}" type="sibTrans" cxnId="{F785E012-2B77-41CF-AB48-7120BD43FD07}">
      <dgm:prSet/>
      <dgm:spPr/>
      <dgm:t>
        <a:bodyPr/>
        <a:lstStyle/>
        <a:p>
          <a:endParaRPr lang="ru-RU"/>
        </a:p>
      </dgm:t>
    </dgm:pt>
    <dgm:pt modelId="{27005A4B-8A30-4902-83D9-D15FB78841D8}">
      <dgm:prSet phldrT="[Text]" custT="1"/>
      <dgm:spPr>
        <a:solidFill>
          <a:schemeClr val="tx2">
            <a:lumMod val="75000"/>
          </a:schemeClr>
        </a:solidFill>
      </dgm:spPr>
      <dgm:t>
        <a:bodyPr/>
        <a:lstStyle/>
        <a:p>
          <a:r>
            <a:rPr lang="en-US" sz="1100" dirty="0" smtClean="0"/>
            <a:t>DATA </a:t>
          </a:r>
          <a:r>
            <a:rPr lang="en-US" sz="1100" dirty="0" smtClean="0"/>
            <a:t>ANALISYS/ MINING</a:t>
          </a:r>
          <a:endParaRPr lang="ru-RU" sz="1100" dirty="0"/>
        </a:p>
      </dgm:t>
    </dgm:pt>
    <dgm:pt modelId="{AF067A0B-9A07-467D-ACE1-3FE9E9424DD5}" type="parTrans" cxnId="{3FE5D6AB-2795-45A8-B282-4998FB5EBB48}">
      <dgm:prSet/>
      <dgm:spPr/>
      <dgm:t>
        <a:bodyPr/>
        <a:lstStyle/>
        <a:p>
          <a:endParaRPr lang="ru-RU"/>
        </a:p>
      </dgm:t>
    </dgm:pt>
    <dgm:pt modelId="{4DB2590C-1D60-458E-9AED-56EEE8201C94}" type="sibTrans" cxnId="{3FE5D6AB-2795-45A8-B282-4998FB5EBB48}">
      <dgm:prSet custT="1"/>
      <dgm:spPr>
        <a:solidFill>
          <a:schemeClr val="accent3">
            <a:lumMod val="75000"/>
          </a:schemeClr>
        </a:solidFill>
      </dgm:spPr>
      <dgm:t>
        <a:bodyPr/>
        <a:lstStyle/>
        <a:p>
          <a:r>
            <a:rPr lang="en-US" sz="1050" dirty="0" smtClean="0"/>
            <a:t>DATA MANAGEMENT</a:t>
          </a:r>
          <a:endParaRPr lang="ru-RU" sz="1050" dirty="0"/>
        </a:p>
      </dgm:t>
    </dgm:pt>
    <dgm:pt modelId="{4C330C26-1BED-4954-8739-E05696297100}" type="pres">
      <dgm:prSet presAssocID="{EA1B758F-669A-435E-9D64-F39636D1D855}" presName="Name0" presStyleCnt="0">
        <dgm:presLayoutVars>
          <dgm:chMax/>
          <dgm:chPref/>
          <dgm:dir/>
          <dgm:animLvl val="lvl"/>
        </dgm:presLayoutVars>
      </dgm:prSet>
      <dgm:spPr/>
      <dgm:t>
        <a:bodyPr/>
        <a:lstStyle/>
        <a:p>
          <a:endParaRPr lang="ru-RU"/>
        </a:p>
      </dgm:t>
    </dgm:pt>
    <dgm:pt modelId="{E5385E67-2963-462E-965A-F07E3B55F60B}" type="pres">
      <dgm:prSet presAssocID="{B1370D7B-A5C3-4692-9390-31993F46F440}" presName="composite" presStyleCnt="0"/>
      <dgm:spPr/>
    </dgm:pt>
    <dgm:pt modelId="{2D65CA76-B8DC-4847-AA52-B76EF162A016}" type="pres">
      <dgm:prSet presAssocID="{B1370D7B-A5C3-4692-9390-31993F46F440}" presName="Parent1" presStyleLbl="node1" presStyleIdx="0" presStyleCnt="6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69730B3-0CED-4341-B6EF-1D9CAED6971E}" type="pres">
      <dgm:prSet presAssocID="{B1370D7B-A5C3-4692-9390-31993F46F440}" presName="Childtext1" presStyleLbl="revTx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D486854-DF6E-4019-B3C7-2FBDB9D529DB}" type="pres">
      <dgm:prSet presAssocID="{B1370D7B-A5C3-4692-9390-31993F46F440}" presName="BalanceSpacing" presStyleCnt="0"/>
      <dgm:spPr/>
    </dgm:pt>
    <dgm:pt modelId="{936BFA73-4BD2-4551-8C47-5931BF681F6D}" type="pres">
      <dgm:prSet presAssocID="{B1370D7B-A5C3-4692-9390-31993F46F440}" presName="BalanceSpacing1" presStyleCnt="0"/>
      <dgm:spPr/>
    </dgm:pt>
    <dgm:pt modelId="{0C5F4774-3A9E-4F45-97E6-0C249BD314B4}" type="pres">
      <dgm:prSet presAssocID="{76E1A7D7-67CA-4F60-B7F1-5A9E0B6917F0}" presName="Accent1Text" presStyleLbl="node1" presStyleIdx="1" presStyleCnt="6"/>
      <dgm:spPr/>
      <dgm:t>
        <a:bodyPr/>
        <a:lstStyle/>
        <a:p>
          <a:endParaRPr lang="ru-RU"/>
        </a:p>
      </dgm:t>
    </dgm:pt>
    <dgm:pt modelId="{F72579E9-BE00-4269-A594-9EF65EA5B49C}" type="pres">
      <dgm:prSet presAssocID="{76E1A7D7-67CA-4F60-B7F1-5A9E0B6917F0}" presName="spaceBetweenRectangles" presStyleCnt="0"/>
      <dgm:spPr/>
    </dgm:pt>
    <dgm:pt modelId="{9283E2D9-0014-4739-9300-CEBE1590E38E}" type="pres">
      <dgm:prSet presAssocID="{70A81B6B-81BE-467E-9656-30BF054A1F8A}" presName="composite" presStyleCnt="0"/>
      <dgm:spPr/>
    </dgm:pt>
    <dgm:pt modelId="{84441232-B942-4CA6-94C7-B2D892A8AA85}" type="pres">
      <dgm:prSet presAssocID="{70A81B6B-81BE-467E-9656-30BF054A1F8A}" presName="Parent1" presStyleLbl="node1" presStyleIdx="2" presStyleCnt="6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3D46427-02AA-4110-971E-B9AB4E96E591}" type="pres">
      <dgm:prSet presAssocID="{70A81B6B-81BE-467E-9656-30BF054A1F8A}" presName="Childtext1" presStyleLbl="revTx" presStyleIdx="1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2996A56-77A5-4A69-BB9E-45F8DE56B6C7}" type="pres">
      <dgm:prSet presAssocID="{70A81B6B-81BE-467E-9656-30BF054A1F8A}" presName="BalanceSpacing" presStyleCnt="0"/>
      <dgm:spPr/>
    </dgm:pt>
    <dgm:pt modelId="{8AFC0486-0025-4B34-B53E-D8BD78F93BC9}" type="pres">
      <dgm:prSet presAssocID="{70A81B6B-81BE-467E-9656-30BF054A1F8A}" presName="BalanceSpacing1" presStyleCnt="0"/>
      <dgm:spPr/>
    </dgm:pt>
    <dgm:pt modelId="{6094A80A-FC80-4839-8B8B-CCD355F9B434}" type="pres">
      <dgm:prSet presAssocID="{CC6C0A3D-F36F-4397-B633-1B3959D9F01F}" presName="Accent1Text" presStyleLbl="node1" presStyleIdx="3" presStyleCnt="6"/>
      <dgm:spPr/>
      <dgm:t>
        <a:bodyPr/>
        <a:lstStyle/>
        <a:p>
          <a:endParaRPr lang="ru-RU"/>
        </a:p>
      </dgm:t>
    </dgm:pt>
    <dgm:pt modelId="{90C8B58B-E982-40A5-9F61-A05E3BA10E26}" type="pres">
      <dgm:prSet presAssocID="{CC6C0A3D-F36F-4397-B633-1B3959D9F01F}" presName="spaceBetweenRectangles" presStyleCnt="0"/>
      <dgm:spPr/>
    </dgm:pt>
    <dgm:pt modelId="{9B5471B5-4F0F-42BD-8F47-6BA7A45AD1DD}" type="pres">
      <dgm:prSet presAssocID="{27005A4B-8A30-4902-83D9-D15FB78841D8}" presName="composite" presStyleCnt="0"/>
      <dgm:spPr/>
    </dgm:pt>
    <dgm:pt modelId="{05A57A51-E8F9-4E2E-83E2-9038AF3A496B}" type="pres">
      <dgm:prSet presAssocID="{27005A4B-8A30-4902-83D9-D15FB78841D8}" presName="Parent1" presStyleLbl="node1" presStyleIdx="4" presStyleCnt="6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5075BC5-DB29-4798-A37A-7F04D77C8E67}" type="pres">
      <dgm:prSet presAssocID="{27005A4B-8A30-4902-83D9-D15FB78841D8}" presName="Childtext1" presStyleLbl="revTx" presStyleIdx="2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7109DE8-1F05-42CB-8862-560DE30213C3}" type="pres">
      <dgm:prSet presAssocID="{27005A4B-8A30-4902-83D9-D15FB78841D8}" presName="BalanceSpacing" presStyleCnt="0"/>
      <dgm:spPr/>
    </dgm:pt>
    <dgm:pt modelId="{D642561E-6157-45D0-B79A-E67056E34913}" type="pres">
      <dgm:prSet presAssocID="{27005A4B-8A30-4902-83D9-D15FB78841D8}" presName="BalanceSpacing1" presStyleCnt="0"/>
      <dgm:spPr/>
    </dgm:pt>
    <dgm:pt modelId="{5ED6621A-8420-43EE-8E3E-697E9DC04AA0}" type="pres">
      <dgm:prSet presAssocID="{4DB2590C-1D60-458E-9AED-56EEE8201C94}" presName="Accent1Text" presStyleLbl="node1" presStyleIdx="5" presStyleCnt="6"/>
      <dgm:spPr/>
      <dgm:t>
        <a:bodyPr/>
        <a:lstStyle/>
        <a:p>
          <a:endParaRPr lang="ru-RU"/>
        </a:p>
      </dgm:t>
    </dgm:pt>
  </dgm:ptLst>
  <dgm:cxnLst>
    <dgm:cxn modelId="{3C0AA93A-17A1-4289-BCB3-70E008E6BF88}" type="presOf" srcId="{76E1A7D7-67CA-4F60-B7F1-5A9E0B6917F0}" destId="{0C5F4774-3A9E-4F45-97E6-0C249BD314B4}" srcOrd="0" destOrd="0" presId="urn:microsoft.com/office/officeart/2008/layout/AlternatingHexagons"/>
    <dgm:cxn modelId="{0EAD3308-01F0-4946-B21D-87E7DD493042}" type="presOf" srcId="{EA1B758F-669A-435E-9D64-F39636D1D855}" destId="{4C330C26-1BED-4954-8739-E05696297100}" srcOrd="0" destOrd="0" presId="urn:microsoft.com/office/officeart/2008/layout/AlternatingHexagons"/>
    <dgm:cxn modelId="{F785E012-2B77-41CF-AB48-7120BD43FD07}" srcId="{70A81B6B-81BE-467E-9656-30BF054A1F8A}" destId="{5A148F9E-E045-412A-9E3C-E08EBDE65D59}" srcOrd="0" destOrd="0" parTransId="{21867DFF-54FE-4C87-AE70-AF418A8F5330}" sibTransId="{868735BD-CBEF-407D-B79B-0FF7DB98CF97}"/>
    <dgm:cxn modelId="{9E22770B-A358-48B0-93C5-208B258DE572}" type="presOf" srcId="{B1370D7B-A5C3-4692-9390-31993F46F440}" destId="{2D65CA76-B8DC-4847-AA52-B76EF162A016}" srcOrd="0" destOrd="0" presId="urn:microsoft.com/office/officeart/2008/layout/AlternatingHexagons"/>
    <dgm:cxn modelId="{33095505-F00F-48BE-A144-466364C7FAEE}" type="presOf" srcId="{4DB2590C-1D60-458E-9AED-56EEE8201C94}" destId="{5ED6621A-8420-43EE-8E3E-697E9DC04AA0}" srcOrd="0" destOrd="0" presId="urn:microsoft.com/office/officeart/2008/layout/AlternatingHexagons"/>
    <dgm:cxn modelId="{623DCB44-110A-47E8-8948-915791B9D72F}" type="presOf" srcId="{70A81B6B-81BE-467E-9656-30BF054A1F8A}" destId="{84441232-B942-4CA6-94C7-B2D892A8AA85}" srcOrd="0" destOrd="0" presId="urn:microsoft.com/office/officeart/2008/layout/AlternatingHexagons"/>
    <dgm:cxn modelId="{81AA1373-7DA2-4EC7-B68A-3EC7B0DAE855}" type="presOf" srcId="{27005A4B-8A30-4902-83D9-D15FB78841D8}" destId="{05A57A51-E8F9-4E2E-83E2-9038AF3A496B}" srcOrd="0" destOrd="0" presId="urn:microsoft.com/office/officeart/2008/layout/AlternatingHexagons"/>
    <dgm:cxn modelId="{3FE5D6AB-2795-45A8-B282-4998FB5EBB48}" srcId="{EA1B758F-669A-435E-9D64-F39636D1D855}" destId="{27005A4B-8A30-4902-83D9-D15FB78841D8}" srcOrd="2" destOrd="0" parTransId="{AF067A0B-9A07-467D-ACE1-3FE9E9424DD5}" sibTransId="{4DB2590C-1D60-458E-9AED-56EEE8201C94}"/>
    <dgm:cxn modelId="{A0D0010A-8D92-4930-B1BA-FB5773A04293}" srcId="{EA1B758F-669A-435E-9D64-F39636D1D855}" destId="{B1370D7B-A5C3-4692-9390-31993F46F440}" srcOrd="0" destOrd="0" parTransId="{AC7520C4-CF96-4614-8372-608E918FA3FD}" sibTransId="{76E1A7D7-67CA-4F60-B7F1-5A9E0B6917F0}"/>
    <dgm:cxn modelId="{57C5EC9F-8AC3-4D2F-BC63-D474AEE2EA99}" type="presOf" srcId="{CC6C0A3D-F36F-4397-B633-1B3959D9F01F}" destId="{6094A80A-FC80-4839-8B8B-CCD355F9B434}" srcOrd="0" destOrd="0" presId="urn:microsoft.com/office/officeart/2008/layout/AlternatingHexagons"/>
    <dgm:cxn modelId="{A3DEFCB8-5156-4ABF-AB80-10DEA978AA7D}" type="presOf" srcId="{5A148F9E-E045-412A-9E3C-E08EBDE65D59}" destId="{43D46427-02AA-4110-971E-B9AB4E96E591}" srcOrd="0" destOrd="0" presId="urn:microsoft.com/office/officeart/2008/layout/AlternatingHexagons"/>
    <dgm:cxn modelId="{BE3C97A2-DF66-451C-9B0A-0CF5157A9762}" srcId="{EA1B758F-669A-435E-9D64-F39636D1D855}" destId="{70A81B6B-81BE-467E-9656-30BF054A1F8A}" srcOrd="1" destOrd="0" parTransId="{E12BB0C3-CE65-4514-93CA-E0D73D421F17}" sibTransId="{CC6C0A3D-F36F-4397-B633-1B3959D9F01F}"/>
    <dgm:cxn modelId="{728FAB04-ECA5-4FF0-A5C4-E774CA5B88F0}" type="presParOf" srcId="{4C330C26-1BED-4954-8739-E05696297100}" destId="{E5385E67-2963-462E-965A-F07E3B55F60B}" srcOrd="0" destOrd="0" presId="urn:microsoft.com/office/officeart/2008/layout/AlternatingHexagons"/>
    <dgm:cxn modelId="{37F32F47-2204-44A3-9CF1-574095652ACE}" type="presParOf" srcId="{E5385E67-2963-462E-965A-F07E3B55F60B}" destId="{2D65CA76-B8DC-4847-AA52-B76EF162A016}" srcOrd="0" destOrd="0" presId="urn:microsoft.com/office/officeart/2008/layout/AlternatingHexagons"/>
    <dgm:cxn modelId="{0476C438-ECCE-4ABB-9171-60427E02DA4B}" type="presParOf" srcId="{E5385E67-2963-462E-965A-F07E3B55F60B}" destId="{F69730B3-0CED-4341-B6EF-1D9CAED6971E}" srcOrd="1" destOrd="0" presId="urn:microsoft.com/office/officeart/2008/layout/AlternatingHexagons"/>
    <dgm:cxn modelId="{DAAF6DA9-8CCB-4F2B-BF6D-993C1274D3B8}" type="presParOf" srcId="{E5385E67-2963-462E-965A-F07E3B55F60B}" destId="{7D486854-DF6E-4019-B3C7-2FBDB9D529DB}" srcOrd="2" destOrd="0" presId="urn:microsoft.com/office/officeart/2008/layout/AlternatingHexagons"/>
    <dgm:cxn modelId="{749D9F6B-3F12-470E-8953-AD5993790C41}" type="presParOf" srcId="{E5385E67-2963-462E-965A-F07E3B55F60B}" destId="{936BFA73-4BD2-4551-8C47-5931BF681F6D}" srcOrd="3" destOrd="0" presId="urn:microsoft.com/office/officeart/2008/layout/AlternatingHexagons"/>
    <dgm:cxn modelId="{8708053D-64C5-4E53-8C3A-81368F7A12B5}" type="presParOf" srcId="{E5385E67-2963-462E-965A-F07E3B55F60B}" destId="{0C5F4774-3A9E-4F45-97E6-0C249BD314B4}" srcOrd="4" destOrd="0" presId="urn:microsoft.com/office/officeart/2008/layout/AlternatingHexagons"/>
    <dgm:cxn modelId="{CD8E261B-20E9-46AF-BCF4-52822E0CB889}" type="presParOf" srcId="{4C330C26-1BED-4954-8739-E05696297100}" destId="{F72579E9-BE00-4269-A594-9EF65EA5B49C}" srcOrd="1" destOrd="0" presId="urn:microsoft.com/office/officeart/2008/layout/AlternatingHexagons"/>
    <dgm:cxn modelId="{95534F76-C5D4-42FF-94E5-9A194CD8DA75}" type="presParOf" srcId="{4C330C26-1BED-4954-8739-E05696297100}" destId="{9283E2D9-0014-4739-9300-CEBE1590E38E}" srcOrd="2" destOrd="0" presId="urn:microsoft.com/office/officeart/2008/layout/AlternatingHexagons"/>
    <dgm:cxn modelId="{2BE72DFF-9D5E-48E5-979C-19CEDC0F3BB0}" type="presParOf" srcId="{9283E2D9-0014-4739-9300-CEBE1590E38E}" destId="{84441232-B942-4CA6-94C7-B2D892A8AA85}" srcOrd="0" destOrd="0" presId="urn:microsoft.com/office/officeart/2008/layout/AlternatingHexagons"/>
    <dgm:cxn modelId="{B513188E-EA96-4DEE-B737-05E79120C099}" type="presParOf" srcId="{9283E2D9-0014-4739-9300-CEBE1590E38E}" destId="{43D46427-02AA-4110-971E-B9AB4E96E591}" srcOrd="1" destOrd="0" presId="urn:microsoft.com/office/officeart/2008/layout/AlternatingHexagons"/>
    <dgm:cxn modelId="{4BF10E50-2FAF-4BB6-8D0B-D5F2FF5AD46C}" type="presParOf" srcId="{9283E2D9-0014-4739-9300-CEBE1590E38E}" destId="{72996A56-77A5-4A69-BB9E-45F8DE56B6C7}" srcOrd="2" destOrd="0" presId="urn:microsoft.com/office/officeart/2008/layout/AlternatingHexagons"/>
    <dgm:cxn modelId="{1BA69D76-F435-4EA6-B591-21E71A15C3EC}" type="presParOf" srcId="{9283E2D9-0014-4739-9300-CEBE1590E38E}" destId="{8AFC0486-0025-4B34-B53E-D8BD78F93BC9}" srcOrd="3" destOrd="0" presId="urn:microsoft.com/office/officeart/2008/layout/AlternatingHexagons"/>
    <dgm:cxn modelId="{2878CED4-9993-4610-8ADF-429391EB7D6A}" type="presParOf" srcId="{9283E2D9-0014-4739-9300-CEBE1590E38E}" destId="{6094A80A-FC80-4839-8B8B-CCD355F9B434}" srcOrd="4" destOrd="0" presId="urn:microsoft.com/office/officeart/2008/layout/AlternatingHexagons"/>
    <dgm:cxn modelId="{7785A45A-0298-4B8A-BBB4-827E976EEA41}" type="presParOf" srcId="{4C330C26-1BED-4954-8739-E05696297100}" destId="{90C8B58B-E982-40A5-9F61-A05E3BA10E26}" srcOrd="3" destOrd="0" presId="urn:microsoft.com/office/officeart/2008/layout/AlternatingHexagons"/>
    <dgm:cxn modelId="{AB32F567-4AD8-43C6-B350-ABA8F9E4D9BF}" type="presParOf" srcId="{4C330C26-1BED-4954-8739-E05696297100}" destId="{9B5471B5-4F0F-42BD-8F47-6BA7A45AD1DD}" srcOrd="4" destOrd="0" presId="urn:microsoft.com/office/officeart/2008/layout/AlternatingHexagons"/>
    <dgm:cxn modelId="{8C1712B6-7A5C-451E-9D7C-91802ECD5956}" type="presParOf" srcId="{9B5471B5-4F0F-42BD-8F47-6BA7A45AD1DD}" destId="{05A57A51-E8F9-4E2E-83E2-9038AF3A496B}" srcOrd="0" destOrd="0" presId="urn:microsoft.com/office/officeart/2008/layout/AlternatingHexagons"/>
    <dgm:cxn modelId="{402310BE-46FE-4CCC-972A-A10425EF7618}" type="presParOf" srcId="{9B5471B5-4F0F-42BD-8F47-6BA7A45AD1DD}" destId="{05075BC5-DB29-4798-A37A-7F04D77C8E67}" srcOrd="1" destOrd="0" presId="urn:microsoft.com/office/officeart/2008/layout/AlternatingHexagons"/>
    <dgm:cxn modelId="{51D54CE1-1682-44AC-B4F4-8003A5B43968}" type="presParOf" srcId="{9B5471B5-4F0F-42BD-8F47-6BA7A45AD1DD}" destId="{57109DE8-1F05-42CB-8862-560DE30213C3}" srcOrd="2" destOrd="0" presId="urn:microsoft.com/office/officeart/2008/layout/AlternatingHexagons"/>
    <dgm:cxn modelId="{3913E137-7B00-446B-952F-BA89FAB7F52D}" type="presParOf" srcId="{9B5471B5-4F0F-42BD-8F47-6BA7A45AD1DD}" destId="{D642561E-6157-45D0-B79A-E67056E34913}" srcOrd="3" destOrd="0" presId="urn:microsoft.com/office/officeart/2008/layout/AlternatingHexagons"/>
    <dgm:cxn modelId="{3ACFDB9A-8838-42C4-A607-13A7BEFCD315}" type="presParOf" srcId="{9B5471B5-4F0F-42BD-8F47-6BA7A45AD1DD}" destId="{5ED6621A-8420-43EE-8E3E-697E9DC04AA0}" srcOrd="4" destOrd="0" presId="urn:microsoft.com/office/officeart/2008/layout/AlternatingHexagon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BFF4C8-86A4-4DA9-9E01-9208C57AF191}">
      <dsp:nvSpPr>
        <dsp:cNvPr id="0" name=""/>
        <dsp:cNvSpPr/>
      </dsp:nvSpPr>
      <dsp:spPr>
        <a:xfrm>
          <a:off x="1314499" y="1026349"/>
          <a:ext cx="2718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71866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500" kern="1200"/>
        </a:p>
      </dsp:txBody>
      <dsp:txXfrm>
        <a:off x="1442870" y="1070557"/>
        <a:ext cx="15123" cy="3024"/>
      </dsp:txXfrm>
    </dsp:sp>
    <dsp:sp modelId="{7BA7E9FD-61A5-49FB-920F-8E9437E9819F}">
      <dsp:nvSpPr>
        <dsp:cNvPr id="0" name=""/>
        <dsp:cNvSpPr/>
      </dsp:nvSpPr>
      <dsp:spPr>
        <a:xfrm>
          <a:off x="1227" y="677548"/>
          <a:ext cx="1315071" cy="789042"/>
        </a:xfrm>
        <a:prstGeom prst="rect">
          <a:avLst/>
        </a:prstGeom>
        <a:solidFill>
          <a:schemeClr val="accent3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FIRST </a:t>
          </a:r>
          <a:r>
            <a:rPr lang="en-US" sz="1100" kern="1200" dirty="0" smtClean="0"/>
            <a:t>PROGRAM (14 </a:t>
          </a:r>
          <a:r>
            <a:rPr lang="en-US" sz="1100" kern="1200" dirty="0" err="1" smtClean="0"/>
            <a:t>y.o</a:t>
          </a:r>
          <a:r>
            <a:rPr lang="en-US" sz="1100" kern="1200" dirty="0" smtClean="0"/>
            <a:t>.) </a:t>
          </a:r>
          <a:endParaRPr lang="en-US" sz="1100" kern="1200" dirty="0" smtClean="0"/>
        </a:p>
      </dsp:txBody>
      <dsp:txXfrm>
        <a:off x="1227" y="677548"/>
        <a:ext cx="1315071" cy="789042"/>
      </dsp:txXfrm>
    </dsp:sp>
    <dsp:sp modelId="{EE25DCA9-08A3-4818-92B9-D3E00AD5D900}">
      <dsp:nvSpPr>
        <dsp:cNvPr id="0" name=""/>
        <dsp:cNvSpPr/>
      </dsp:nvSpPr>
      <dsp:spPr>
        <a:xfrm>
          <a:off x="2932036" y="1026349"/>
          <a:ext cx="2718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71866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500" kern="1200"/>
        </a:p>
      </dsp:txBody>
      <dsp:txXfrm>
        <a:off x="3060408" y="1070557"/>
        <a:ext cx="15123" cy="3024"/>
      </dsp:txXfrm>
    </dsp:sp>
    <dsp:sp modelId="{FA046F1B-F97B-407B-9716-E6267A55D1E4}">
      <dsp:nvSpPr>
        <dsp:cNvPr id="0" name=""/>
        <dsp:cNvSpPr/>
      </dsp:nvSpPr>
      <dsp:spPr>
        <a:xfrm>
          <a:off x="1618765" y="677548"/>
          <a:ext cx="1315071" cy="789042"/>
        </a:xfrm>
        <a:prstGeom prst="rect">
          <a:avLst/>
        </a:prstGeom>
        <a:solidFill>
          <a:schemeClr val="accent4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FIZ-MAT LICEUM</a:t>
          </a:r>
          <a:endParaRPr lang="ru-RU" sz="1100" kern="1200" dirty="0"/>
        </a:p>
      </dsp:txBody>
      <dsp:txXfrm>
        <a:off x="1618765" y="677548"/>
        <a:ext cx="1315071" cy="789042"/>
      </dsp:txXfrm>
    </dsp:sp>
    <dsp:sp modelId="{443C3068-2377-4DFC-AD13-8F5D6C9589AA}">
      <dsp:nvSpPr>
        <dsp:cNvPr id="0" name=""/>
        <dsp:cNvSpPr/>
      </dsp:nvSpPr>
      <dsp:spPr>
        <a:xfrm>
          <a:off x="4549574" y="1026349"/>
          <a:ext cx="2718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71866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500" kern="1200"/>
        </a:p>
      </dsp:txBody>
      <dsp:txXfrm>
        <a:off x="4677946" y="1070557"/>
        <a:ext cx="15123" cy="3024"/>
      </dsp:txXfrm>
    </dsp:sp>
    <dsp:sp modelId="{823C52A2-A733-45A8-9DFF-A7DB5AB63978}">
      <dsp:nvSpPr>
        <dsp:cNvPr id="0" name=""/>
        <dsp:cNvSpPr/>
      </dsp:nvSpPr>
      <dsp:spPr>
        <a:xfrm>
          <a:off x="3236303" y="677548"/>
          <a:ext cx="1315071" cy="789042"/>
        </a:xfrm>
        <a:prstGeom prst="rect">
          <a:avLst/>
        </a:prstGeom>
        <a:solidFill>
          <a:schemeClr val="accent2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SSTU</a:t>
          </a:r>
          <a:endParaRPr lang="ru-RU" sz="1100" kern="1200" dirty="0"/>
        </a:p>
      </dsp:txBody>
      <dsp:txXfrm>
        <a:off x="3236303" y="677548"/>
        <a:ext cx="1315071" cy="789042"/>
      </dsp:txXfrm>
    </dsp:sp>
    <dsp:sp modelId="{EBDDD89D-BD6E-4B54-979E-84D295E5FDCF}">
      <dsp:nvSpPr>
        <dsp:cNvPr id="0" name=""/>
        <dsp:cNvSpPr/>
      </dsp:nvSpPr>
      <dsp:spPr>
        <a:xfrm>
          <a:off x="658763" y="1464791"/>
          <a:ext cx="4852613" cy="271866"/>
        </a:xfrm>
        <a:custGeom>
          <a:avLst/>
          <a:gdLst/>
          <a:ahLst/>
          <a:cxnLst/>
          <a:rect l="0" t="0" r="0" b="0"/>
          <a:pathLst>
            <a:path>
              <a:moveTo>
                <a:pt x="4852613" y="0"/>
              </a:moveTo>
              <a:lnTo>
                <a:pt x="4852613" y="153033"/>
              </a:lnTo>
              <a:lnTo>
                <a:pt x="0" y="153033"/>
              </a:lnTo>
              <a:lnTo>
                <a:pt x="0" y="271866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500" kern="1200"/>
        </a:p>
      </dsp:txBody>
      <dsp:txXfrm>
        <a:off x="2963519" y="1599211"/>
        <a:ext cx="243101" cy="3024"/>
      </dsp:txXfrm>
    </dsp:sp>
    <dsp:sp modelId="{A45147E8-6DA0-4AA3-8C17-204816CDA44B}">
      <dsp:nvSpPr>
        <dsp:cNvPr id="0" name=""/>
        <dsp:cNvSpPr/>
      </dsp:nvSpPr>
      <dsp:spPr>
        <a:xfrm>
          <a:off x="4853840" y="677548"/>
          <a:ext cx="1315071" cy="789042"/>
        </a:xfrm>
        <a:prstGeom prst="rect">
          <a:avLst/>
        </a:prstGeom>
        <a:solidFill>
          <a:schemeClr val="accent3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DESIGN &amp; UX</a:t>
          </a:r>
          <a:endParaRPr lang="ru-RU" sz="1100" kern="1200" dirty="0"/>
        </a:p>
      </dsp:txBody>
      <dsp:txXfrm>
        <a:off x="4853840" y="677548"/>
        <a:ext cx="1315071" cy="789042"/>
      </dsp:txXfrm>
    </dsp:sp>
    <dsp:sp modelId="{26F98612-9EF1-401B-82C3-383969962968}">
      <dsp:nvSpPr>
        <dsp:cNvPr id="0" name=""/>
        <dsp:cNvSpPr/>
      </dsp:nvSpPr>
      <dsp:spPr>
        <a:xfrm>
          <a:off x="1314499" y="2117858"/>
          <a:ext cx="2718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71866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500" kern="1200"/>
        </a:p>
      </dsp:txBody>
      <dsp:txXfrm>
        <a:off x="1442870" y="2162066"/>
        <a:ext cx="15123" cy="3024"/>
      </dsp:txXfrm>
    </dsp:sp>
    <dsp:sp modelId="{11EFBC03-2B94-48C4-8559-8257E6D5FFDB}">
      <dsp:nvSpPr>
        <dsp:cNvPr id="0" name=""/>
        <dsp:cNvSpPr/>
      </dsp:nvSpPr>
      <dsp:spPr>
        <a:xfrm>
          <a:off x="1227" y="1769057"/>
          <a:ext cx="1315071" cy="789042"/>
        </a:xfrm>
        <a:prstGeom prst="rect">
          <a:avLst/>
        </a:prstGeom>
        <a:solidFill>
          <a:schemeClr val="accent4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DBA </a:t>
          </a:r>
          <a:r>
            <a:rPr lang="en-US" sz="1100" kern="1200" dirty="0" smtClean="0"/>
            <a:t>ENGINEER</a:t>
          </a:r>
          <a:endParaRPr lang="ru-RU" sz="1100" kern="1200" dirty="0"/>
        </a:p>
      </dsp:txBody>
      <dsp:txXfrm>
        <a:off x="1227" y="1769057"/>
        <a:ext cx="1315071" cy="789042"/>
      </dsp:txXfrm>
    </dsp:sp>
    <dsp:sp modelId="{0D971338-3C59-44A9-AE76-E679C2A9F7AD}">
      <dsp:nvSpPr>
        <dsp:cNvPr id="0" name=""/>
        <dsp:cNvSpPr/>
      </dsp:nvSpPr>
      <dsp:spPr>
        <a:xfrm>
          <a:off x="2932036" y="2117858"/>
          <a:ext cx="2718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71866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500" kern="1200"/>
        </a:p>
      </dsp:txBody>
      <dsp:txXfrm>
        <a:off x="3060408" y="2162066"/>
        <a:ext cx="15123" cy="3024"/>
      </dsp:txXfrm>
    </dsp:sp>
    <dsp:sp modelId="{F8F8E9D3-4413-40DF-9A3A-BE90C15DABD5}">
      <dsp:nvSpPr>
        <dsp:cNvPr id="0" name=""/>
        <dsp:cNvSpPr/>
      </dsp:nvSpPr>
      <dsp:spPr>
        <a:xfrm>
          <a:off x="1618765" y="1769057"/>
          <a:ext cx="1315071" cy="789042"/>
        </a:xfrm>
        <a:prstGeom prst="rect">
          <a:avLst/>
        </a:prstGeom>
        <a:solidFill>
          <a:schemeClr val="accent2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ETL-DEVELOPER</a:t>
          </a:r>
          <a:endParaRPr lang="ru-RU" sz="1100" kern="1200" dirty="0"/>
        </a:p>
      </dsp:txBody>
      <dsp:txXfrm>
        <a:off x="1618765" y="1769057"/>
        <a:ext cx="1315071" cy="789042"/>
      </dsp:txXfrm>
    </dsp:sp>
    <dsp:sp modelId="{18FC2617-C8A9-45BE-B894-670CCABF0876}">
      <dsp:nvSpPr>
        <dsp:cNvPr id="0" name=""/>
        <dsp:cNvSpPr/>
      </dsp:nvSpPr>
      <dsp:spPr>
        <a:xfrm>
          <a:off x="4549574" y="2117858"/>
          <a:ext cx="2718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71866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500" kern="1200"/>
        </a:p>
      </dsp:txBody>
      <dsp:txXfrm>
        <a:off x="4677946" y="2162066"/>
        <a:ext cx="15123" cy="3024"/>
      </dsp:txXfrm>
    </dsp:sp>
    <dsp:sp modelId="{8FC2C486-ECDB-4079-A2DF-45EE7CF9710C}">
      <dsp:nvSpPr>
        <dsp:cNvPr id="0" name=""/>
        <dsp:cNvSpPr/>
      </dsp:nvSpPr>
      <dsp:spPr>
        <a:xfrm>
          <a:off x="3236303" y="1769057"/>
          <a:ext cx="1315071" cy="789042"/>
        </a:xfrm>
        <a:prstGeom prst="rect">
          <a:avLst/>
        </a:prstGeom>
        <a:solidFill>
          <a:schemeClr val="accent3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ORACLE CERT </a:t>
          </a:r>
          <a:endParaRPr lang="ru-RU" sz="1100" kern="1200" dirty="0"/>
        </a:p>
      </dsp:txBody>
      <dsp:txXfrm>
        <a:off x="3236303" y="1769057"/>
        <a:ext cx="1315071" cy="789042"/>
      </dsp:txXfrm>
    </dsp:sp>
    <dsp:sp modelId="{8C2C6A28-AB23-4FCF-AA0E-80D4A0826907}">
      <dsp:nvSpPr>
        <dsp:cNvPr id="0" name=""/>
        <dsp:cNvSpPr/>
      </dsp:nvSpPr>
      <dsp:spPr>
        <a:xfrm>
          <a:off x="658763" y="2556300"/>
          <a:ext cx="4852613" cy="271866"/>
        </a:xfrm>
        <a:custGeom>
          <a:avLst/>
          <a:gdLst/>
          <a:ahLst/>
          <a:cxnLst/>
          <a:rect l="0" t="0" r="0" b="0"/>
          <a:pathLst>
            <a:path>
              <a:moveTo>
                <a:pt x="4852613" y="0"/>
              </a:moveTo>
              <a:lnTo>
                <a:pt x="4852613" y="153033"/>
              </a:lnTo>
              <a:lnTo>
                <a:pt x="0" y="153033"/>
              </a:lnTo>
              <a:lnTo>
                <a:pt x="0" y="271866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500" kern="1200"/>
        </a:p>
      </dsp:txBody>
      <dsp:txXfrm>
        <a:off x="2963519" y="2690721"/>
        <a:ext cx="243101" cy="3024"/>
      </dsp:txXfrm>
    </dsp:sp>
    <dsp:sp modelId="{87E5A7E9-3967-4526-B41F-DFCF3AC54BE1}">
      <dsp:nvSpPr>
        <dsp:cNvPr id="0" name=""/>
        <dsp:cNvSpPr/>
      </dsp:nvSpPr>
      <dsp:spPr>
        <a:xfrm>
          <a:off x="4853840" y="1769057"/>
          <a:ext cx="1315071" cy="789042"/>
        </a:xfrm>
        <a:prstGeom prst="rect">
          <a:avLst/>
        </a:prstGeom>
        <a:solidFill>
          <a:schemeClr val="accent3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100" kern="1200" dirty="0" smtClean="0"/>
        </a:p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100" kern="1200" dirty="0" smtClean="0"/>
        </a:p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SOLDIER</a:t>
          </a:r>
          <a:endParaRPr lang="ru-RU" sz="1100" kern="1200" dirty="0"/>
        </a:p>
      </dsp:txBody>
      <dsp:txXfrm>
        <a:off x="4853840" y="1769057"/>
        <a:ext cx="1315071" cy="789042"/>
      </dsp:txXfrm>
    </dsp:sp>
    <dsp:sp modelId="{DF9FAC5E-CF3F-4F9C-B0F3-76F397284474}">
      <dsp:nvSpPr>
        <dsp:cNvPr id="0" name=""/>
        <dsp:cNvSpPr/>
      </dsp:nvSpPr>
      <dsp:spPr>
        <a:xfrm>
          <a:off x="1314499" y="3209368"/>
          <a:ext cx="2718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71866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500" kern="1200"/>
        </a:p>
      </dsp:txBody>
      <dsp:txXfrm>
        <a:off x="1442870" y="3253575"/>
        <a:ext cx="15123" cy="3024"/>
      </dsp:txXfrm>
    </dsp:sp>
    <dsp:sp modelId="{20C12439-49AB-43FF-9464-CB5AEA238EE5}">
      <dsp:nvSpPr>
        <dsp:cNvPr id="0" name=""/>
        <dsp:cNvSpPr/>
      </dsp:nvSpPr>
      <dsp:spPr>
        <a:xfrm>
          <a:off x="1227" y="2860566"/>
          <a:ext cx="1315071" cy="789042"/>
        </a:xfrm>
        <a:prstGeom prst="rect">
          <a:avLst/>
        </a:prstGeom>
        <a:solidFill>
          <a:schemeClr val="accent2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SENIOR DEVELOPER</a:t>
          </a:r>
          <a:endParaRPr lang="ru-RU" sz="1100" kern="1200" dirty="0"/>
        </a:p>
      </dsp:txBody>
      <dsp:txXfrm>
        <a:off x="1227" y="2860566"/>
        <a:ext cx="1315071" cy="789042"/>
      </dsp:txXfrm>
    </dsp:sp>
    <dsp:sp modelId="{E73BD43D-F082-45DE-9129-3A23FDFED754}">
      <dsp:nvSpPr>
        <dsp:cNvPr id="0" name=""/>
        <dsp:cNvSpPr/>
      </dsp:nvSpPr>
      <dsp:spPr>
        <a:xfrm>
          <a:off x="2932036" y="3209368"/>
          <a:ext cx="2718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71866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500" kern="1200"/>
        </a:p>
      </dsp:txBody>
      <dsp:txXfrm>
        <a:off x="3060408" y="3253575"/>
        <a:ext cx="15123" cy="3024"/>
      </dsp:txXfrm>
    </dsp:sp>
    <dsp:sp modelId="{9E3E8805-A3D1-481E-B723-E66484332AD8}">
      <dsp:nvSpPr>
        <dsp:cNvPr id="0" name=""/>
        <dsp:cNvSpPr/>
      </dsp:nvSpPr>
      <dsp:spPr>
        <a:xfrm>
          <a:off x="1618765" y="2860566"/>
          <a:ext cx="1315071" cy="789042"/>
        </a:xfrm>
        <a:prstGeom prst="rect">
          <a:avLst/>
        </a:prstGeom>
        <a:solidFill>
          <a:schemeClr val="accent3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ACQUIRING SYSTEM (high-load)</a:t>
          </a:r>
          <a:endParaRPr lang="ru-RU" sz="1100" kern="1200" dirty="0"/>
        </a:p>
      </dsp:txBody>
      <dsp:txXfrm>
        <a:off x="1618765" y="2860566"/>
        <a:ext cx="1315071" cy="789042"/>
      </dsp:txXfrm>
    </dsp:sp>
    <dsp:sp modelId="{FDF80041-C740-472A-86A4-1920DE8104FA}">
      <dsp:nvSpPr>
        <dsp:cNvPr id="0" name=""/>
        <dsp:cNvSpPr/>
      </dsp:nvSpPr>
      <dsp:spPr>
        <a:xfrm>
          <a:off x="4549574" y="3209368"/>
          <a:ext cx="2718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71866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500" kern="1200"/>
        </a:p>
      </dsp:txBody>
      <dsp:txXfrm>
        <a:off x="4677946" y="3253575"/>
        <a:ext cx="15123" cy="3024"/>
      </dsp:txXfrm>
    </dsp:sp>
    <dsp:sp modelId="{F4389253-81F6-4219-BA68-48E8687A2EF9}">
      <dsp:nvSpPr>
        <dsp:cNvPr id="0" name=""/>
        <dsp:cNvSpPr/>
      </dsp:nvSpPr>
      <dsp:spPr>
        <a:xfrm>
          <a:off x="3236303" y="2860566"/>
          <a:ext cx="1315071" cy="789042"/>
        </a:xfrm>
        <a:prstGeom prst="rect">
          <a:avLst/>
        </a:prstGeom>
        <a:solidFill>
          <a:schemeClr val="accent4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BIG DATA ENGINEER</a:t>
          </a:r>
          <a:endParaRPr lang="ru-RU" sz="1100" kern="1200" dirty="0"/>
        </a:p>
      </dsp:txBody>
      <dsp:txXfrm>
        <a:off x="3236303" y="2860566"/>
        <a:ext cx="1315071" cy="789042"/>
      </dsp:txXfrm>
    </dsp:sp>
    <dsp:sp modelId="{DE97D769-CBD8-4629-BCF8-91B7262A40C1}">
      <dsp:nvSpPr>
        <dsp:cNvPr id="0" name=""/>
        <dsp:cNvSpPr/>
      </dsp:nvSpPr>
      <dsp:spPr>
        <a:xfrm>
          <a:off x="658763" y="3647809"/>
          <a:ext cx="4852613" cy="271866"/>
        </a:xfrm>
        <a:custGeom>
          <a:avLst/>
          <a:gdLst/>
          <a:ahLst/>
          <a:cxnLst/>
          <a:rect l="0" t="0" r="0" b="0"/>
          <a:pathLst>
            <a:path>
              <a:moveTo>
                <a:pt x="4852613" y="0"/>
              </a:moveTo>
              <a:lnTo>
                <a:pt x="4852613" y="153033"/>
              </a:lnTo>
              <a:lnTo>
                <a:pt x="0" y="153033"/>
              </a:lnTo>
              <a:lnTo>
                <a:pt x="0" y="271866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500" kern="1200"/>
        </a:p>
      </dsp:txBody>
      <dsp:txXfrm>
        <a:off x="2963519" y="3782230"/>
        <a:ext cx="243101" cy="3024"/>
      </dsp:txXfrm>
    </dsp:sp>
    <dsp:sp modelId="{C232FAD6-BFDE-4308-A9DF-BFB76BB47557}">
      <dsp:nvSpPr>
        <dsp:cNvPr id="0" name=""/>
        <dsp:cNvSpPr/>
      </dsp:nvSpPr>
      <dsp:spPr>
        <a:xfrm>
          <a:off x="4853840" y="2860566"/>
          <a:ext cx="1315071" cy="789042"/>
        </a:xfrm>
        <a:prstGeom prst="rect">
          <a:avLst/>
        </a:prstGeom>
        <a:solidFill>
          <a:schemeClr val="accent2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GRAPH DATA MINING</a:t>
          </a:r>
          <a:endParaRPr lang="ru-RU" sz="1100" kern="1200" dirty="0"/>
        </a:p>
      </dsp:txBody>
      <dsp:txXfrm>
        <a:off x="4853840" y="2860566"/>
        <a:ext cx="1315071" cy="789042"/>
      </dsp:txXfrm>
    </dsp:sp>
    <dsp:sp modelId="{365CFC43-839D-4279-8D82-A79867A563DF}">
      <dsp:nvSpPr>
        <dsp:cNvPr id="0" name=""/>
        <dsp:cNvSpPr/>
      </dsp:nvSpPr>
      <dsp:spPr>
        <a:xfrm>
          <a:off x="1314499" y="4300877"/>
          <a:ext cx="2718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71866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500" kern="1200"/>
        </a:p>
      </dsp:txBody>
      <dsp:txXfrm>
        <a:off x="1442870" y="4345084"/>
        <a:ext cx="15123" cy="3024"/>
      </dsp:txXfrm>
    </dsp:sp>
    <dsp:sp modelId="{17EE69E4-CDC5-4893-BAA8-4F50429BDB4B}">
      <dsp:nvSpPr>
        <dsp:cNvPr id="0" name=""/>
        <dsp:cNvSpPr/>
      </dsp:nvSpPr>
      <dsp:spPr>
        <a:xfrm>
          <a:off x="1227" y="3952075"/>
          <a:ext cx="1315071" cy="789042"/>
        </a:xfrm>
        <a:prstGeom prst="rect">
          <a:avLst/>
        </a:prstGeom>
        <a:solidFill>
          <a:schemeClr val="accent3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LEAD BIG DATA ENGINEER</a:t>
          </a:r>
          <a:endParaRPr lang="ru-RU" sz="1100" kern="1200" dirty="0"/>
        </a:p>
      </dsp:txBody>
      <dsp:txXfrm>
        <a:off x="1227" y="3952075"/>
        <a:ext cx="1315071" cy="789042"/>
      </dsp:txXfrm>
    </dsp:sp>
    <dsp:sp modelId="{110DC7F3-11E9-4135-824A-B9DE2B774DFA}">
      <dsp:nvSpPr>
        <dsp:cNvPr id="0" name=""/>
        <dsp:cNvSpPr/>
      </dsp:nvSpPr>
      <dsp:spPr>
        <a:xfrm>
          <a:off x="2932036" y="4300877"/>
          <a:ext cx="2718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71866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500" kern="1200"/>
        </a:p>
      </dsp:txBody>
      <dsp:txXfrm>
        <a:off x="3060408" y="4345084"/>
        <a:ext cx="15123" cy="3024"/>
      </dsp:txXfrm>
    </dsp:sp>
    <dsp:sp modelId="{F3AD8411-F8DB-49A8-B202-CB35E01F2CF8}">
      <dsp:nvSpPr>
        <dsp:cNvPr id="0" name=""/>
        <dsp:cNvSpPr/>
      </dsp:nvSpPr>
      <dsp:spPr>
        <a:xfrm>
          <a:off x="1618765" y="3952075"/>
          <a:ext cx="1315071" cy="789042"/>
        </a:xfrm>
        <a:prstGeom prst="rect">
          <a:avLst/>
        </a:prstGeom>
        <a:solidFill>
          <a:schemeClr val="accent4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DATA CLOUD </a:t>
          </a:r>
        </a:p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(aka DATA LAKE)</a:t>
          </a:r>
          <a:endParaRPr lang="ru-RU" sz="1100" kern="1200" dirty="0"/>
        </a:p>
      </dsp:txBody>
      <dsp:txXfrm>
        <a:off x="1618765" y="3952075"/>
        <a:ext cx="1315071" cy="789042"/>
      </dsp:txXfrm>
    </dsp:sp>
    <dsp:sp modelId="{91D2B818-6EB4-4E0C-9FB4-458521F44326}">
      <dsp:nvSpPr>
        <dsp:cNvPr id="0" name=""/>
        <dsp:cNvSpPr/>
      </dsp:nvSpPr>
      <dsp:spPr>
        <a:xfrm>
          <a:off x="4549574" y="4300877"/>
          <a:ext cx="2718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71866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500" kern="1200"/>
        </a:p>
      </dsp:txBody>
      <dsp:txXfrm>
        <a:off x="4677946" y="4345084"/>
        <a:ext cx="15123" cy="3024"/>
      </dsp:txXfrm>
    </dsp:sp>
    <dsp:sp modelId="{96FA4B1A-38A5-46C7-BA1E-8CC1B8D1A3FC}">
      <dsp:nvSpPr>
        <dsp:cNvPr id="0" name=""/>
        <dsp:cNvSpPr/>
      </dsp:nvSpPr>
      <dsp:spPr>
        <a:xfrm>
          <a:off x="3236303" y="3952075"/>
          <a:ext cx="1315071" cy="789042"/>
        </a:xfrm>
        <a:prstGeom prst="rect">
          <a:avLst/>
        </a:prstGeom>
        <a:solidFill>
          <a:schemeClr val="accent2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HSE STUDENT</a:t>
          </a:r>
          <a:endParaRPr lang="ru-RU" sz="1400" kern="1200" dirty="0"/>
        </a:p>
      </dsp:txBody>
      <dsp:txXfrm>
        <a:off x="3236303" y="3952075"/>
        <a:ext cx="1315071" cy="789042"/>
      </dsp:txXfrm>
    </dsp:sp>
    <dsp:sp modelId="{84A14CDE-BF8F-49EA-90A8-B4C3B39FD318}">
      <dsp:nvSpPr>
        <dsp:cNvPr id="0" name=""/>
        <dsp:cNvSpPr/>
      </dsp:nvSpPr>
      <dsp:spPr>
        <a:xfrm>
          <a:off x="4853840" y="3952075"/>
          <a:ext cx="1315071" cy="789042"/>
        </a:xfrm>
        <a:prstGeom prst="rect">
          <a:avLst/>
        </a:prstGeom>
        <a:noFill/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b="1" kern="1200" baseline="0" dirty="0" smtClean="0">
              <a:solidFill>
                <a:schemeClr val="tx1"/>
              </a:solidFill>
            </a:rPr>
            <a:t>FUTURE AND GOALS</a:t>
          </a:r>
          <a:endParaRPr lang="ru-RU" sz="1100" b="1" kern="1200" baseline="0" dirty="0">
            <a:solidFill>
              <a:schemeClr val="tx1"/>
            </a:solidFill>
          </a:endParaRPr>
        </a:p>
      </dsp:txBody>
      <dsp:txXfrm>
        <a:off x="4853840" y="3952075"/>
        <a:ext cx="1315071" cy="78904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65CA76-B8DC-4847-AA52-B76EF162A016}">
      <dsp:nvSpPr>
        <dsp:cNvPr id="0" name=""/>
        <dsp:cNvSpPr/>
      </dsp:nvSpPr>
      <dsp:spPr>
        <a:xfrm rot="5400000">
          <a:off x="5294684" y="99419"/>
          <a:ext cx="1497872" cy="1303149"/>
        </a:xfrm>
        <a:prstGeom prst="hexagon">
          <a:avLst>
            <a:gd name="adj" fmla="val 25000"/>
            <a:gd name="vf" fmla="val 115470"/>
          </a:avLst>
        </a:prstGeom>
        <a:solidFill>
          <a:schemeClr val="accent3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MACHINE LEARNING</a:t>
          </a:r>
          <a:endParaRPr lang="ru-RU" sz="1100" kern="1200" dirty="0"/>
        </a:p>
      </dsp:txBody>
      <dsp:txXfrm rot="-5400000">
        <a:off x="5595119" y="235476"/>
        <a:ext cx="897001" cy="1031036"/>
      </dsp:txXfrm>
    </dsp:sp>
    <dsp:sp modelId="{F69730B3-0CED-4341-B6EF-1D9CAED6971E}">
      <dsp:nvSpPr>
        <dsp:cNvPr id="0" name=""/>
        <dsp:cNvSpPr/>
      </dsp:nvSpPr>
      <dsp:spPr>
        <a:xfrm>
          <a:off x="6734739" y="301632"/>
          <a:ext cx="1671625" cy="8987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C5F4774-3A9E-4F45-97E6-0C249BD314B4}">
      <dsp:nvSpPr>
        <dsp:cNvPr id="0" name=""/>
        <dsp:cNvSpPr/>
      </dsp:nvSpPr>
      <dsp:spPr>
        <a:xfrm rot="5400000">
          <a:off x="3887283" y="99419"/>
          <a:ext cx="1497872" cy="1303149"/>
        </a:xfrm>
        <a:prstGeom prst="hexagon">
          <a:avLst>
            <a:gd name="adj" fmla="val 25000"/>
            <a:gd name="vf" fmla="val 115470"/>
          </a:avLst>
        </a:prstGeom>
        <a:solidFill>
          <a:schemeClr val="accent2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DATA ENGINEERING</a:t>
          </a:r>
          <a:endParaRPr lang="ru-RU" sz="1100" kern="1200" dirty="0"/>
        </a:p>
      </dsp:txBody>
      <dsp:txXfrm rot="-5400000">
        <a:off x="4187718" y="235476"/>
        <a:ext cx="897001" cy="1031036"/>
      </dsp:txXfrm>
    </dsp:sp>
    <dsp:sp modelId="{84441232-B942-4CA6-94C7-B2D892A8AA85}">
      <dsp:nvSpPr>
        <dsp:cNvPr id="0" name=""/>
        <dsp:cNvSpPr/>
      </dsp:nvSpPr>
      <dsp:spPr>
        <a:xfrm rot="5400000">
          <a:off x="4588287" y="1370813"/>
          <a:ext cx="1497872" cy="1303149"/>
        </a:xfrm>
        <a:prstGeom prst="hexagon">
          <a:avLst>
            <a:gd name="adj" fmla="val 25000"/>
            <a:gd name="vf" fmla="val 115470"/>
          </a:avLst>
        </a:prstGeom>
        <a:solidFill>
          <a:schemeClr val="accent4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DATA SCIENCE</a:t>
          </a:r>
          <a:endParaRPr lang="ru-RU" sz="1100" kern="1200" dirty="0"/>
        </a:p>
      </dsp:txBody>
      <dsp:txXfrm rot="-5400000">
        <a:off x="4888722" y="1506870"/>
        <a:ext cx="897001" cy="1031036"/>
      </dsp:txXfrm>
    </dsp:sp>
    <dsp:sp modelId="{43D46427-02AA-4110-971E-B9AB4E96E591}">
      <dsp:nvSpPr>
        <dsp:cNvPr id="0" name=""/>
        <dsp:cNvSpPr/>
      </dsp:nvSpPr>
      <dsp:spPr>
        <a:xfrm>
          <a:off x="3014023" y="1573026"/>
          <a:ext cx="1617702" cy="8987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lvl="0" algn="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3600" kern="1200" dirty="0"/>
        </a:p>
      </dsp:txBody>
      <dsp:txXfrm>
        <a:off x="3014023" y="1573026"/>
        <a:ext cx="1617702" cy="898723"/>
      </dsp:txXfrm>
    </dsp:sp>
    <dsp:sp modelId="{6094A80A-FC80-4839-8B8B-CCD355F9B434}">
      <dsp:nvSpPr>
        <dsp:cNvPr id="0" name=""/>
        <dsp:cNvSpPr/>
      </dsp:nvSpPr>
      <dsp:spPr>
        <a:xfrm rot="5400000">
          <a:off x="5995689" y="1370813"/>
          <a:ext cx="1497872" cy="1303149"/>
        </a:xfrm>
        <a:prstGeom prst="hexagon">
          <a:avLst>
            <a:gd name="adj" fmla="val 25000"/>
            <a:gd name="vf" fmla="val 115470"/>
          </a:avLst>
        </a:prstGeom>
        <a:solidFill>
          <a:schemeClr val="accent2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DATA </a:t>
          </a:r>
          <a:r>
            <a:rPr lang="en-US" sz="1050" kern="1200" dirty="0" smtClean="0"/>
            <a:t>VISUALIZATION</a:t>
          </a:r>
          <a:endParaRPr lang="ru-RU" sz="1600" kern="1200" dirty="0"/>
        </a:p>
      </dsp:txBody>
      <dsp:txXfrm rot="-5400000">
        <a:off x="6296124" y="1506870"/>
        <a:ext cx="897001" cy="1031036"/>
      </dsp:txXfrm>
    </dsp:sp>
    <dsp:sp modelId="{05A57A51-E8F9-4E2E-83E2-9038AF3A496B}">
      <dsp:nvSpPr>
        <dsp:cNvPr id="0" name=""/>
        <dsp:cNvSpPr/>
      </dsp:nvSpPr>
      <dsp:spPr>
        <a:xfrm rot="5400000">
          <a:off x="5294684" y="2642208"/>
          <a:ext cx="1497872" cy="1303149"/>
        </a:xfrm>
        <a:prstGeom prst="hexagon">
          <a:avLst>
            <a:gd name="adj" fmla="val 25000"/>
            <a:gd name="vf" fmla="val 115470"/>
          </a:avLst>
        </a:prstGeom>
        <a:solidFill>
          <a:schemeClr val="tx2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DATA </a:t>
          </a:r>
          <a:r>
            <a:rPr lang="en-US" sz="1100" kern="1200" dirty="0" smtClean="0"/>
            <a:t>ANALISYS/ MINING</a:t>
          </a:r>
          <a:endParaRPr lang="ru-RU" sz="1100" kern="1200" dirty="0"/>
        </a:p>
      </dsp:txBody>
      <dsp:txXfrm rot="-5400000">
        <a:off x="5595119" y="2778265"/>
        <a:ext cx="897001" cy="1031036"/>
      </dsp:txXfrm>
    </dsp:sp>
    <dsp:sp modelId="{05075BC5-DB29-4798-A37A-7F04D77C8E67}">
      <dsp:nvSpPr>
        <dsp:cNvPr id="0" name=""/>
        <dsp:cNvSpPr/>
      </dsp:nvSpPr>
      <dsp:spPr>
        <a:xfrm>
          <a:off x="6734739" y="2844421"/>
          <a:ext cx="1671625" cy="8987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ED6621A-8420-43EE-8E3E-697E9DC04AA0}">
      <dsp:nvSpPr>
        <dsp:cNvPr id="0" name=""/>
        <dsp:cNvSpPr/>
      </dsp:nvSpPr>
      <dsp:spPr>
        <a:xfrm rot="5400000">
          <a:off x="3887283" y="2642208"/>
          <a:ext cx="1497872" cy="1303149"/>
        </a:xfrm>
        <a:prstGeom prst="hexagon">
          <a:avLst>
            <a:gd name="adj" fmla="val 25000"/>
            <a:gd name="vf" fmla="val 115470"/>
          </a:avLst>
        </a:prstGeom>
        <a:solidFill>
          <a:schemeClr val="accent3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50" kern="1200" dirty="0" smtClean="0"/>
            <a:t>DATA MANAGEMENT</a:t>
          </a:r>
          <a:endParaRPr lang="ru-RU" sz="1050" kern="1200" dirty="0"/>
        </a:p>
      </dsp:txBody>
      <dsp:txXfrm rot="-5400000">
        <a:off x="4187718" y="2778265"/>
        <a:ext cx="897001" cy="10310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AlternatingHexagons">
  <dgm:title val=""/>
  <dgm:desc val=""/>
  <dgm:catLst>
    <dgm:cat type="list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chMax/>
      <dgm:chPref/>
      <dgm:dir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primFontSz" for="des" forName="Parent1" val="65"/>
      <dgm:constr type="primFontSz" for="des" forName="Childtext1" refType="primFontSz" refFor="des" refForName="Parent1" op="lte"/>
      <dgm:constr type="w" for="ch" forName="composite" refType="w"/>
      <dgm:constr type="h" for="ch" forName="composite" refType="h"/>
      <dgm:constr type="h" for="ch" forName="spaceBetweenRectangles" refType="w" refFor="ch" refForName="composite" fact="-0.042"/>
      <dgm:constr type="sp" refType="h" refFor="ch" refForName="composite" op="equ" fact="0.1"/>
    </dgm:constrLst>
    <dgm:forEach name="nodesForEach" axis="ch" ptType="node">
      <dgm:layoutNode name="composite">
        <dgm:alg type="composite">
          <dgm:param type="ar" val="3.6"/>
        </dgm:alg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hoose name="Name3">
              <dgm:if name="Name4" axis="self" ptType="node" func="posOdd" op="equ" val="1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/>
                  <dgm:constr type="h" for="ch" forName="BalanceSpacing" refType="h" fact="0.1"/>
                  <dgm:constr type="l" for="ch" forName="BalanceSpacing1" refType="w" fact="0.69"/>
                  <dgm:constr type="t" for="ch" forName="BalanceSpacing1" refType="h" fact="0.2"/>
                  <dgm:constr type="w" for="ch" forName="BalanceSpacing1" refType="w" fact="0.31"/>
                  <dgm:constr type="h" for="ch" forName="BalanceSpacing1" refType="h" fact="0.6"/>
                </dgm:constrLst>
              </dgm:if>
              <dgm:else name="Name5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  <dgm:constr type="l" for="ch" forName="BalanceSpacing1" refType="w" fact="0"/>
                  <dgm:constr type="t" for="ch" forName="BalanceSpacing1" refType="h" fact="0.2"/>
                  <dgm:constr type="w" for="ch" forName="BalanceSpacing1" refType="w" fact="0.3"/>
                  <dgm:constr type="h" for="ch" forName="BalanceSpacing1" refType="h" fact="0.6"/>
                </dgm:constrLst>
              </dgm:else>
            </dgm:choose>
          </dgm:if>
          <dgm:else name="Name6">
            <dgm:choose name="Name7">
              <dgm:if name="Name8" axis="self" ptType="node" func="posOdd" op="equ" val="1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if>
              <dgm:else name="Name9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else>
            </dgm:choose>
          </dgm:else>
        </dgm:choose>
        <dgm:layoutNode name="Parent1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rot="90" type="hexagon" r:blip="">
            <dgm:adjLst>
              <dgm:adj idx="1" val="0.25"/>
              <dgm:adj idx="2" val="1.154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hildtext1" styleLbl="revTx">
          <dgm:varLst>
            <dgm:chMax val="0"/>
            <dgm:chPref val="0"/>
            <dgm:bulletEnabled val="1"/>
          </dgm:varLst>
          <dgm:choose name="Name10">
            <dgm:if name="Name11" func="var" arg="dir" op="equ" val="norm">
              <dgm:choose name="Name12">
                <dgm:if name="Name13" axis="self" ptType="node" func="posOdd" op="equ" val="1">
                  <dgm:alg type="tx">
                    <dgm:param type="parTxLTRAlign" val="l"/>
                  </dgm:alg>
                </dgm:if>
                <dgm:else name="Name14">
                  <dgm:alg type="tx">
                    <dgm:param type="parTxLTRAlign" val="r"/>
                  </dgm:alg>
                </dgm:else>
              </dgm:choose>
            </dgm:if>
            <dgm:else name="Name15">
              <dgm:choose name="Name16">
                <dgm:if name="Name17" axis="self" ptType="node" func="posOdd" op="equ" val="1">
                  <dgm:alg type="tx">
                    <dgm:param type="parTxLTRAlign" val="r"/>
                  </dgm:alg>
                </dgm:if>
                <dgm:else name="Name18">
                  <dgm:alg type="tx">
                    <dgm:param type="parTxLTRAlign" val="l"/>
                  </dgm:alg>
                </dgm:else>
              </dgm:choose>
            </dgm:else>
          </dgm:choose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BalanceSpacing">
          <dgm:alg type="sp"/>
          <dgm:shape xmlns:r="http://schemas.openxmlformats.org/officeDocument/2006/relationships" r:blip="">
            <dgm:adjLst/>
          </dgm:shape>
        </dgm:layoutNode>
        <dgm:layoutNode name="BalanceSpacing1">
          <dgm:alg type="sp"/>
          <dgm:shape xmlns:r="http://schemas.openxmlformats.org/officeDocument/2006/relationships" r:blip="">
            <dgm:adjLst/>
          </dgm:shape>
        </dgm:layoutNode>
        <dgm:forEach name="Name19" axis="followSib" ptType="sibTrans" hideLastTrans="0" cnt="1">
          <dgm:layoutNode name="Accent1Text" styleLbl="node1">
            <dgm:alg type="tx"/>
            <dgm:shape xmlns:r="http://schemas.openxmlformats.org/officeDocument/2006/relationships" rot="90" type="hexagon" r:blip="">
              <dgm:adjLst>
                <dgm:adj idx="1" val="0.25"/>
                <dgm:adj idx="2" val="1.1547"/>
              </dgm:adjLst>
            </dgm:shape>
            <dgm:presOf axis="self" ptType="sibTrans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forEach>
      </dgm:layoutNode>
      <dgm:forEach name="Name2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4465D3EB-CBDD-4100-83B7-3BFE0A8F411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C72B4595-A79D-4567-9FE1-DCF31A42B3D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5C0719-993D-42E1-80ED-8F01056F36C2}" type="datetimeFigureOut">
              <a:rPr lang="en-US" smtClean="0"/>
              <a:t>9/13/2019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850E452F-E862-4273-987C-980229E5320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C3EE394C-9AD7-48EA-AB0F-18032A3E097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0421AD-3AC0-48CB-8727-BB447FD226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15982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D3BC9C-6C58-464F-B94E-FD73C5FB016E}" type="datetimeFigureOut">
              <a:rPr lang="en-US" smtClean="0"/>
              <a:t>9/13/2019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60DC36-8EFA-4378-9855-E019C55AC4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7053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35278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7398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86548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15460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04710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7380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85692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7918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E0F864C-44C4-4000-952D-01F31BFB3F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21392E06-C914-467E-9D4F-BD763EDA2D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FBEFBAF-82E9-49AD-B2CF-7D154E024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9/13/2019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AD8006A-94B1-44F7-972D-56767EDE3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5E7BFAB-D84B-45E1-A0BD-2516AC14F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5646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C807FBE-061D-452C-A8A6-213063CFD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33A3535-1708-499D-B5D2-7D8F9FD182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CB06063-A112-49AB-80C8-504D99ECD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9/13/2019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344C8D5-F898-4318-A76D-1FBD87329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976EC76-E8E8-4FFA-B671-7FA2F3EF5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9287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6C2CABF-E3C1-431A-A69C-D4881CC43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5584226-69DA-4211-B2C8-C29FD05A4A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5FF82DB-B518-40FD-8A66-44B874C05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9/13/2019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CC1CCEE-725F-4745-837B-87EFB70E7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561522A-E0E6-406B-BF30-A7C7A5729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0041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BCC9BDC-6F21-4EF5-A8DD-E35E27EAC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B968D5F-2AB6-42D3-A54E-AB3E603251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465AB07F-D5F7-402A-AE4E-027BF1CA91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85108EDC-3863-43B9-93C7-37465DC73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9/13/2019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A777D452-958D-4159-A9A4-16DD29680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289654B6-1460-48B9-AC7E-592F68BAB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4041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EE8C848-926A-4FD3-A311-A100A2662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3C8ECD90-B4F0-4DFB-BB3D-F231020789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335A6C3A-033E-474B-AB97-D8291A04E7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A532B928-3A23-4FCA-AD1F-E45A467B54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3BDC8376-6FC6-4A11-B0DB-9A148E9C00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6E80206F-8846-425C-A56E-16FFBA442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9/13/2019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6A45E89F-12CF-4561-A5F2-1E05783A3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9EB4DFE4-927C-43B1-A061-5CB97FFB3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9058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560E367-8DA0-4655-BCBC-F4280D864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2FEF9592-AA3C-4CF8-A5DB-4D010195A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9/13/2019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3C2C9377-F93E-4515-852A-264707755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9AED076D-476B-42BA-8795-14FE6C1E6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5551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1EA599B4-6AB2-4190-82B5-7667EE1E9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9/13/2019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1B8FBFB3-AD86-4E39-B8AE-B4EC14528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B9A4AF55-C114-4B60-9A20-56B00A11B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82002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0883DA1-5CB8-405D-9613-8A9B7BC56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842BB15-A24D-42E9-9CAE-BB82722630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78F0849D-D3C3-462A-9751-4EAB0B914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F180DD20-7A20-4574-98A4-427795876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9/13/2019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54D0ED2B-71C4-421A-9DB0-676E00C10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78C4572A-ADFC-4C53-BCA2-42BDF693B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0950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28F5C67-EEEC-4AB0-9653-0F80D6B10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1DD50D6D-5277-4324-AF23-5FAF007834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75275657-2BF9-4761-96B6-50EE3CFCFA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5C3C3F7B-A4C8-4F9D-8165-BC5186EA0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9/13/2019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DE696EA5-2FA2-464D-982F-C53E6426A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8911B398-191B-4AB1-86ED-00D0046EA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66011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5F7B869-BFB2-4C20-8AB1-46704BB3D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19F007DB-4F12-4428-9C48-5120DF0704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6FFA8DA-0E31-4CA6-BBFC-2467AAD1D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9/13/2019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64974BD-9845-459A-9AAA-12731E250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2A71B0A-FDFB-4B2C-A9EC-2334C5900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1409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E60B5D73-1652-4A8E-B5A3-101523D729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A9B7FB99-7425-444D-B602-01B672BCE8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0EEA9C5-552A-48A1-AB54-ED54209B3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9/13/2019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A83AAA3-4155-48FB-8F00-16DBE0C9C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D694EAE-CB3C-4DEF-A66D-583C7AAC9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6804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7B3445CA-54C1-4DDE-A216-DD2414E3F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0306395A-6879-4E93-B24E-067F88AC1D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450FF5B-A6A6-4F0F-AA5D-3F0F69A43A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DA1498-92C7-4E4B-8045-C9195F453964}" type="datetimeFigureOut">
              <a:rPr lang="en-US" smtClean="0"/>
              <a:t>9/13/2019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A798FAA-76CC-42EF-8BE0-466A41BBAB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149FF02-6890-4E10-B958-1097AD32C6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3789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13" Type="http://schemas.openxmlformats.org/officeDocument/2006/relationships/image" Target="../media/image6.jpeg"/><Relationship Id="rId3" Type="http://schemas.openxmlformats.org/officeDocument/2006/relationships/image" Target="../media/image1.jpeg"/><Relationship Id="rId7" Type="http://schemas.openxmlformats.org/officeDocument/2006/relationships/diagramColors" Target="../diagrams/colors1.xml"/><Relationship Id="rId12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1.xml"/><Relationship Id="rId11" Type="http://schemas.openxmlformats.org/officeDocument/2006/relationships/image" Target="../media/image4.png"/><Relationship Id="rId5" Type="http://schemas.openxmlformats.org/officeDocument/2006/relationships/diagramLayout" Target="../diagrams/layout1.xml"/><Relationship Id="rId10" Type="http://schemas.openxmlformats.org/officeDocument/2006/relationships/image" Target="../media/image3.jpeg"/><Relationship Id="rId4" Type="http://schemas.openxmlformats.org/officeDocument/2006/relationships/diagramData" Target="../diagrams/data1.xml"/><Relationship Id="rId9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3">
              <a:lumMod val="75000"/>
            </a:schemeClr>
          </a:fgClr>
          <a:bgClr>
            <a:schemeClr val="accent3">
              <a:lumMod val="5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4300AEF-1595-4419-801B-6E36A33BB8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48714" y="4459272"/>
            <a:ext cx="9341708" cy="830997"/>
          </a:xfrm>
        </p:spPr>
        <p:txBody>
          <a:bodyPr wrap="square" lIns="0" tIns="0" rIns="0" bIns="0" anchor="t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Big </a:t>
            </a:r>
            <a:r>
              <a:rPr lang="en-US" b="1" dirty="0" smtClean="0">
                <a:solidFill>
                  <a:schemeClr val="bg1"/>
                </a:solidFill>
              </a:rPr>
              <a:t>Data </a:t>
            </a:r>
            <a:r>
              <a:rPr lang="en-US" b="1" dirty="0" smtClean="0">
                <a:solidFill>
                  <a:schemeClr val="bg1"/>
                </a:solidFill>
              </a:rPr>
              <a:t>and me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xmlns="" id="{1C59176D-59A8-4C02-B448-EE01232FB3E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4792319" y="-608242"/>
            <a:ext cx="2607364" cy="2607364"/>
          </a:xfrm>
          <a:prstGeom prst="diamond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xmlns="" id="{A50B1817-3C7F-41BC-8557-7A00C928EE1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4325258" y="-1770743"/>
            <a:ext cx="3541486" cy="3541486"/>
          </a:xfrm>
          <a:prstGeom prst="diamond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" name="Group 6" descr="Icon of chart. ">
            <a:extLst>
              <a:ext uri="{FF2B5EF4-FFF2-40B4-BE49-F238E27FC236}">
                <a16:creationId xmlns:a16="http://schemas.microsoft.com/office/drawing/2014/main" xmlns="" id="{B95DF07A-CE7E-4D89-9AA0-25F4FFF3B9C7}"/>
              </a:ext>
            </a:extLst>
          </p:cNvPr>
          <p:cNvGrpSpPr/>
          <p:nvPr/>
        </p:nvGrpSpPr>
        <p:grpSpPr>
          <a:xfrm>
            <a:off x="5394803" y="2933244"/>
            <a:ext cx="1402395" cy="1284404"/>
            <a:chOff x="2025650" y="4786313"/>
            <a:chExt cx="285750" cy="287338"/>
          </a:xfrm>
          <a:solidFill>
            <a:schemeClr val="bg1"/>
          </a:solidFill>
        </p:grpSpPr>
        <p:sp>
          <p:nvSpPr>
            <p:cNvPr id="8" name="Freeform 565">
              <a:extLst>
                <a:ext uri="{FF2B5EF4-FFF2-40B4-BE49-F238E27FC236}">
                  <a16:creationId xmlns:a16="http://schemas.microsoft.com/office/drawing/2014/main" xmlns="" id="{548FC78B-EF83-4185-A63D-1A5A85640B6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25650" y="4786313"/>
              <a:ext cx="285750" cy="287338"/>
            </a:xfrm>
            <a:custGeom>
              <a:avLst/>
              <a:gdLst>
                <a:gd name="T0" fmla="*/ 812 w 903"/>
                <a:gd name="T1" fmla="*/ 500 h 903"/>
                <a:gd name="T2" fmla="*/ 810 w 903"/>
                <a:gd name="T3" fmla="*/ 505 h 903"/>
                <a:gd name="T4" fmla="*/ 806 w 903"/>
                <a:gd name="T5" fmla="*/ 509 h 903"/>
                <a:gd name="T6" fmla="*/ 800 w 903"/>
                <a:gd name="T7" fmla="*/ 511 h 903"/>
                <a:gd name="T8" fmla="*/ 105 w 903"/>
                <a:gd name="T9" fmla="*/ 511 h 903"/>
                <a:gd name="T10" fmla="*/ 99 w 903"/>
                <a:gd name="T11" fmla="*/ 510 h 903"/>
                <a:gd name="T12" fmla="*/ 95 w 903"/>
                <a:gd name="T13" fmla="*/ 507 h 903"/>
                <a:gd name="T14" fmla="*/ 92 w 903"/>
                <a:gd name="T15" fmla="*/ 502 h 903"/>
                <a:gd name="T16" fmla="*/ 90 w 903"/>
                <a:gd name="T17" fmla="*/ 496 h 903"/>
                <a:gd name="T18" fmla="*/ 90 w 903"/>
                <a:gd name="T19" fmla="*/ 105 h 903"/>
                <a:gd name="T20" fmla="*/ 92 w 903"/>
                <a:gd name="T21" fmla="*/ 100 h 903"/>
                <a:gd name="T22" fmla="*/ 95 w 903"/>
                <a:gd name="T23" fmla="*/ 94 h 903"/>
                <a:gd name="T24" fmla="*/ 99 w 903"/>
                <a:gd name="T25" fmla="*/ 91 h 903"/>
                <a:gd name="T26" fmla="*/ 105 w 903"/>
                <a:gd name="T27" fmla="*/ 90 h 903"/>
                <a:gd name="T28" fmla="*/ 800 w 903"/>
                <a:gd name="T29" fmla="*/ 90 h 903"/>
                <a:gd name="T30" fmla="*/ 806 w 903"/>
                <a:gd name="T31" fmla="*/ 92 h 903"/>
                <a:gd name="T32" fmla="*/ 810 w 903"/>
                <a:gd name="T33" fmla="*/ 96 h 903"/>
                <a:gd name="T34" fmla="*/ 812 w 903"/>
                <a:gd name="T35" fmla="*/ 102 h 903"/>
                <a:gd name="T36" fmla="*/ 813 w 903"/>
                <a:gd name="T37" fmla="*/ 496 h 903"/>
                <a:gd name="T38" fmla="*/ 15 w 903"/>
                <a:gd name="T39" fmla="*/ 0 h 903"/>
                <a:gd name="T40" fmla="*/ 9 w 903"/>
                <a:gd name="T41" fmla="*/ 1 h 903"/>
                <a:gd name="T42" fmla="*/ 5 w 903"/>
                <a:gd name="T43" fmla="*/ 4 h 903"/>
                <a:gd name="T44" fmla="*/ 1 w 903"/>
                <a:gd name="T45" fmla="*/ 8 h 903"/>
                <a:gd name="T46" fmla="*/ 0 w 903"/>
                <a:gd name="T47" fmla="*/ 15 h 903"/>
                <a:gd name="T48" fmla="*/ 0 w 903"/>
                <a:gd name="T49" fmla="*/ 590 h 903"/>
                <a:gd name="T50" fmla="*/ 2 w 903"/>
                <a:gd name="T51" fmla="*/ 595 h 903"/>
                <a:gd name="T52" fmla="*/ 7 w 903"/>
                <a:gd name="T53" fmla="*/ 599 h 903"/>
                <a:gd name="T54" fmla="*/ 12 w 903"/>
                <a:gd name="T55" fmla="*/ 602 h 903"/>
                <a:gd name="T56" fmla="*/ 437 w 903"/>
                <a:gd name="T57" fmla="*/ 602 h 903"/>
                <a:gd name="T58" fmla="*/ 260 w 903"/>
                <a:gd name="T59" fmla="*/ 877 h 903"/>
                <a:gd name="T60" fmla="*/ 257 w 903"/>
                <a:gd name="T61" fmla="*/ 883 h 903"/>
                <a:gd name="T62" fmla="*/ 256 w 903"/>
                <a:gd name="T63" fmla="*/ 888 h 903"/>
                <a:gd name="T64" fmla="*/ 257 w 903"/>
                <a:gd name="T65" fmla="*/ 893 h 903"/>
                <a:gd name="T66" fmla="*/ 260 w 903"/>
                <a:gd name="T67" fmla="*/ 899 h 903"/>
                <a:gd name="T68" fmla="*/ 265 w 903"/>
                <a:gd name="T69" fmla="*/ 902 h 903"/>
                <a:gd name="T70" fmla="*/ 271 w 903"/>
                <a:gd name="T71" fmla="*/ 903 h 903"/>
                <a:gd name="T72" fmla="*/ 277 w 903"/>
                <a:gd name="T73" fmla="*/ 902 h 903"/>
                <a:gd name="T74" fmla="*/ 281 w 903"/>
                <a:gd name="T75" fmla="*/ 899 h 903"/>
                <a:gd name="T76" fmla="*/ 621 w 903"/>
                <a:gd name="T77" fmla="*/ 899 h 903"/>
                <a:gd name="T78" fmla="*/ 627 w 903"/>
                <a:gd name="T79" fmla="*/ 902 h 903"/>
                <a:gd name="T80" fmla="*/ 632 w 903"/>
                <a:gd name="T81" fmla="*/ 903 h 903"/>
                <a:gd name="T82" fmla="*/ 637 w 903"/>
                <a:gd name="T83" fmla="*/ 902 h 903"/>
                <a:gd name="T84" fmla="*/ 643 w 903"/>
                <a:gd name="T85" fmla="*/ 899 h 903"/>
                <a:gd name="T86" fmla="*/ 646 w 903"/>
                <a:gd name="T87" fmla="*/ 893 h 903"/>
                <a:gd name="T88" fmla="*/ 647 w 903"/>
                <a:gd name="T89" fmla="*/ 888 h 903"/>
                <a:gd name="T90" fmla="*/ 646 w 903"/>
                <a:gd name="T91" fmla="*/ 883 h 903"/>
                <a:gd name="T92" fmla="*/ 643 w 903"/>
                <a:gd name="T93" fmla="*/ 877 h 903"/>
                <a:gd name="T94" fmla="*/ 467 w 903"/>
                <a:gd name="T95" fmla="*/ 602 h 903"/>
                <a:gd name="T96" fmla="*/ 892 w 903"/>
                <a:gd name="T97" fmla="*/ 602 h 903"/>
                <a:gd name="T98" fmla="*/ 897 w 903"/>
                <a:gd name="T99" fmla="*/ 599 h 903"/>
                <a:gd name="T100" fmla="*/ 900 w 903"/>
                <a:gd name="T101" fmla="*/ 595 h 903"/>
                <a:gd name="T102" fmla="*/ 902 w 903"/>
                <a:gd name="T103" fmla="*/ 590 h 903"/>
                <a:gd name="T104" fmla="*/ 903 w 903"/>
                <a:gd name="T105" fmla="*/ 15 h 903"/>
                <a:gd name="T106" fmla="*/ 902 w 903"/>
                <a:gd name="T107" fmla="*/ 8 h 903"/>
                <a:gd name="T108" fmla="*/ 899 w 903"/>
                <a:gd name="T109" fmla="*/ 4 h 903"/>
                <a:gd name="T110" fmla="*/ 894 w 903"/>
                <a:gd name="T111" fmla="*/ 1 h 903"/>
                <a:gd name="T112" fmla="*/ 888 w 903"/>
                <a:gd name="T113" fmla="*/ 0 h 9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903" h="903">
                  <a:moveTo>
                    <a:pt x="813" y="496"/>
                  </a:moveTo>
                  <a:lnTo>
                    <a:pt x="812" y="500"/>
                  </a:lnTo>
                  <a:lnTo>
                    <a:pt x="811" y="502"/>
                  </a:lnTo>
                  <a:lnTo>
                    <a:pt x="810" y="505"/>
                  </a:lnTo>
                  <a:lnTo>
                    <a:pt x="808" y="507"/>
                  </a:lnTo>
                  <a:lnTo>
                    <a:pt x="806" y="509"/>
                  </a:lnTo>
                  <a:lnTo>
                    <a:pt x="804" y="510"/>
                  </a:lnTo>
                  <a:lnTo>
                    <a:pt x="800" y="511"/>
                  </a:lnTo>
                  <a:lnTo>
                    <a:pt x="797" y="511"/>
                  </a:lnTo>
                  <a:lnTo>
                    <a:pt x="105" y="511"/>
                  </a:lnTo>
                  <a:lnTo>
                    <a:pt x="102" y="511"/>
                  </a:lnTo>
                  <a:lnTo>
                    <a:pt x="99" y="510"/>
                  </a:lnTo>
                  <a:lnTo>
                    <a:pt x="97" y="509"/>
                  </a:lnTo>
                  <a:lnTo>
                    <a:pt x="95" y="507"/>
                  </a:lnTo>
                  <a:lnTo>
                    <a:pt x="93" y="505"/>
                  </a:lnTo>
                  <a:lnTo>
                    <a:pt x="92" y="502"/>
                  </a:lnTo>
                  <a:lnTo>
                    <a:pt x="90" y="500"/>
                  </a:lnTo>
                  <a:lnTo>
                    <a:pt x="90" y="496"/>
                  </a:lnTo>
                  <a:lnTo>
                    <a:pt x="90" y="316"/>
                  </a:lnTo>
                  <a:lnTo>
                    <a:pt x="90" y="105"/>
                  </a:lnTo>
                  <a:lnTo>
                    <a:pt x="90" y="102"/>
                  </a:lnTo>
                  <a:lnTo>
                    <a:pt x="92" y="100"/>
                  </a:lnTo>
                  <a:lnTo>
                    <a:pt x="93" y="96"/>
                  </a:lnTo>
                  <a:lnTo>
                    <a:pt x="95" y="94"/>
                  </a:lnTo>
                  <a:lnTo>
                    <a:pt x="97" y="92"/>
                  </a:lnTo>
                  <a:lnTo>
                    <a:pt x="99" y="91"/>
                  </a:lnTo>
                  <a:lnTo>
                    <a:pt x="102" y="90"/>
                  </a:lnTo>
                  <a:lnTo>
                    <a:pt x="105" y="90"/>
                  </a:lnTo>
                  <a:lnTo>
                    <a:pt x="798" y="90"/>
                  </a:lnTo>
                  <a:lnTo>
                    <a:pt x="800" y="90"/>
                  </a:lnTo>
                  <a:lnTo>
                    <a:pt x="804" y="91"/>
                  </a:lnTo>
                  <a:lnTo>
                    <a:pt x="806" y="92"/>
                  </a:lnTo>
                  <a:lnTo>
                    <a:pt x="808" y="94"/>
                  </a:lnTo>
                  <a:lnTo>
                    <a:pt x="810" y="96"/>
                  </a:lnTo>
                  <a:lnTo>
                    <a:pt x="811" y="100"/>
                  </a:lnTo>
                  <a:lnTo>
                    <a:pt x="812" y="102"/>
                  </a:lnTo>
                  <a:lnTo>
                    <a:pt x="813" y="105"/>
                  </a:lnTo>
                  <a:lnTo>
                    <a:pt x="813" y="496"/>
                  </a:lnTo>
                  <a:close/>
                  <a:moveTo>
                    <a:pt x="888" y="0"/>
                  </a:moveTo>
                  <a:lnTo>
                    <a:pt x="15" y="0"/>
                  </a:lnTo>
                  <a:lnTo>
                    <a:pt x="12" y="0"/>
                  </a:lnTo>
                  <a:lnTo>
                    <a:pt x="9" y="1"/>
                  </a:lnTo>
                  <a:lnTo>
                    <a:pt x="7" y="2"/>
                  </a:lnTo>
                  <a:lnTo>
                    <a:pt x="5" y="4"/>
                  </a:lnTo>
                  <a:lnTo>
                    <a:pt x="2" y="6"/>
                  </a:lnTo>
                  <a:lnTo>
                    <a:pt x="1" y="8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587"/>
                  </a:lnTo>
                  <a:lnTo>
                    <a:pt x="0" y="590"/>
                  </a:lnTo>
                  <a:lnTo>
                    <a:pt x="1" y="593"/>
                  </a:lnTo>
                  <a:lnTo>
                    <a:pt x="2" y="595"/>
                  </a:lnTo>
                  <a:lnTo>
                    <a:pt x="5" y="597"/>
                  </a:lnTo>
                  <a:lnTo>
                    <a:pt x="7" y="599"/>
                  </a:lnTo>
                  <a:lnTo>
                    <a:pt x="9" y="601"/>
                  </a:lnTo>
                  <a:lnTo>
                    <a:pt x="12" y="602"/>
                  </a:lnTo>
                  <a:lnTo>
                    <a:pt x="15" y="602"/>
                  </a:lnTo>
                  <a:lnTo>
                    <a:pt x="437" y="602"/>
                  </a:lnTo>
                  <a:lnTo>
                    <a:pt x="437" y="701"/>
                  </a:lnTo>
                  <a:lnTo>
                    <a:pt x="260" y="877"/>
                  </a:lnTo>
                  <a:lnTo>
                    <a:pt x="259" y="879"/>
                  </a:lnTo>
                  <a:lnTo>
                    <a:pt x="257" y="883"/>
                  </a:lnTo>
                  <a:lnTo>
                    <a:pt x="256" y="885"/>
                  </a:lnTo>
                  <a:lnTo>
                    <a:pt x="256" y="888"/>
                  </a:lnTo>
                  <a:lnTo>
                    <a:pt x="256" y="891"/>
                  </a:lnTo>
                  <a:lnTo>
                    <a:pt x="257" y="893"/>
                  </a:lnTo>
                  <a:lnTo>
                    <a:pt x="259" y="897"/>
                  </a:lnTo>
                  <a:lnTo>
                    <a:pt x="260" y="899"/>
                  </a:lnTo>
                  <a:lnTo>
                    <a:pt x="263" y="901"/>
                  </a:lnTo>
                  <a:lnTo>
                    <a:pt x="265" y="902"/>
                  </a:lnTo>
                  <a:lnTo>
                    <a:pt x="268" y="903"/>
                  </a:lnTo>
                  <a:lnTo>
                    <a:pt x="271" y="903"/>
                  </a:lnTo>
                  <a:lnTo>
                    <a:pt x="274" y="903"/>
                  </a:lnTo>
                  <a:lnTo>
                    <a:pt x="277" y="902"/>
                  </a:lnTo>
                  <a:lnTo>
                    <a:pt x="279" y="901"/>
                  </a:lnTo>
                  <a:lnTo>
                    <a:pt x="281" y="899"/>
                  </a:lnTo>
                  <a:lnTo>
                    <a:pt x="452" y="728"/>
                  </a:lnTo>
                  <a:lnTo>
                    <a:pt x="621" y="899"/>
                  </a:lnTo>
                  <a:lnTo>
                    <a:pt x="623" y="901"/>
                  </a:lnTo>
                  <a:lnTo>
                    <a:pt x="627" y="902"/>
                  </a:lnTo>
                  <a:lnTo>
                    <a:pt x="629" y="903"/>
                  </a:lnTo>
                  <a:lnTo>
                    <a:pt x="632" y="903"/>
                  </a:lnTo>
                  <a:lnTo>
                    <a:pt x="635" y="903"/>
                  </a:lnTo>
                  <a:lnTo>
                    <a:pt x="637" y="902"/>
                  </a:lnTo>
                  <a:lnTo>
                    <a:pt x="641" y="901"/>
                  </a:lnTo>
                  <a:lnTo>
                    <a:pt x="643" y="899"/>
                  </a:lnTo>
                  <a:lnTo>
                    <a:pt x="645" y="897"/>
                  </a:lnTo>
                  <a:lnTo>
                    <a:pt x="646" y="893"/>
                  </a:lnTo>
                  <a:lnTo>
                    <a:pt x="647" y="891"/>
                  </a:lnTo>
                  <a:lnTo>
                    <a:pt x="647" y="888"/>
                  </a:lnTo>
                  <a:lnTo>
                    <a:pt x="647" y="885"/>
                  </a:lnTo>
                  <a:lnTo>
                    <a:pt x="646" y="883"/>
                  </a:lnTo>
                  <a:lnTo>
                    <a:pt x="645" y="879"/>
                  </a:lnTo>
                  <a:lnTo>
                    <a:pt x="643" y="877"/>
                  </a:lnTo>
                  <a:lnTo>
                    <a:pt x="467" y="701"/>
                  </a:lnTo>
                  <a:lnTo>
                    <a:pt x="467" y="602"/>
                  </a:lnTo>
                  <a:lnTo>
                    <a:pt x="888" y="602"/>
                  </a:lnTo>
                  <a:lnTo>
                    <a:pt x="892" y="602"/>
                  </a:lnTo>
                  <a:lnTo>
                    <a:pt x="894" y="601"/>
                  </a:lnTo>
                  <a:lnTo>
                    <a:pt x="897" y="599"/>
                  </a:lnTo>
                  <a:lnTo>
                    <a:pt x="899" y="597"/>
                  </a:lnTo>
                  <a:lnTo>
                    <a:pt x="900" y="595"/>
                  </a:lnTo>
                  <a:lnTo>
                    <a:pt x="902" y="593"/>
                  </a:lnTo>
                  <a:lnTo>
                    <a:pt x="902" y="590"/>
                  </a:lnTo>
                  <a:lnTo>
                    <a:pt x="903" y="587"/>
                  </a:lnTo>
                  <a:lnTo>
                    <a:pt x="903" y="15"/>
                  </a:lnTo>
                  <a:lnTo>
                    <a:pt x="902" y="12"/>
                  </a:lnTo>
                  <a:lnTo>
                    <a:pt x="902" y="8"/>
                  </a:lnTo>
                  <a:lnTo>
                    <a:pt x="900" y="6"/>
                  </a:lnTo>
                  <a:lnTo>
                    <a:pt x="899" y="4"/>
                  </a:lnTo>
                  <a:lnTo>
                    <a:pt x="897" y="2"/>
                  </a:lnTo>
                  <a:lnTo>
                    <a:pt x="894" y="1"/>
                  </a:lnTo>
                  <a:lnTo>
                    <a:pt x="892" y="0"/>
                  </a:lnTo>
                  <a:lnTo>
                    <a:pt x="88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566">
              <a:extLst>
                <a:ext uri="{FF2B5EF4-FFF2-40B4-BE49-F238E27FC236}">
                  <a16:creationId xmlns:a16="http://schemas.microsoft.com/office/drawing/2014/main" xmlns="" id="{B7B50F87-A3AA-4FB6-9692-24BF5512FC5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4225" y="4843463"/>
              <a:ext cx="200025" cy="73025"/>
            </a:xfrm>
            <a:custGeom>
              <a:avLst/>
              <a:gdLst>
                <a:gd name="T0" fmla="*/ 151 w 632"/>
                <a:gd name="T1" fmla="*/ 151 h 226"/>
                <a:gd name="T2" fmla="*/ 157 w 632"/>
                <a:gd name="T3" fmla="*/ 149 h 226"/>
                <a:gd name="T4" fmla="*/ 161 w 632"/>
                <a:gd name="T5" fmla="*/ 146 h 226"/>
                <a:gd name="T6" fmla="*/ 288 w 632"/>
                <a:gd name="T7" fmla="*/ 217 h 226"/>
                <a:gd name="T8" fmla="*/ 292 w 632"/>
                <a:gd name="T9" fmla="*/ 223 h 226"/>
                <a:gd name="T10" fmla="*/ 299 w 632"/>
                <a:gd name="T11" fmla="*/ 226 h 226"/>
                <a:gd name="T12" fmla="*/ 302 w 632"/>
                <a:gd name="T13" fmla="*/ 226 h 226"/>
                <a:gd name="T14" fmla="*/ 307 w 632"/>
                <a:gd name="T15" fmla="*/ 225 h 226"/>
                <a:gd name="T16" fmla="*/ 313 w 632"/>
                <a:gd name="T17" fmla="*/ 222 h 226"/>
                <a:gd name="T18" fmla="*/ 471 w 632"/>
                <a:gd name="T19" fmla="*/ 191 h 226"/>
                <a:gd name="T20" fmla="*/ 477 w 632"/>
                <a:gd name="T21" fmla="*/ 195 h 226"/>
                <a:gd name="T22" fmla="*/ 483 w 632"/>
                <a:gd name="T23" fmla="*/ 196 h 226"/>
                <a:gd name="T24" fmla="*/ 488 w 632"/>
                <a:gd name="T25" fmla="*/ 194 h 226"/>
                <a:gd name="T26" fmla="*/ 494 w 632"/>
                <a:gd name="T27" fmla="*/ 191 h 226"/>
                <a:gd name="T28" fmla="*/ 631 w 632"/>
                <a:gd name="T29" fmla="*/ 23 h 226"/>
                <a:gd name="T30" fmla="*/ 632 w 632"/>
                <a:gd name="T31" fmla="*/ 16 h 226"/>
                <a:gd name="T32" fmla="*/ 632 w 632"/>
                <a:gd name="T33" fmla="*/ 11 h 226"/>
                <a:gd name="T34" fmla="*/ 629 w 632"/>
                <a:gd name="T35" fmla="*/ 5 h 226"/>
                <a:gd name="T36" fmla="*/ 625 w 632"/>
                <a:gd name="T37" fmla="*/ 2 h 226"/>
                <a:gd name="T38" fmla="*/ 619 w 632"/>
                <a:gd name="T39" fmla="*/ 0 h 226"/>
                <a:gd name="T40" fmla="*/ 613 w 632"/>
                <a:gd name="T41" fmla="*/ 1 h 226"/>
                <a:gd name="T42" fmla="*/ 607 w 632"/>
                <a:gd name="T43" fmla="*/ 3 h 226"/>
                <a:gd name="T44" fmla="*/ 481 w 632"/>
                <a:gd name="T45" fmla="*/ 159 h 226"/>
                <a:gd name="T46" fmla="*/ 415 w 632"/>
                <a:gd name="T47" fmla="*/ 93 h 226"/>
                <a:gd name="T48" fmla="*/ 409 w 632"/>
                <a:gd name="T49" fmla="*/ 91 h 226"/>
                <a:gd name="T50" fmla="*/ 404 w 632"/>
                <a:gd name="T51" fmla="*/ 91 h 226"/>
                <a:gd name="T52" fmla="*/ 398 w 632"/>
                <a:gd name="T53" fmla="*/ 93 h 226"/>
                <a:gd name="T54" fmla="*/ 307 w 632"/>
                <a:gd name="T55" fmla="*/ 185 h 226"/>
                <a:gd name="T56" fmla="*/ 247 w 632"/>
                <a:gd name="T57" fmla="*/ 39 h 226"/>
                <a:gd name="T58" fmla="*/ 242 w 632"/>
                <a:gd name="T59" fmla="*/ 34 h 226"/>
                <a:gd name="T60" fmla="*/ 234 w 632"/>
                <a:gd name="T61" fmla="*/ 33 h 226"/>
                <a:gd name="T62" fmla="*/ 227 w 632"/>
                <a:gd name="T63" fmla="*/ 35 h 226"/>
                <a:gd name="T64" fmla="*/ 144 w 632"/>
                <a:gd name="T65" fmla="*/ 121 h 226"/>
                <a:gd name="T66" fmla="*/ 12 w 632"/>
                <a:gd name="T67" fmla="*/ 121 h 226"/>
                <a:gd name="T68" fmla="*/ 7 w 632"/>
                <a:gd name="T69" fmla="*/ 123 h 226"/>
                <a:gd name="T70" fmla="*/ 3 w 632"/>
                <a:gd name="T71" fmla="*/ 128 h 226"/>
                <a:gd name="T72" fmla="*/ 0 w 632"/>
                <a:gd name="T73" fmla="*/ 133 h 226"/>
                <a:gd name="T74" fmla="*/ 0 w 632"/>
                <a:gd name="T75" fmla="*/ 138 h 226"/>
                <a:gd name="T76" fmla="*/ 3 w 632"/>
                <a:gd name="T77" fmla="*/ 144 h 226"/>
                <a:gd name="T78" fmla="*/ 7 w 632"/>
                <a:gd name="T79" fmla="*/ 148 h 226"/>
                <a:gd name="T80" fmla="*/ 12 w 632"/>
                <a:gd name="T81" fmla="*/ 150 h 226"/>
                <a:gd name="T82" fmla="*/ 15 w 632"/>
                <a:gd name="T83" fmla="*/ 15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632" h="226">
                  <a:moveTo>
                    <a:pt x="15" y="151"/>
                  </a:moveTo>
                  <a:lnTo>
                    <a:pt x="151" y="151"/>
                  </a:lnTo>
                  <a:lnTo>
                    <a:pt x="154" y="150"/>
                  </a:lnTo>
                  <a:lnTo>
                    <a:pt x="157" y="149"/>
                  </a:lnTo>
                  <a:lnTo>
                    <a:pt x="159" y="148"/>
                  </a:lnTo>
                  <a:lnTo>
                    <a:pt x="161" y="146"/>
                  </a:lnTo>
                  <a:lnTo>
                    <a:pt x="230" y="75"/>
                  </a:lnTo>
                  <a:lnTo>
                    <a:pt x="288" y="217"/>
                  </a:lnTo>
                  <a:lnTo>
                    <a:pt x="289" y="220"/>
                  </a:lnTo>
                  <a:lnTo>
                    <a:pt x="292" y="223"/>
                  </a:lnTo>
                  <a:lnTo>
                    <a:pt x="294" y="224"/>
                  </a:lnTo>
                  <a:lnTo>
                    <a:pt x="299" y="226"/>
                  </a:lnTo>
                  <a:lnTo>
                    <a:pt x="300" y="226"/>
                  </a:lnTo>
                  <a:lnTo>
                    <a:pt x="302" y="226"/>
                  </a:lnTo>
                  <a:lnTo>
                    <a:pt x="304" y="226"/>
                  </a:lnTo>
                  <a:lnTo>
                    <a:pt x="307" y="225"/>
                  </a:lnTo>
                  <a:lnTo>
                    <a:pt x="309" y="223"/>
                  </a:lnTo>
                  <a:lnTo>
                    <a:pt x="313" y="222"/>
                  </a:lnTo>
                  <a:lnTo>
                    <a:pt x="407" y="127"/>
                  </a:lnTo>
                  <a:lnTo>
                    <a:pt x="471" y="191"/>
                  </a:lnTo>
                  <a:lnTo>
                    <a:pt x="473" y="193"/>
                  </a:lnTo>
                  <a:lnTo>
                    <a:pt x="477" y="195"/>
                  </a:lnTo>
                  <a:lnTo>
                    <a:pt x="480" y="196"/>
                  </a:lnTo>
                  <a:lnTo>
                    <a:pt x="483" y="196"/>
                  </a:lnTo>
                  <a:lnTo>
                    <a:pt x="486" y="195"/>
                  </a:lnTo>
                  <a:lnTo>
                    <a:pt x="488" y="194"/>
                  </a:lnTo>
                  <a:lnTo>
                    <a:pt x="492" y="193"/>
                  </a:lnTo>
                  <a:lnTo>
                    <a:pt x="494" y="191"/>
                  </a:lnTo>
                  <a:lnTo>
                    <a:pt x="629" y="25"/>
                  </a:lnTo>
                  <a:lnTo>
                    <a:pt x="631" y="23"/>
                  </a:lnTo>
                  <a:lnTo>
                    <a:pt x="632" y="19"/>
                  </a:lnTo>
                  <a:lnTo>
                    <a:pt x="632" y="16"/>
                  </a:lnTo>
                  <a:lnTo>
                    <a:pt x="632" y="14"/>
                  </a:lnTo>
                  <a:lnTo>
                    <a:pt x="632" y="11"/>
                  </a:lnTo>
                  <a:lnTo>
                    <a:pt x="631" y="9"/>
                  </a:lnTo>
                  <a:lnTo>
                    <a:pt x="629" y="5"/>
                  </a:lnTo>
                  <a:lnTo>
                    <a:pt x="627" y="3"/>
                  </a:lnTo>
                  <a:lnTo>
                    <a:pt x="625" y="2"/>
                  </a:lnTo>
                  <a:lnTo>
                    <a:pt x="621" y="1"/>
                  </a:lnTo>
                  <a:lnTo>
                    <a:pt x="619" y="0"/>
                  </a:lnTo>
                  <a:lnTo>
                    <a:pt x="616" y="0"/>
                  </a:lnTo>
                  <a:lnTo>
                    <a:pt x="613" y="1"/>
                  </a:lnTo>
                  <a:lnTo>
                    <a:pt x="611" y="2"/>
                  </a:lnTo>
                  <a:lnTo>
                    <a:pt x="607" y="3"/>
                  </a:lnTo>
                  <a:lnTo>
                    <a:pt x="605" y="5"/>
                  </a:lnTo>
                  <a:lnTo>
                    <a:pt x="481" y="159"/>
                  </a:lnTo>
                  <a:lnTo>
                    <a:pt x="418" y="95"/>
                  </a:lnTo>
                  <a:lnTo>
                    <a:pt x="415" y="93"/>
                  </a:lnTo>
                  <a:lnTo>
                    <a:pt x="412" y="91"/>
                  </a:lnTo>
                  <a:lnTo>
                    <a:pt x="409" y="91"/>
                  </a:lnTo>
                  <a:lnTo>
                    <a:pt x="407" y="90"/>
                  </a:lnTo>
                  <a:lnTo>
                    <a:pt x="404" y="91"/>
                  </a:lnTo>
                  <a:lnTo>
                    <a:pt x="400" y="91"/>
                  </a:lnTo>
                  <a:lnTo>
                    <a:pt x="398" y="93"/>
                  </a:lnTo>
                  <a:lnTo>
                    <a:pt x="396" y="95"/>
                  </a:lnTo>
                  <a:lnTo>
                    <a:pt x="307" y="185"/>
                  </a:lnTo>
                  <a:lnTo>
                    <a:pt x="249" y="42"/>
                  </a:lnTo>
                  <a:lnTo>
                    <a:pt x="247" y="39"/>
                  </a:lnTo>
                  <a:lnTo>
                    <a:pt x="244" y="36"/>
                  </a:lnTo>
                  <a:lnTo>
                    <a:pt x="242" y="34"/>
                  </a:lnTo>
                  <a:lnTo>
                    <a:pt x="237" y="33"/>
                  </a:lnTo>
                  <a:lnTo>
                    <a:pt x="234" y="33"/>
                  </a:lnTo>
                  <a:lnTo>
                    <a:pt x="230" y="33"/>
                  </a:lnTo>
                  <a:lnTo>
                    <a:pt x="227" y="35"/>
                  </a:lnTo>
                  <a:lnTo>
                    <a:pt x="224" y="38"/>
                  </a:lnTo>
                  <a:lnTo>
                    <a:pt x="144" y="121"/>
                  </a:lnTo>
                  <a:lnTo>
                    <a:pt x="15" y="121"/>
                  </a:lnTo>
                  <a:lnTo>
                    <a:pt x="12" y="121"/>
                  </a:lnTo>
                  <a:lnTo>
                    <a:pt x="9" y="122"/>
                  </a:lnTo>
                  <a:lnTo>
                    <a:pt x="7" y="123"/>
                  </a:lnTo>
                  <a:lnTo>
                    <a:pt x="5" y="126"/>
                  </a:lnTo>
                  <a:lnTo>
                    <a:pt x="3" y="128"/>
                  </a:lnTo>
                  <a:lnTo>
                    <a:pt x="2" y="130"/>
                  </a:lnTo>
                  <a:lnTo>
                    <a:pt x="0" y="133"/>
                  </a:lnTo>
                  <a:lnTo>
                    <a:pt x="0" y="136"/>
                  </a:lnTo>
                  <a:lnTo>
                    <a:pt x="0" y="138"/>
                  </a:lnTo>
                  <a:lnTo>
                    <a:pt x="2" y="142"/>
                  </a:lnTo>
                  <a:lnTo>
                    <a:pt x="3" y="144"/>
                  </a:lnTo>
                  <a:lnTo>
                    <a:pt x="5" y="146"/>
                  </a:lnTo>
                  <a:lnTo>
                    <a:pt x="7" y="148"/>
                  </a:lnTo>
                  <a:lnTo>
                    <a:pt x="9" y="150"/>
                  </a:lnTo>
                  <a:lnTo>
                    <a:pt x="12" y="150"/>
                  </a:lnTo>
                  <a:lnTo>
                    <a:pt x="15" y="151"/>
                  </a:lnTo>
                  <a:lnTo>
                    <a:pt x="15" y="15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5021501" y="6308466"/>
            <a:ext cx="2148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Murzabekov Almaz</a:t>
            </a:r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10379373" y="6308466"/>
            <a:ext cx="1410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accent4"/>
                </a:solidFill>
              </a:rPr>
              <a:t>HSE, 09.2019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87849042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2" name="Picture 8" descr="Картинки по запросу sberbank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8297" y="3581084"/>
            <a:ext cx="2431356" cy="1377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 hidden="1">
            <a:extLst>
              <a:ext uri="{FF2B5EF4-FFF2-40B4-BE49-F238E27FC236}">
                <a16:creationId xmlns:a16="http://schemas.microsoft.com/office/drawing/2014/main" xmlns="" id="{B5981CF1-BC08-49F8-B0F9-AAF98EC6745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2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D0986099-F5F2-4E8B-BE17-81194861A00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xmlns="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About me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/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xmlns="" id="{83E690F4-843A-47A5-8620-4FB01C0D8E6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Group 35" descr="Icon of human being and gear. ">
            <a:extLst>
              <a:ext uri="{FF2B5EF4-FFF2-40B4-BE49-F238E27FC236}">
                <a16:creationId xmlns:a16="http://schemas.microsoft.com/office/drawing/2014/main" xmlns="" id="{ECC5F635-1712-4572-A9EC-F94E2199DDBD}"/>
              </a:ext>
            </a:extLst>
          </p:cNvPr>
          <p:cNvGrpSpPr/>
          <p:nvPr/>
        </p:nvGrpSpPr>
        <p:grpSpPr>
          <a:xfrm>
            <a:off x="7133464" y="5355478"/>
            <a:ext cx="338073" cy="339996"/>
            <a:chOff x="6450013" y="5349875"/>
            <a:chExt cx="279399" cy="280988"/>
          </a:xfrm>
          <a:solidFill>
            <a:schemeClr val="bg1"/>
          </a:solidFill>
        </p:grpSpPr>
        <p:sp>
          <p:nvSpPr>
            <p:cNvPr id="37" name="Freeform 3673">
              <a:extLst>
                <a:ext uri="{FF2B5EF4-FFF2-40B4-BE49-F238E27FC236}">
                  <a16:creationId xmlns:a16="http://schemas.microsoft.com/office/drawing/2014/main" xmlns="" id="{D1391604-D4EC-48A8-AE57-EDF194392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6450013" y="5349875"/>
              <a:ext cx="182562" cy="238125"/>
            </a:xfrm>
            <a:custGeom>
              <a:avLst/>
              <a:gdLst>
                <a:gd name="T0" fmla="*/ 379 w 459"/>
                <a:gd name="T1" fmla="*/ 550 h 602"/>
                <a:gd name="T2" fmla="*/ 380 w 459"/>
                <a:gd name="T3" fmla="*/ 519 h 602"/>
                <a:gd name="T4" fmla="*/ 345 w 459"/>
                <a:gd name="T5" fmla="*/ 495 h 602"/>
                <a:gd name="T6" fmla="*/ 397 w 459"/>
                <a:gd name="T7" fmla="*/ 400 h 602"/>
                <a:gd name="T8" fmla="*/ 408 w 459"/>
                <a:gd name="T9" fmla="*/ 395 h 602"/>
                <a:gd name="T10" fmla="*/ 450 w 459"/>
                <a:gd name="T11" fmla="*/ 406 h 602"/>
                <a:gd name="T12" fmla="*/ 412 w 459"/>
                <a:gd name="T13" fmla="*/ 384 h 602"/>
                <a:gd name="T14" fmla="*/ 376 w 459"/>
                <a:gd name="T15" fmla="*/ 370 h 602"/>
                <a:gd name="T16" fmla="*/ 361 w 459"/>
                <a:gd name="T17" fmla="*/ 307 h 602"/>
                <a:gd name="T18" fmla="*/ 379 w 459"/>
                <a:gd name="T19" fmla="*/ 288 h 602"/>
                <a:gd name="T20" fmla="*/ 397 w 459"/>
                <a:gd name="T21" fmla="*/ 252 h 602"/>
                <a:gd name="T22" fmla="*/ 406 w 459"/>
                <a:gd name="T23" fmla="*/ 214 h 602"/>
                <a:gd name="T24" fmla="*/ 415 w 459"/>
                <a:gd name="T25" fmla="*/ 202 h 602"/>
                <a:gd name="T26" fmla="*/ 420 w 459"/>
                <a:gd name="T27" fmla="*/ 183 h 602"/>
                <a:gd name="T28" fmla="*/ 416 w 459"/>
                <a:gd name="T29" fmla="*/ 152 h 602"/>
                <a:gd name="T30" fmla="*/ 412 w 459"/>
                <a:gd name="T31" fmla="*/ 121 h 602"/>
                <a:gd name="T32" fmla="*/ 420 w 459"/>
                <a:gd name="T33" fmla="*/ 78 h 602"/>
                <a:gd name="T34" fmla="*/ 415 w 459"/>
                <a:gd name="T35" fmla="*/ 45 h 602"/>
                <a:gd name="T36" fmla="*/ 403 w 459"/>
                <a:gd name="T37" fmla="*/ 27 h 602"/>
                <a:gd name="T38" fmla="*/ 382 w 459"/>
                <a:gd name="T39" fmla="*/ 15 h 602"/>
                <a:gd name="T40" fmla="*/ 341 w 459"/>
                <a:gd name="T41" fmla="*/ 3 h 602"/>
                <a:gd name="T42" fmla="*/ 291 w 459"/>
                <a:gd name="T43" fmla="*/ 0 h 602"/>
                <a:gd name="T44" fmla="*/ 245 w 459"/>
                <a:gd name="T45" fmla="*/ 9 h 602"/>
                <a:gd name="T46" fmla="*/ 213 w 459"/>
                <a:gd name="T47" fmla="*/ 27 h 602"/>
                <a:gd name="T48" fmla="*/ 201 w 459"/>
                <a:gd name="T49" fmla="*/ 42 h 602"/>
                <a:gd name="T50" fmla="*/ 181 w 459"/>
                <a:gd name="T51" fmla="*/ 44 h 602"/>
                <a:gd name="T52" fmla="*/ 163 w 459"/>
                <a:gd name="T53" fmla="*/ 56 h 602"/>
                <a:gd name="T54" fmla="*/ 155 w 459"/>
                <a:gd name="T55" fmla="*/ 87 h 602"/>
                <a:gd name="T56" fmla="*/ 164 w 459"/>
                <a:gd name="T57" fmla="*/ 138 h 602"/>
                <a:gd name="T58" fmla="*/ 159 w 459"/>
                <a:gd name="T59" fmla="*/ 144 h 602"/>
                <a:gd name="T60" fmla="*/ 150 w 459"/>
                <a:gd name="T61" fmla="*/ 162 h 602"/>
                <a:gd name="T62" fmla="*/ 149 w 459"/>
                <a:gd name="T63" fmla="*/ 184 h 602"/>
                <a:gd name="T64" fmla="*/ 154 w 459"/>
                <a:gd name="T65" fmla="*/ 201 h 602"/>
                <a:gd name="T66" fmla="*/ 163 w 459"/>
                <a:gd name="T67" fmla="*/ 214 h 602"/>
                <a:gd name="T68" fmla="*/ 169 w 459"/>
                <a:gd name="T69" fmla="*/ 237 h 602"/>
                <a:gd name="T70" fmla="*/ 179 w 459"/>
                <a:gd name="T71" fmla="*/ 271 h 602"/>
                <a:gd name="T72" fmla="*/ 203 w 459"/>
                <a:gd name="T73" fmla="*/ 306 h 602"/>
                <a:gd name="T74" fmla="*/ 215 w 459"/>
                <a:gd name="T75" fmla="*/ 364 h 602"/>
                <a:gd name="T76" fmla="*/ 171 w 459"/>
                <a:gd name="T77" fmla="*/ 381 h 602"/>
                <a:gd name="T78" fmla="*/ 106 w 459"/>
                <a:gd name="T79" fmla="*/ 401 h 602"/>
                <a:gd name="T80" fmla="*/ 46 w 459"/>
                <a:gd name="T81" fmla="*/ 428 h 602"/>
                <a:gd name="T82" fmla="*/ 22 w 459"/>
                <a:gd name="T83" fmla="*/ 449 h 602"/>
                <a:gd name="T84" fmla="*/ 10 w 459"/>
                <a:gd name="T85" fmla="*/ 479 h 602"/>
                <a:gd name="T86" fmla="*/ 2 w 459"/>
                <a:gd name="T87" fmla="*/ 540 h 602"/>
                <a:gd name="T88" fmla="*/ 1 w 459"/>
                <a:gd name="T89" fmla="*/ 594 h 602"/>
                <a:gd name="T90" fmla="*/ 11 w 459"/>
                <a:gd name="T91" fmla="*/ 602 h 602"/>
                <a:gd name="T92" fmla="*/ 345 w 459"/>
                <a:gd name="T93" fmla="*/ 589 h 602"/>
                <a:gd name="T94" fmla="*/ 352 w 459"/>
                <a:gd name="T95" fmla="*/ 577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459" h="602">
                  <a:moveTo>
                    <a:pt x="352" y="577"/>
                  </a:moveTo>
                  <a:lnTo>
                    <a:pt x="380" y="560"/>
                  </a:lnTo>
                  <a:lnTo>
                    <a:pt x="379" y="550"/>
                  </a:lnTo>
                  <a:lnTo>
                    <a:pt x="379" y="540"/>
                  </a:lnTo>
                  <a:lnTo>
                    <a:pt x="379" y="530"/>
                  </a:lnTo>
                  <a:lnTo>
                    <a:pt x="380" y="519"/>
                  </a:lnTo>
                  <a:lnTo>
                    <a:pt x="352" y="503"/>
                  </a:lnTo>
                  <a:lnTo>
                    <a:pt x="348" y="499"/>
                  </a:lnTo>
                  <a:lnTo>
                    <a:pt x="345" y="495"/>
                  </a:lnTo>
                  <a:lnTo>
                    <a:pt x="345" y="490"/>
                  </a:lnTo>
                  <a:lnTo>
                    <a:pt x="346" y="486"/>
                  </a:lnTo>
                  <a:lnTo>
                    <a:pt x="397" y="400"/>
                  </a:lnTo>
                  <a:lnTo>
                    <a:pt x="399" y="397"/>
                  </a:lnTo>
                  <a:lnTo>
                    <a:pt x="403" y="395"/>
                  </a:lnTo>
                  <a:lnTo>
                    <a:pt x="408" y="395"/>
                  </a:lnTo>
                  <a:lnTo>
                    <a:pt x="413" y="396"/>
                  </a:lnTo>
                  <a:lnTo>
                    <a:pt x="441" y="413"/>
                  </a:lnTo>
                  <a:lnTo>
                    <a:pt x="450" y="406"/>
                  </a:lnTo>
                  <a:lnTo>
                    <a:pt x="459" y="401"/>
                  </a:lnTo>
                  <a:lnTo>
                    <a:pt x="424" y="388"/>
                  </a:lnTo>
                  <a:lnTo>
                    <a:pt x="412" y="384"/>
                  </a:lnTo>
                  <a:lnTo>
                    <a:pt x="400" y="379"/>
                  </a:lnTo>
                  <a:lnTo>
                    <a:pt x="389" y="375"/>
                  </a:lnTo>
                  <a:lnTo>
                    <a:pt x="376" y="370"/>
                  </a:lnTo>
                  <a:lnTo>
                    <a:pt x="368" y="368"/>
                  </a:lnTo>
                  <a:lnTo>
                    <a:pt x="361" y="364"/>
                  </a:lnTo>
                  <a:lnTo>
                    <a:pt x="361" y="307"/>
                  </a:lnTo>
                  <a:lnTo>
                    <a:pt x="366" y="302"/>
                  </a:lnTo>
                  <a:lnTo>
                    <a:pt x="372" y="297"/>
                  </a:lnTo>
                  <a:lnTo>
                    <a:pt x="379" y="288"/>
                  </a:lnTo>
                  <a:lnTo>
                    <a:pt x="385" y="279"/>
                  </a:lnTo>
                  <a:lnTo>
                    <a:pt x="391" y="266"/>
                  </a:lnTo>
                  <a:lnTo>
                    <a:pt x="397" y="252"/>
                  </a:lnTo>
                  <a:lnTo>
                    <a:pt x="400" y="235"/>
                  </a:lnTo>
                  <a:lnTo>
                    <a:pt x="402" y="216"/>
                  </a:lnTo>
                  <a:lnTo>
                    <a:pt x="406" y="214"/>
                  </a:lnTo>
                  <a:lnTo>
                    <a:pt x="409" y="211"/>
                  </a:lnTo>
                  <a:lnTo>
                    <a:pt x="412" y="207"/>
                  </a:lnTo>
                  <a:lnTo>
                    <a:pt x="415" y="202"/>
                  </a:lnTo>
                  <a:lnTo>
                    <a:pt x="417" y="197"/>
                  </a:lnTo>
                  <a:lnTo>
                    <a:pt x="418" y="191"/>
                  </a:lnTo>
                  <a:lnTo>
                    <a:pt x="420" y="183"/>
                  </a:lnTo>
                  <a:lnTo>
                    <a:pt x="420" y="175"/>
                  </a:lnTo>
                  <a:lnTo>
                    <a:pt x="420" y="164"/>
                  </a:lnTo>
                  <a:lnTo>
                    <a:pt x="416" y="152"/>
                  </a:lnTo>
                  <a:lnTo>
                    <a:pt x="412" y="144"/>
                  </a:lnTo>
                  <a:lnTo>
                    <a:pt x="406" y="137"/>
                  </a:lnTo>
                  <a:lnTo>
                    <a:pt x="412" y="121"/>
                  </a:lnTo>
                  <a:lnTo>
                    <a:pt x="417" y="101"/>
                  </a:lnTo>
                  <a:lnTo>
                    <a:pt x="420" y="89"/>
                  </a:lnTo>
                  <a:lnTo>
                    <a:pt x="420" y="78"/>
                  </a:lnTo>
                  <a:lnTo>
                    <a:pt x="420" y="65"/>
                  </a:lnTo>
                  <a:lnTo>
                    <a:pt x="417" y="53"/>
                  </a:lnTo>
                  <a:lnTo>
                    <a:pt x="415" y="45"/>
                  </a:lnTo>
                  <a:lnTo>
                    <a:pt x="412" y="39"/>
                  </a:lnTo>
                  <a:lnTo>
                    <a:pt x="407" y="34"/>
                  </a:lnTo>
                  <a:lnTo>
                    <a:pt x="403" y="27"/>
                  </a:lnTo>
                  <a:lnTo>
                    <a:pt x="397" y="24"/>
                  </a:lnTo>
                  <a:lnTo>
                    <a:pt x="390" y="18"/>
                  </a:lnTo>
                  <a:lnTo>
                    <a:pt x="382" y="15"/>
                  </a:lnTo>
                  <a:lnTo>
                    <a:pt x="376" y="12"/>
                  </a:lnTo>
                  <a:lnTo>
                    <a:pt x="359" y="7"/>
                  </a:lnTo>
                  <a:lnTo>
                    <a:pt x="341" y="3"/>
                  </a:lnTo>
                  <a:lnTo>
                    <a:pt x="325" y="0"/>
                  </a:lnTo>
                  <a:lnTo>
                    <a:pt x="307" y="0"/>
                  </a:lnTo>
                  <a:lnTo>
                    <a:pt x="291" y="0"/>
                  </a:lnTo>
                  <a:lnTo>
                    <a:pt x="276" y="2"/>
                  </a:lnTo>
                  <a:lnTo>
                    <a:pt x="260" y="6"/>
                  </a:lnTo>
                  <a:lnTo>
                    <a:pt x="245" y="9"/>
                  </a:lnTo>
                  <a:lnTo>
                    <a:pt x="231" y="16"/>
                  </a:lnTo>
                  <a:lnTo>
                    <a:pt x="218" y="22"/>
                  </a:lnTo>
                  <a:lnTo>
                    <a:pt x="213" y="27"/>
                  </a:lnTo>
                  <a:lnTo>
                    <a:pt x="209" y="31"/>
                  </a:lnTo>
                  <a:lnTo>
                    <a:pt x="204" y="36"/>
                  </a:lnTo>
                  <a:lnTo>
                    <a:pt x="201" y="42"/>
                  </a:lnTo>
                  <a:lnTo>
                    <a:pt x="194" y="42"/>
                  </a:lnTo>
                  <a:lnTo>
                    <a:pt x="187" y="43"/>
                  </a:lnTo>
                  <a:lnTo>
                    <a:pt x="181" y="44"/>
                  </a:lnTo>
                  <a:lnTo>
                    <a:pt x="176" y="45"/>
                  </a:lnTo>
                  <a:lnTo>
                    <a:pt x="168" y="51"/>
                  </a:lnTo>
                  <a:lnTo>
                    <a:pt x="163" y="56"/>
                  </a:lnTo>
                  <a:lnTo>
                    <a:pt x="158" y="65"/>
                  </a:lnTo>
                  <a:lnTo>
                    <a:pt x="155" y="75"/>
                  </a:lnTo>
                  <a:lnTo>
                    <a:pt x="155" y="87"/>
                  </a:lnTo>
                  <a:lnTo>
                    <a:pt x="155" y="98"/>
                  </a:lnTo>
                  <a:lnTo>
                    <a:pt x="159" y="120"/>
                  </a:lnTo>
                  <a:lnTo>
                    <a:pt x="164" y="138"/>
                  </a:lnTo>
                  <a:lnTo>
                    <a:pt x="164" y="139"/>
                  </a:lnTo>
                  <a:lnTo>
                    <a:pt x="164" y="139"/>
                  </a:lnTo>
                  <a:lnTo>
                    <a:pt x="159" y="144"/>
                  </a:lnTo>
                  <a:lnTo>
                    <a:pt x="154" y="151"/>
                  </a:lnTo>
                  <a:lnTo>
                    <a:pt x="151" y="156"/>
                  </a:lnTo>
                  <a:lnTo>
                    <a:pt x="150" y="162"/>
                  </a:lnTo>
                  <a:lnTo>
                    <a:pt x="149" y="170"/>
                  </a:lnTo>
                  <a:lnTo>
                    <a:pt x="149" y="176"/>
                  </a:lnTo>
                  <a:lnTo>
                    <a:pt x="149" y="184"/>
                  </a:lnTo>
                  <a:lnTo>
                    <a:pt x="150" y="191"/>
                  </a:lnTo>
                  <a:lnTo>
                    <a:pt x="151" y="196"/>
                  </a:lnTo>
                  <a:lnTo>
                    <a:pt x="154" y="201"/>
                  </a:lnTo>
                  <a:lnTo>
                    <a:pt x="156" y="206"/>
                  </a:lnTo>
                  <a:lnTo>
                    <a:pt x="159" y="210"/>
                  </a:lnTo>
                  <a:lnTo>
                    <a:pt x="163" y="214"/>
                  </a:lnTo>
                  <a:lnTo>
                    <a:pt x="167" y="216"/>
                  </a:lnTo>
                  <a:lnTo>
                    <a:pt x="168" y="227"/>
                  </a:lnTo>
                  <a:lnTo>
                    <a:pt x="169" y="237"/>
                  </a:lnTo>
                  <a:lnTo>
                    <a:pt x="172" y="246"/>
                  </a:lnTo>
                  <a:lnTo>
                    <a:pt x="174" y="255"/>
                  </a:lnTo>
                  <a:lnTo>
                    <a:pt x="179" y="271"/>
                  </a:lnTo>
                  <a:lnTo>
                    <a:pt x="187" y="286"/>
                  </a:lnTo>
                  <a:lnTo>
                    <a:pt x="195" y="297"/>
                  </a:lnTo>
                  <a:lnTo>
                    <a:pt x="203" y="306"/>
                  </a:lnTo>
                  <a:lnTo>
                    <a:pt x="210" y="314"/>
                  </a:lnTo>
                  <a:lnTo>
                    <a:pt x="215" y="319"/>
                  </a:lnTo>
                  <a:lnTo>
                    <a:pt x="215" y="364"/>
                  </a:lnTo>
                  <a:lnTo>
                    <a:pt x="201" y="369"/>
                  </a:lnTo>
                  <a:lnTo>
                    <a:pt x="186" y="375"/>
                  </a:lnTo>
                  <a:lnTo>
                    <a:pt x="171" y="381"/>
                  </a:lnTo>
                  <a:lnTo>
                    <a:pt x="155" y="384"/>
                  </a:lnTo>
                  <a:lnTo>
                    <a:pt x="129" y="393"/>
                  </a:lnTo>
                  <a:lnTo>
                    <a:pt x="106" y="401"/>
                  </a:lnTo>
                  <a:lnTo>
                    <a:pt x="83" y="410"/>
                  </a:lnTo>
                  <a:lnTo>
                    <a:pt x="64" y="419"/>
                  </a:lnTo>
                  <a:lnTo>
                    <a:pt x="46" y="428"/>
                  </a:lnTo>
                  <a:lnTo>
                    <a:pt x="32" y="438"/>
                  </a:lnTo>
                  <a:lnTo>
                    <a:pt x="27" y="444"/>
                  </a:lnTo>
                  <a:lnTo>
                    <a:pt x="22" y="449"/>
                  </a:lnTo>
                  <a:lnTo>
                    <a:pt x="18" y="455"/>
                  </a:lnTo>
                  <a:lnTo>
                    <a:pt x="15" y="460"/>
                  </a:lnTo>
                  <a:lnTo>
                    <a:pt x="10" y="479"/>
                  </a:lnTo>
                  <a:lnTo>
                    <a:pt x="6" y="499"/>
                  </a:lnTo>
                  <a:lnTo>
                    <a:pt x="4" y="521"/>
                  </a:lnTo>
                  <a:lnTo>
                    <a:pt x="2" y="540"/>
                  </a:lnTo>
                  <a:lnTo>
                    <a:pt x="0" y="573"/>
                  </a:lnTo>
                  <a:lnTo>
                    <a:pt x="0" y="589"/>
                  </a:lnTo>
                  <a:lnTo>
                    <a:pt x="1" y="594"/>
                  </a:lnTo>
                  <a:lnTo>
                    <a:pt x="4" y="598"/>
                  </a:lnTo>
                  <a:lnTo>
                    <a:pt x="7" y="600"/>
                  </a:lnTo>
                  <a:lnTo>
                    <a:pt x="11" y="602"/>
                  </a:lnTo>
                  <a:lnTo>
                    <a:pt x="350" y="602"/>
                  </a:lnTo>
                  <a:lnTo>
                    <a:pt x="346" y="594"/>
                  </a:lnTo>
                  <a:lnTo>
                    <a:pt x="345" y="589"/>
                  </a:lnTo>
                  <a:lnTo>
                    <a:pt x="345" y="585"/>
                  </a:lnTo>
                  <a:lnTo>
                    <a:pt x="348" y="581"/>
                  </a:lnTo>
                  <a:lnTo>
                    <a:pt x="352" y="57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8" name="Freeform 3674">
              <a:extLst>
                <a:ext uri="{FF2B5EF4-FFF2-40B4-BE49-F238E27FC236}">
                  <a16:creationId xmlns:a16="http://schemas.microsoft.com/office/drawing/2014/main" xmlns="" id="{44A4D0F8-0767-41BC-BE62-0AED99EC8B2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97650" y="5497513"/>
              <a:ext cx="131762" cy="133350"/>
            </a:xfrm>
            <a:custGeom>
              <a:avLst/>
              <a:gdLst>
                <a:gd name="T0" fmla="*/ 151 w 332"/>
                <a:gd name="T1" fmla="*/ 243 h 336"/>
                <a:gd name="T2" fmla="*/ 129 w 332"/>
                <a:gd name="T3" fmla="*/ 235 h 336"/>
                <a:gd name="T4" fmla="*/ 111 w 332"/>
                <a:gd name="T5" fmla="*/ 222 h 336"/>
                <a:gd name="T6" fmla="*/ 97 w 332"/>
                <a:gd name="T7" fmla="*/ 204 h 336"/>
                <a:gd name="T8" fmla="*/ 89 w 332"/>
                <a:gd name="T9" fmla="*/ 182 h 336"/>
                <a:gd name="T10" fmla="*/ 88 w 332"/>
                <a:gd name="T11" fmla="*/ 159 h 336"/>
                <a:gd name="T12" fmla="*/ 94 w 332"/>
                <a:gd name="T13" fmla="*/ 136 h 336"/>
                <a:gd name="T14" fmla="*/ 106 w 332"/>
                <a:gd name="T15" fmla="*/ 117 h 336"/>
                <a:gd name="T16" fmla="*/ 122 w 332"/>
                <a:gd name="T17" fmla="*/ 103 h 336"/>
                <a:gd name="T18" fmla="*/ 143 w 332"/>
                <a:gd name="T19" fmla="*/ 92 h 336"/>
                <a:gd name="T20" fmla="*/ 166 w 332"/>
                <a:gd name="T21" fmla="*/ 89 h 336"/>
                <a:gd name="T22" fmla="*/ 189 w 332"/>
                <a:gd name="T23" fmla="*/ 92 h 336"/>
                <a:gd name="T24" fmla="*/ 210 w 332"/>
                <a:gd name="T25" fmla="*/ 103 h 336"/>
                <a:gd name="T26" fmla="*/ 226 w 332"/>
                <a:gd name="T27" fmla="*/ 117 h 336"/>
                <a:gd name="T28" fmla="*/ 238 w 332"/>
                <a:gd name="T29" fmla="*/ 136 h 336"/>
                <a:gd name="T30" fmla="*/ 243 w 332"/>
                <a:gd name="T31" fmla="*/ 159 h 336"/>
                <a:gd name="T32" fmla="*/ 242 w 332"/>
                <a:gd name="T33" fmla="*/ 182 h 336"/>
                <a:gd name="T34" fmla="*/ 234 w 332"/>
                <a:gd name="T35" fmla="*/ 204 h 336"/>
                <a:gd name="T36" fmla="*/ 221 w 332"/>
                <a:gd name="T37" fmla="*/ 222 h 336"/>
                <a:gd name="T38" fmla="*/ 203 w 332"/>
                <a:gd name="T39" fmla="*/ 235 h 336"/>
                <a:gd name="T40" fmla="*/ 181 w 332"/>
                <a:gd name="T41" fmla="*/ 243 h 336"/>
                <a:gd name="T42" fmla="*/ 306 w 332"/>
                <a:gd name="T43" fmla="*/ 204 h 336"/>
                <a:gd name="T44" fmla="*/ 300 w 332"/>
                <a:gd name="T45" fmla="*/ 195 h 336"/>
                <a:gd name="T46" fmla="*/ 302 w 332"/>
                <a:gd name="T47" fmla="*/ 167 h 336"/>
                <a:gd name="T48" fmla="*/ 300 w 332"/>
                <a:gd name="T49" fmla="*/ 139 h 336"/>
                <a:gd name="T50" fmla="*/ 306 w 332"/>
                <a:gd name="T51" fmla="*/ 130 h 336"/>
                <a:gd name="T52" fmla="*/ 269 w 332"/>
                <a:gd name="T53" fmla="*/ 64 h 336"/>
                <a:gd name="T54" fmla="*/ 257 w 332"/>
                <a:gd name="T55" fmla="*/ 65 h 336"/>
                <a:gd name="T56" fmla="*/ 242 w 332"/>
                <a:gd name="T57" fmla="*/ 53 h 336"/>
                <a:gd name="T58" fmla="*/ 215 w 332"/>
                <a:gd name="T59" fmla="*/ 35 h 336"/>
                <a:gd name="T60" fmla="*/ 207 w 332"/>
                <a:gd name="T61" fmla="*/ 27 h 336"/>
                <a:gd name="T62" fmla="*/ 135 w 332"/>
                <a:gd name="T63" fmla="*/ 0 h 336"/>
                <a:gd name="T64" fmla="*/ 133 w 332"/>
                <a:gd name="T65" fmla="*/ 31 h 336"/>
                <a:gd name="T66" fmla="*/ 113 w 332"/>
                <a:gd name="T67" fmla="*/ 41 h 336"/>
                <a:gd name="T68" fmla="*/ 77 w 332"/>
                <a:gd name="T69" fmla="*/ 63 h 336"/>
                <a:gd name="T70" fmla="*/ 67 w 332"/>
                <a:gd name="T71" fmla="*/ 65 h 336"/>
                <a:gd name="T72" fmla="*/ 0 w 332"/>
                <a:gd name="T73" fmla="*/ 114 h 336"/>
                <a:gd name="T74" fmla="*/ 31 w 332"/>
                <a:gd name="T75" fmla="*/ 135 h 336"/>
                <a:gd name="T76" fmla="*/ 30 w 332"/>
                <a:gd name="T77" fmla="*/ 154 h 336"/>
                <a:gd name="T78" fmla="*/ 31 w 332"/>
                <a:gd name="T79" fmla="*/ 191 h 336"/>
                <a:gd name="T80" fmla="*/ 29 w 332"/>
                <a:gd name="T81" fmla="*/ 202 h 336"/>
                <a:gd name="T82" fmla="*/ 38 w 332"/>
                <a:gd name="T83" fmla="*/ 284 h 336"/>
                <a:gd name="T84" fmla="*/ 71 w 332"/>
                <a:gd name="T85" fmla="*/ 267 h 336"/>
                <a:gd name="T86" fmla="*/ 89 w 332"/>
                <a:gd name="T87" fmla="*/ 279 h 336"/>
                <a:gd name="T88" fmla="*/ 139 w 332"/>
                <a:gd name="T89" fmla="*/ 300 h 336"/>
                <a:gd name="T90" fmla="*/ 146 w 332"/>
                <a:gd name="T91" fmla="*/ 308 h 336"/>
                <a:gd name="T92" fmla="*/ 207 w 332"/>
                <a:gd name="T93" fmla="*/ 336 h 336"/>
                <a:gd name="T94" fmla="*/ 208 w 332"/>
                <a:gd name="T95" fmla="*/ 306 h 336"/>
                <a:gd name="T96" fmla="*/ 223 w 332"/>
                <a:gd name="T97" fmla="*/ 297 h 336"/>
                <a:gd name="T98" fmla="*/ 246 w 332"/>
                <a:gd name="T99" fmla="*/ 279 h 336"/>
                <a:gd name="T100" fmla="*/ 257 w 332"/>
                <a:gd name="T101" fmla="*/ 268 h 336"/>
                <a:gd name="T102" fmla="*/ 269 w 332"/>
                <a:gd name="T103" fmla="*/ 270 h 336"/>
                <a:gd name="T104" fmla="*/ 306 w 332"/>
                <a:gd name="T105" fmla="*/ 204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332" h="336">
                  <a:moveTo>
                    <a:pt x="166" y="245"/>
                  </a:moveTo>
                  <a:lnTo>
                    <a:pt x="158" y="244"/>
                  </a:lnTo>
                  <a:lnTo>
                    <a:pt x="151" y="243"/>
                  </a:lnTo>
                  <a:lnTo>
                    <a:pt x="143" y="241"/>
                  </a:lnTo>
                  <a:lnTo>
                    <a:pt x="135" y="239"/>
                  </a:lnTo>
                  <a:lnTo>
                    <a:pt x="129" y="235"/>
                  </a:lnTo>
                  <a:lnTo>
                    <a:pt x="122" y="231"/>
                  </a:lnTo>
                  <a:lnTo>
                    <a:pt x="116" y="227"/>
                  </a:lnTo>
                  <a:lnTo>
                    <a:pt x="111" y="222"/>
                  </a:lnTo>
                  <a:lnTo>
                    <a:pt x="106" y="217"/>
                  </a:lnTo>
                  <a:lnTo>
                    <a:pt x="101" y="211"/>
                  </a:lnTo>
                  <a:lnTo>
                    <a:pt x="97" y="204"/>
                  </a:lnTo>
                  <a:lnTo>
                    <a:pt x="94" y="198"/>
                  </a:lnTo>
                  <a:lnTo>
                    <a:pt x="92" y="190"/>
                  </a:lnTo>
                  <a:lnTo>
                    <a:pt x="89" y="182"/>
                  </a:lnTo>
                  <a:lnTo>
                    <a:pt x="88" y="175"/>
                  </a:lnTo>
                  <a:lnTo>
                    <a:pt x="88" y="167"/>
                  </a:lnTo>
                  <a:lnTo>
                    <a:pt x="88" y="159"/>
                  </a:lnTo>
                  <a:lnTo>
                    <a:pt x="89" y="151"/>
                  </a:lnTo>
                  <a:lnTo>
                    <a:pt x="92" y="144"/>
                  </a:lnTo>
                  <a:lnTo>
                    <a:pt x="94" y="136"/>
                  </a:lnTo>
                  <a:lnTo>
                    <a:pt x="97" y="130"/>
                  </a:lnTo>
                  <a:lnTo>
                    <a:pt x="101" y="123"/>
                  </a:lnTo>
                  <a:lnTo>
                    <a:pt x="106" y="117"/>
                  </a:lnTo>
                  <a:lnTo>
                    <a:pt x="111" y="112"/>
                  </a:lnTo>
                  <a:lnTo>
                    <a:pt x="116" y="106"/>
                  </a:lnTo>
                  <a:lnTo>
                    <a:pt x="122" y="103"/>
                  </a:lnTo>
                  <a:lnTo>
                    <a:pt x="129" y="99"/>
                  </a:lnTo>
                  <a:lnTo>
                    <a:pt x="135" y="95"/>
                  </a:lnTo>
                  <a:lnTo>
                    <a:pt x="143" y="92"/>
                  </a:lnTo>
                  <a:lnTo>
                    <a:pt x="151" y="90"/>
                  </a:lnTo>
                  <a:lnTo>
                    <a:pt x="158" y="90"/>
                  </a:lnTo>
                  <a:lnTo>
                    <a:pt x="166" y="89"/>
                  </a:lnTo>
                  <a:lnTo>
                    <a:pt x="174" y="90"/>
                  </a:lnTo>
                  <a:lnTo>
                    <a:pt x="181" y="90"/>
                  </a:lnTo>
                  <a:lnTo>
                    <a:pt x="189" y="92"/>
                  </a:lnTo>
                  <a:lnTo>
                    <a:pt x="196" y="95"/>
                  </a:lnTo>
                  <a:lnTo>
                    <a:pt x="203" y="99"/>
                  </a:lnTo>
                  <a:lnTo>
                    <a:pt x="210" y="103"/>
                  </a:lnTo>
                  <a:lnTo>
                    <a:pt x="215" y="106"/>
                  </a:lnTo>
                  <a:lnTo>
                    <a:pt x="221" y="112"/>
                  </a:lnTo>
                  <a:lnTo>
                    <a:pt x="226" y="117"/>
                  </a:lnTo>
                  <a:lnTo>
                    <a:pt x="230" y="123"/>
                  </a:lnTo>
                  <a:lnTo>
                    <a:pt x="234" y="130"/>
                  </a:lnTo>
                  <a:lnTo>
                    <a:pt x="238" y="136"/>
                  </a:lnTo>
                  <a:lnTo>
                    <a:pt x="241" y="144"/>
                  </a:lnTo>
                  <a:lnTo>
                    <a:pt x="242" y="151"/>
                  </a:lnTo>
                  <a:lnTo>
                    <a:pt x="243" y="159"/>
                  </a:lnTo>
                  <a:lnTo>
                    <a:pt x="244" y="167"/>
                  </a:lnTo>
                  <a:lnTo>
                    <a:pt x="243" y="175"/>
                  </a:lnTo>
                  <a:lnTo>
                    <a:pt x="242" y="182"/>
                  </a:lnTo>
                  <a:lnTo>
                    <a:pt x="241" y="190"/>
                  </a:lnTo>
                  <a:lnTo>
                    <a:pt x="238" y="198"/>
                  </a:lnTo>
                  <a:lnTo>
                    <a:pt x="234" y="204"/>
                  </a:lnTo>
                  <a:lnTo>
                    <a:pt x="230" y="211"/>
                  </a:lnTo>
                  <a:lnTo>
                    <a:pt x="226" y="217"/>
                  </a:lnTo>
                  <a:lnTo>
                    <a:pt x="221" y="222"/>
                  </a:lnTo>
                  <a:lnTo>
                    <a:pt x="215" y="227"/>
                  </a:lnTo>
                  <a:lnTo>
                    <a:pt x="210" y="231"/>
                  </a:lnTo>
                  <a:lnTo>
                    <a:pt x="203" y="235"/>
                  </a:lnTo>
                  <a:lnTo>
                    <a:pt x="196" y="239"/>
                  </a:lnTo>
                  <a:lnTo>
                    <a:pt x="189" y="241"/>
                  </a:lnTo>
                  <a:lnTo>
                    <a:pt x="181" y="243"/>
                  </a:lnTo>
                  <a:lnTo>
                    <a:pt x="174" y="244"/>
                  </a:lnTo>
                  <a:lnTo>
                    <a:pt x="166" y="245"/>
                  </a:lnTo>
                  <a:close/>
                  <a:moveTo>
                    <a:pt x="306" y="204"/>
                  </a:moveTo>
                  <a:lnTo>
                    <a:pt x="302" y="202"/>
                  </a:lnTo>
                  <a:lnTo>
                    <a:pt x="301" y="199"/>
                  </a:lnTo>
                  <a:lnTo>
                    <a:pt x="300" y="195"/>
                  </a:lnTo>
                  <a:lnTo>
                    <a:pt x="300" y="191"/>
                  </a:lnTo>
                  <a:lnTo>
                    <a:pt x="302" y="180"/>
                  </a:lnTo>
                  <a:lnTo>
                    <a:pt x="302" y="167"/>
                  </a:lnTo>
                  <a:lnTo>
                    <a:pt x="302" y="154"/>
                  </a:lnTo>
                  <a:lnTo>
                    <a:pt x="300" y="142"/>
                  </a:lnTo>
                  <a:lnTo>
                    <a:pt x="300" y="139"/>
                  </a:lnTo>
                  <a:lnTo>
                    <a:pt x="301" y="135"/>
                  </a:lnTo>
                  <a:lnTo>
                    <a:pt x="302" y="132"/>
                  </a:lnTo>
                  <a:lnTo>
                    <a:pt x="306" y="130"/>
                  </a:lnTo>
                  <a:lnTo>
                    <a:pt x="332" y="114"/>
                  </a:lnTo>
                  <a:lnTo>
                    <a:pt x="293" y="50"/>
                  </a:lnTo>
                  <a:lnTo>
                    <a:pt x="269" y="64"/>
                  </a:lnTo>
                  <a:lnTo>
                    <a:pt x="265" y="65"/>
                  </a:lnTo>
                  <a:lnTo>
                    <a:pt x="261" y="65"/>
                  </a:lnTo>
                  <a:lnTo>
                    <a:pt x="257" y="65"/>
                  </a:lnTo>
                  <a:lnTo>
                    <a:pt x="255" y="63"/>
                  </a:lnTo>
                  <a:lnTo>
                    <a:pt x="251" y="59"/>
                  </a:lnTo>
                  <a:lnTo>
                    <a:pt x="242" y="53"/>
                  </a:lnTo>
                  <a:lnTo>
                    <a:pt x="233" y="45"/>
                  </a:lnTo>
                  <a:lnTo>
                    <a:pt x="224" y="40"/>
                  </a:lnTo>
                  <a:lnTo>
                    <a:pt x="215" y="35"/>
                  </a:lnTo>
                  <a:lnTo>
                    <a:pt x="211" y="33"/>
                  </a:lnTo>
                  <a:lnTo>
                    <a:pt x="208" y="31"/>
                  </a:lnTo>
                  <a:lnTo>
                    <a:pt x="207" y="27"/>
                  </a:lnTo>
                  <a:lnTo>
                    <a:pt x="207" y="24"/>
                  </a:lnTo>
                  <a:lnTo>
                    <a:pt x="207" y="0"/>
                  </a:lnTo>
                  <a:lnTo>
                    <a:pt x="135" y="0"/>
                  </a:lnTo>
                  <a:lnTo>
                    <a:pt x="135" y="24"/>
                  </a:lnTo>
                  <a:lnTo>
                    <a:pt x="134" y="27"/>
                  </a:lnTo>
                  <a:lnTo>
                    <a:pt x="133" y="31"/>
                  </a:lnTo>
                  <a:lnTo>
                    <a:pt x="130" y="33"/>
                  </a:lnTo>
                  <a:lnTo>
                    <a:pt x="126" y="35"/>
                  </a:lnTo>
                  <a:lnTo>
                    <a:pt x="113" y="41"/>
                  </a:lnTo>
                  <a:lnTo>
                    <a:pt x="101" y="47"/>
                  </a:lnTo>
                  <a:lnTo>
                    <a:pt x="88" y="55"/>
                  </a:lnTo>
                  <a:lnTo>
                    <a:pt x="77" y="63"/>
                  </a:lnTo>
                  <a:lnTo>
                    <a:pt x="75" y="65"/>
                  </a:lnTo>
                  <a:lnTo>
                    <a:pt x="71" y="65"/>
                  </a:lnTo>
                  <a:lnTo>
                    <a:pt x="67" y="65"/>
                  </a:lnTo>
                  <a:lnTo>
                    <a:pt x="63" y="64"/>
                  </a:lnTo>
                  <a:lnTo>
                    <a:pt x="38" y="50"/>
                  </a:lnTo>
                  <a:lnTo>
                    <a:pt x="0" y="114"/>
                  </a:lnTo>
                  <a:lnTo>
                    <a:pt x="26" y="130"/>
                  </a:lnTo>
                  <a:lnTo>
                    <a:pt x="29" y="132"/>
                  </a:lnTo>
                  <a:lnTo>
                    <a:pt x="31" y="135"/>
                  </a:lnTo>
                  <a:lnTo>
                    <a:pt x="33" y="139"/>
                  </a:lnTo>
                  <a:lnTo>
                    <a:pt x="31" y="142"/>
                  </a:lnTo>
                  <a:lnTo>
                    <a:pt x="30" y="154"/>
                  </a:lnTo>
                  <a:lnTo>
                    <a:pt x="30" y="167"/>
                  </a:lnTo>
                  <a:lnTo>
                    <a:pt x="30" y="178"/>
                  </a:lnTo>
                  <a:lnTo>
                    <a:pt x="31" y="191"/>
                  </a:lnTo>
                  <a:lnTo>
                    <a:pt x="33" y="195"/>
                  </a:lnTo>
                  <a:lnTo>
                    <a:pt x="31" y="199"/>
                  </a:lnTo>
                  <a:lnTo>
                    <a:pt x="29" y="202"/>
                  </a:lnTo>
                  <a:lnTo>
                    <a:pt x="26" y="204"/>
                  </a:lnTo>
                  <a:lnTo>
                    <a:pt x="0" y="220"/>
                  </a:lnTo>
                  <a:lnTo>
                    <a:pt x="38" y="284"/>
                  </a:lnTo>
                  <a:lnTo>
                    <a:pt x="63" y="270"/>
                  </a:lnTo>
                  <a:lnTo>
                    <a:pt x="67" y="268"/>
                  </a:lnTo>
                  <a:lnTo>
                    <a:pt x="71" y="267"/>
                  </a:lnTo>
                  <a:lnTo>
                    <a:pt x="75" y="268"/>
                  </a:lnTo>
                  <a:lnTo>
                    <a:pt x="77" y="271"/>
                  </a:lnTo>
                  <a:lnTo>
                    <a:pt x="89" y="279"/>
                  </a:lnTo>
                  <a:lnTo>
                    <a:pt x="106" y="286"/>
                  </a:lnTo>
                  <a:lnTo>
                    <a:pt x="124" y="295"/>
                  </a:lnTo>
                  <a:lnTo>
                    <a:pt x="139" y="300"/>
                  </a:lnTo>
                  <a:lnTo>
                    <a:pt x="142" y="303"/>
                  </a:lnTo>
                  <a:lnTo>
                    <a:pt x="144" y="306"/>
                  </a:lnTo>
                  <a:lnTo>
                    <a:pt x="146" y="308"/>
                  </a:lnTo>
                  <a:lnTo>
                    <a:pt x="147" y="312"/>
                  </a:lnTo>
                  <a:lnTo>
                    <a:pt x="147" y="336"/>
                  </a:lnTo>
                  <a:lnTo>
                    <a:pt x="207" y="336"/>
                  </a:lnTo>
                  <a:lnTo>
                    <a:pt x="207" y="312"/>
                  </a:lnTo>
                  <a:lnTo>
                    <a:pt x="207" y="308"/>
                  </a:lnTo>
                  <a:lnTo>
                    <a:pt x="208" y="306"/>
                  </a:lnTo>
                  <a:lnTo>
                    <a:pt x="211" y="303"/>
                  </a:lnTo>
                  <a:lnTo>
                    <a:pt x="215" y="300"/>
                  </a:lnTo>
                  <a:lnTo>
                    <a:pt x="223" y="297"/>
                  </a:lnTo>
                  <a:lnTo>
                    <a:pt x="230" y="291"/>
                  </a:lnTo>
                  <a:lnTo>
                    <a:pt x="238" y="285"/>
                  </a:lnTo>
                  <a:lnTo>
                    <a:pt x="246" y="279"/>
                  </a:lnTo>
                  <a:lnTo>
                    <a:pt x="250" y="275"/>
                  </a:lnTo>
                  <a:lnTo>
                    <a:pt x="255" y="271"/>
                  </a:lnTo>
                  <a:lnTo>
                    <a:pt x="257" y="268"/>
                  </a:lnTo>
                  <a:lnTo>
                    <a:pt x="261" y="267"/>
                  </a:lnTo>
                  <a:lnTo>
                    <a:pt x="265" y="268"/>
                  </a:lnTo>
                  <a:lnTo>
                    <a:pt x="269" y="270"/>
                  </a:lnTo>
                  <a:lnTo>
                    <a:pt x="295" y="284"/>
                  </a:lnTo>
                  <a:lnTo>
                    <a:pt x="332" y="220"/>
                  </a:lnTo>
                  <a:lnTo>
                    <a:pt x="306" y="2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aphicFrame>
        <p:nvGraphicFramePr>
          <p:cNvPr id="24" name="Diagram 23"/>
          <p:cNvGraphicFramePr/>
          <p:nvPr>
            <p:extLst>
              <p:ext uri="{D42A27DB-BD31-4B8C-83A1-F6EECF244321}">
                <p14:modId xmlns:p14="http://schemas.microsoft.com/office/powerpoint/2010/main" val="2491003031"/>
              </p:ext>
            </p:extLst>
          </p:nvPr>
        </p:nvGraphicFramePr>
        <p:xfrm>
          <a:off x="5247503" y="966097"/>
          <a:ext cx="617014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2" name="Picture 1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819" y="1671228"/>
            <a:ext cx="2673649" cy="3052485"/>
          </a:xfrm>
          <a:prstGeom prst="rect">
            <a:avLst/>
          </a:prstGeom>
        </p:spPr>
      </p:pic>
      <p:pic>
        <p:nvPicPr>
          <p:cNvPr id="1026" name="Picture 2" descr="https://phystechpark.ru/upload/iblock/b82/b8249bb2956bc0bfd18294f4e6acdbd1.jpg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6225" y="2706988"/>
            <a:ext cx="1086241" cy="1086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0049" y="2816352"/>
            <a:ext cx="601275" cy="433756"/>
          </a:xfrm>
          <a:prstGeom prst="rect">
            <a:avLst/>
          </a:prstGeom>
        </p:spPr>
      </p:pic>
      <p:pic>
        <p:nvPicPr>
          <p:cNvPr id="1034" name="Picture 10" descr="Картинки по запросу luxoft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5422" y="4946660"/>
            <a:ext cx="1442449" cy="724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Картинки по запросу school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6225" y="1684001"/>
            <a:ext cx="1084519" cy="744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9258494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Oval 22">
            <a:extLst>
              <a:ext uri="{FF2B5EF4-FFF2-40B4-BE49-F238E27FC236}">
                <a16:creationId xmlns:a16="http://schemas.microsoft.com/office/drawing/2014/main" xmlns="" id="{364CFD90-D0E1-4BC3-9D8B-7503E2632C3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4111626" y="1720850"/>
            <a:ext cx="3968750" cy="3968750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 hidden="1">
            <a:extLst>
              <a:ext uri="{FF2B5EF4-FFF2-40B4-BE49-F238E27FC236}">
                <a16:creationId xmlns:a16="http://schemas.microsoft.com/office/drawing/2014/main" xmlns="" id="{B5981CF1-BC08-49F8-B0F9-AAF98EC6745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2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D0986099-F5F2-4E8B-BE17-81194861A00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xmlns="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My area of interests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/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xmlns="" id="{83E690F4-843A-47A5-8620-4FB01C0D8E6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xmlns="" id="{E3ECCC05-FF78-40FA-84FF-172821D8B58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5248275" y="2857500"/>
            <a:ext cx="1695450" cy="169545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latin typeface="+mj-lt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xmlns="" id="{D6178536-4D8A-4FF2-BBDC-4B3E7E0FCF2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7066621" y="1613877"/>
            <a:ext cx="3296579" cy="740997"/>
          </a:xfrm>
          <a:prstGeom prst="roundRect">
            <a:avLst>
              <a:gd name="adj" fmla="val 5000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DATA ENGINEERING</a:t>
            </a:r>
            <a:endParaRPr lang="en-US" sz="1600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xmlns="" id="{416F1356-9015-4B5C-9C64-3C1D963E5F5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6832600" y="1514475"/>
            <a:ext cx="939800" cy="9398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xmlns="" id="{EB7F2E37-0ACF-4E8A-9C1D-EC5B65BA290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7693025" y="3334727"/>
            <a:ext cx="3660775" cy="740997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DESIGN, GUI, UX</a:t>
            </a:r>
            <a:endParaRPr lang="en-US" sz="1600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xmlns="" id="{88F812F5-70AF-4FBD-80D9-D59B3C456D5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7490264" y="3235325"/>
            <a:ext cx="939800" cy="9398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xmlns="" id="{952C5002-7E64-4069-ACA0-6876E54A9B4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7251701" y="5125204"/>
            <a:ext cx="3660775" cy="740997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SOFT SKILLS</a:t>
            </a:r>
            <a:endParaRPr lang="en-US" sz="1600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xmlns="" id="{A49C5F3A-6F0D-4A0F-AE6E-92F342C22AC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6832600" y="5055576"/>
            <a:ext cx="939800" cy="9398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xmlns="" id="{94A75A79-A67A-4A23-8588-7FC5EB9A518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1351006" y="1613877"/>
            <a:ext cx="3608606" cy="740997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SOFTWARE ENGINERING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xmlns="" id="{BBC62739-FA35-49F8-8929-743B31F55A6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4419600" y="1514475"/>
            <a:ext cx="939800" cy="9398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xmlns="" id="{71BB375D-5EE6-4428-9817-2C7DB6B9433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838200" y="3334727"/>
            <a:ext cx="3660775" cy="740997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ALGO TRADING</a:t>
            </a:r>
            <a:endParaRPr lang="en-US" sz="1600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xmlns="" id="{B3A511B7-C7F3-4107-9962-1E10D2E087D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3670300" y="3235325"/>
            <a:ext cx="939800" cy="9398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xmlns="" id="{D4D7D4B6-62C2-45AB-89A5-3A41DA021FD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1587500" y="5154978"/>
            <a:ext cx="3660775" cy="740997"/>
          </a:xfrm>
          <a:prstGeom prst="roundRect">
            <a:avLst>
              <a:gd name="adj" fmla="val 5000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FINANCE</a:t>
            </a:r>
            <a:endParaRPr lang="en-US" sz="1600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xmlns="" id="{83902602-D4BC-4D44-AC14-BB55A86C5D0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4419600" y="5055576"/>
            <a:ext cx="939800" cy="9398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1" name="Group 30" descr="Icons of bar chart and line graph.">
            <a:extLst>
              <a:ext uri="{FF2B5EF4-FFF2-40B4-BE49-F238E27FC236}">
                <a16:creationId xmlns:a16="http://schemas.microsoft.com/office/drawing/2014/main" xmlns="" id="{044C3643-8A0E-47C1-BEB8-C73203B5E58D}"/>
              </a:ext>
            </a:extLst>
          </p:cNvPr>
          <p:cNvGrpSpPr/>
          <p:nvPr/>
        </p:nvGrpSpPr>
        <p:grpSpPr>
          <a:xfrm>
            <a:off x="4715660" y="5323738"/>
            <a:ext cx="347679" cy="347679"/>
            <a:chOff x="4319588" y="2492375"/>
            <a:chExt cx="287338" cy="287338"/>
          </a:xfrm>
          <a:solidFill>
            <a:schemeClr val="bg1"/>
          </a:solidFill>
        </p:grpSpPr>
        <p:sp>
          <p:nvSpPr>
            <p:cNvPr id="32" name="Freeform 372">
              <a:extLst>
                <a:ext uri="{FF2B5EF4-FFF2-40B4-BE49-F238E27FC236}">
                  <a16:creationId xmlns:a16="http://schemas.microsoft.com/office/drawing/2014/main" xmlns="" id="{56E8F5A5-5318-470B-8F42-337C264086A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9588" y="2587625"/>
              <a:ext cx="287338" cy="192088"/>
            </a:xfrm>
            <a:custGeom>
              <a:avLst/>
              <a:gdLst>
                <a:gd name="T0" fmla="*/ 843 w 904"/>
                <a:gd name="T1" fmla="*/ 572 h 602"/>
                <a:gd name="T2" fmla="*/ 843 w 904"/>
                <a:gd name="T3" fmla="*/ 12 h 602"/>
                <a:gd name="T4" fmla="*/ 841 w 904"/>
                <a:gd name="T5" fmla="*/ 7 h 602"/>
                <a:gd name="T6" fmla="*/ 836 w 904"/>
                <a:gd name="T7" fmla="*/ 3 h 602"/>
                <a:gd name="T8" fmla="*/ 831 w 904"/>
                <a:gd name="T9" fmla="*/ 1 h 602"/>
                <a:gd name="T10" fmla="*/ 708 w 904"/>
                <a:gd name="T11" fmla="*/ 0 h 602"/>
                <a:gd name="T12" fmla="*/ 702 w 904"/>
                <a:gd name="T13" fmla="*/ 2 h 602"/>
                <a:gd name="T14" fmla="*/ 697 w 904"/>
                <a:gd name="T15" fmla="*/ 5 h 602"/>
                <a:gd name="T16" fmla="*/ 694 w 904"/>
                <a:gd name="T17" fmla="*/ 9 h 602"/>
                <a:gd name="T18" fmla="*/ 693 w 904"/>
                <a:gd name="T19" fmla="*/ 16 h 602"/>
                <a:gd name="T20" fmla="*/ 632 w 904"/>
                <a:gd name="T21" fmla="*/ 572 h 602"/>
                <a:gd name="T22" fmla="*/ 632 w 904"/>
                <a:gd name="T23" fmla="*/ 283 h 602"/>
                <a:gd name="T24" fmla="*/ 630 w 904"/>
                <a:gd name="T25" fmla="*/ 277 h 602"/>
                <a:gd name="T26" fmla="*/ 626 w 904"/>
                <a:gd name="T27" fmla="*/ 274 h 602"/>
                <a:gd name="T28" fmla="*/ 621 w 904"/>
                <a:gd name="T29" fmla="*/ 271 h 602"/>
                <a:gd name="T30" fmla="*/ 497 w 904"/>
                <a:gd name="T31" fmla="*/ 271 h 602"/>
                <a:gd name="T32" fmla="*/ 491 w 904"/>
                <a:gd name="T33" fmla="*/ 272 h 602"/>
                <a:gd name="T34" fmla="*/ 487 w 904"/>
                <a:gd name="T35" fmla="*/ 275 h 602"/>
                <a:gd name="T36" fmla="*/ 483 w 904"/>
                <a:gd name="T37" fmla="*/ 281 h 602"/>
                <a:gd name="T38" fmla="*/ 482 w 904"/>
                <a:gd name="T39" fmla="*/ 286 h 602"/>
                <a:gd name="T40" fmla="*/ 421 w 904"/>
                <a:gd name="T41" fmla="*/ 572 h 602"/>
                <a:gd name="T42" fmla="*/ 421 w 904"/>
                <a:gd name="T43" fmla="*/ 193 h 602"/>
                <a:gd name="T44" fmla="*/ 419 w 904"/>
                <a:gd name="T45" fmla="*/ 187 h 602"/>
                <a:gd name="T46" fmla="*/ 415 w 904"/>
                <a:gd name="T47" fmla="*/ 183 h 602"/>
                <a:gd name="T48" fmla="*/ 409 w 904"/>
                <a:gd name="T49" fmla="*/ 181 h 602"/>
                <a:gd name="T50" fmla="*/ 286 w 904"/>
                <a:gd name="T51" fmla="*/ 181 h 602"/>
                <a:gd name="T52" fmla="*/ 281 w 904"/>
                <a:gd name="T53" fmla="*/ 182 h 602"/>
                <a:gd name="T54" fmla="*/ 275 w 904"/>
                <a:gd name="T55" fmla="*/ 185 h 602"/>
                <a:gd name="T56" fmla="*/ 272 w 904"/>
                <a:gd name="T57" fmla="*/ 190 h 602"/>
                <a:gd name="T58" fmla="*/ 271 w 904"/>
                <a:gd name="T59" fmla="*/ 196 h 602"/>
                <a:gd name="T60" fmla="*/ 211 w 904"/>
                <a:gd name="T61" fmla="*/ 572 h 602"/>
                <a:gd name="T62" fmla="*/ 211 w 904"/>
                <a:gd name="T63" fmla="*/ 404 h 602"/>
                <a:gd name="T64" fmla="*/ 209 w 904"/>
                <a:gd name="T65" fmla="*/ 399 h 602"/>
                <a:gd name="T66" fmla="*/ 205 w 904"/>
                <a:gd name="T67" fmla="*/ 394 h 602"/>
                <a:gd name="T68" fmla="*/ 199 w 904"/>
                <a:gd name="T69" fmla="*/ 392 h 602"/>
                <a:gd name="T70" fmla="*/ 76 w 904"/>
                <a:gd name="T71" fmla="*/ 391 h 602"/>
                <a:gd name="T72" fmla="*/ 69 w 904"/>
                <a:gd name="T73" fmla="*/ 392 h 602"/>
                <a:gd name="T74" fmla="*/ 65 w 904"/>
                <a:gd name="T75" fmla="*/ 396 h 602"/>
                <a:gd name="T76" fmla="*/ 62 w 904"/>
                <a:gd name="T77" fmla="*/ 401 h 602"/>
                <a:gd name="T78" fmla="*/ 61 w 904"/>
                <a:gd name="T79" fmla="*/ 406 h 602"/>
                <a:gd name="T80" fmla="*/ 15 w 904"/>
                <a:gd name="T81" fmla="*/ 572 h 602"/>
                <a:gd name="T82" fmla="*/ 9 w 904"/>
                <a:gd name="T83" fmla="*/ 573 h 602"/>
                <a:gd name="T84" fmla="*/ 5 w 904"/>
                <a:gd name="T85" fmla="*/ 577 h 602"/>
                <a:gd name="T86" fmla="*/ 2 w 904"/>
                <a:gd name="T87" fmla="*/ 581 h 602"/>
                <a:gd name="T88" fmla="*/ 0 w 904"/>
                <a:gd name="T89" fmla="*/ 587 h 602"/>
                <a:gd name="T90" fmla="*/ 2 w 904"/>
                <a:gd name="T91" fmla="*/ 593 h 602"/>
                <a:gd name="T92" fmla="*/ 5 w 904"/>
                <a:gd name="T93" fmla="*/ 598 h 602"/>
                <a:gd name="T94" fmla="*/ 9 w 904"/>
                <a:gd name="T95" fmla="*/ 601 h 602"/>
                <a:gd name="T96" fmla="*/ 15 w 904"/>
                <a:gd name="T97" fmla="*/ 602 h 602"/>
                <a:gd name="T98" fmla="*/ 196 w 904"/>
                <a:gd name="T99" fmla="*/ 602 h 602"/>
                <a:gd name="T100" fmla="*/ 406 w 904"/>
                <a:gd name="T101" fmla="*/ 602 h 602"/>
                <a:gd name="T102" fmla="*/ 617 w 904"/>
                <a:gd name="T103" fmla="*/ 602 h 602"/>
                <a:gd name="T104" fmla="*/ 828 w 904"/>
                <a:gd name="T105" fmla="*/ 602 h 602"/>
                <a:gd name="T106" fmla="*/ 891 w 904"/>
                <a:gd name="T107" fmla="*/ 602 h 602"/>
                <a:gd name="T108" fmla="*/ 896 w 904"/>
                <a:gd name="T109" fmla="*/ 600 h 602"/>
                <a:gd name="T110" fmla="*/ 901 w 904"/>
                <a:gd name="T111" fmla="*/ 596 h 602"/>
                <a:gd name="T112" fmla="*/ 903 w 904"/>
                <a:gd name="T113" fmla="*/ 591 h 602"/>
                <a:gd name="T114" fmla="*/ 903 w 904"/>
                <a:gd name="T115" fmla="*/ 584 h 602"/>
                <a:gd name="T116" fmla="*/ 901 w 904"/>
                <a:gd name="T117" fmla="*/ 579 h 602"/>
                <a:gd name="T118" fmla="*/ 896 w 904"/>
                <a:gd name="T119" fmla="*/ 575 h 602"/>
                <a:gd name="T120" fmla="*/ 891 w 904"/>
                <a:gd name="T121" fmla="*/ 572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904" h="602">
                  <a:moveTo>
                    <a:pt x="889" y="572"/>
                  </a:moveTo>
                  <a:lnTo>
                    <a:pt x="843" y="572"/>
                  </a:lnTo>
                  <a:lnTo>
                    <a:pt x="843" y="16"/>
                  </a:lnTo>
                  <a:lnTo>
                    <a:pt x="843" y="12"/>
                  </a:lnTo>
                  <a:lnTo>
                    <a:pt x="842" y="9"/>
                  </a:lnTo>
                  <a:lnTo>
                    <a:pt x="841" y="7"/>
                  </a:lnTo>
                  <a:lnTo>
                    <a:pt x="838" y="5"/>
                  </a:lnTo>
                  <a:lnTo>
                    <a:pt x="836" y="3"/>
                  </a:lnTo>
                  <a:lnTo>
                    <a:pt x="834" y="2"/>
                  </a:lnTo>
                  <a:lnTo>
                    <a:pt x="831" y="1"/>
                  </a:lnTo>
                  <a:lnTo>
                    <a:pt x="828" y="1"/>
                  </a:lnTo>
                  <a:lnTo>
                    <a:pt x="708" y="0"/>
                  </a:lnTo>
                  <a:lnTo>
                    <a:pt x="704" y="1"/>
                  </a:lnTo>
                  <a:lnTo>
                    <a:pt x="702" y="2"/>
                  </a:lnTo>
                  <a:lnTo>
                    <a:pt x="699" y="3"/>
                  </a:lnTo>
                  <a:lnTo>
                    <a:pt x="697" y="5"/>
                  </a:lnTo>
                  <a:lnTo>
                    <a:pt x="695" y="7"/>
                  </a:lnTo>
                  <a:lnTo>
                    <a:pt x="694" y="9"/>
                  </a:lnTo>
                  <a:lnTo>
                    <a:pt x="693" y="12"/>
                  </a:lnTo>
                  <a:lnTo>
                    <a:pt x="693" y="16"/>
                  </a:lnTo>
                  <a:lnTo>
                    <a:pt x="693" y="572"/>
                  </a:lnTo>
                  <a:lnTo>
                    <a:pt x="632" y="572"/>
                  </a:lnTo>
                  <a:lnTo>
                    <a:pt x="632" y="286"/>
                  </a:lnTo>
                  <a:lnTo>
                    <a:pt x="632" y="283"/>
                  </a:lnTo>
                  <a:lnTo>
                    <a:pt x="631" y="281"/>
                  </a:lnTo>
                  <a:lnTo>
                    <a:pt x="630" y="277"/>
                  </a:lnTo>
                  <a:lnTo>
                    <a:pt x="628" y="275"/>
                  </a:lnTo>
                  <a:lnTo>
                    <a:pt x="626" y="274"/>
                  </a:lnTo>
                  <a:lnTo>
                    <a:pt x="623" y="272"/>
                  </a:lnTo>
                  <a:lnTo>
                    <a:pt x="621" y="271"/>
                  </a:lnTo>
                  <a:lnTo>
                    <a:pt x="617" y="271"/>
                  </a:lnTo>
                  <a:lnTo>
                    <a:pt x="497" y="271"/>
                  </a:lnTo>
                  <a:lnTo>
                    <a:pt x="494" y="271"/>
                  </a:lnTo>
                  <a:lnTo>
                    <a:pt x="491" y="272"/>
                  </a:lnTo>
                  <a:lnTo>
                    <a:pt x="489" y="274"/>
                  </a:lnTo>
                  <a:lnTo>
                    <a:pt x="487" y="275"/>
                  </a:lnTo>
                  <a:lnTo>
                    <a:pt x="484" y="277"/>
                  </a:lnTo>
                  <a:lnTo>
                    <a:pt x="483" y="281"/>
                  </a:lnTo>
                  <a:lnTo>
                    <a:pt x="482" y="283"/>
                  </a:lnTo>
                  <a:lnTo>
                    <a:pt x="482" y="286"/>
                  </a:lnTo>
                  <a:lnTo>
                    <a:pt x="482" y="572"/>
                  </a:lnTo>
                  <a:lnTo>
                    <a:pt x="421" y="572"/>
                  </a:lnTo>
                  <a:lnTo>
                    <a:pt x="421" y="196"/>
                  </a:lnTo>
                  <a:lnTo>
                    <a:pt x="421" y="193"/>
                  </a:lnTo>
                  <a:lnTo>
                    <a:pt x="420" y="190"/>
                  </a:lnTo>
                  <a:lnTo>
                    <a:pt x="419" y="187"/>
                  </a:lnTo>
                  <a:lnTo>
                    <a:pt x="417" y="185"/>
                  </a:lnTo>
                  <a:lnTo>
                    <a:pt x="415" y="183"/>
                  </a:lnTo>
                  <a:lnTo>
                    <a:pt x="413" y="182"/>
                  </a:lnTo>
                  <a:lnTo>
                    <a:pt x="409" y="181"/>
                  </a:lnTo>
                  <a:lnTo>
                    <a:pt x="406" y="181"/>
                  </a:lnTo>
                  <a:lnTo>
                    <a:pt x="286" y="181"/>
                  </a:lnTo>
                  <a:lnTo>
                    <a:pt x="283" y="181"/>
                  </a:lnTo>
                  <a:lnTo>
                    <a:pt x="281" y="182"/>
                  </a:lnTo>
                  <a:lnTo>
                    <a:pt x="277" y="183"/>
                  </a:lnTo>
                  <a:lnTo>
                    <a:pt x="275" y="185"/>
                  </a:lnTo>
                  <a:lnTo>
                    <a:pt x="273" y="187"/>
                  </a:lnTo>
                  <a:lnTo>
                    <a:pt x="272" y="190"/>
                  </a:lnTo>
                  <a:lnTo>
                    <a:pt x="271" y="193"/>
                  </a:lnTo>
                  <a:lnTo>
                    <a:pt x="271" y="196"/>
                  </a:lnTo>
                  <a:lnTo>
                    <a:pt x="271" y="572"/>
                  </a:lnTo>
                  <a:lnTo>
                    <a:pt x="211" y="572"/>
                  </a:lnTo>
                  <a:lnTo>
                    <a:pt x="211" y="406"/>
                  </a:lnTo>
                  <a:lnTo>
                    <a:pt x="211" y="404"/>
                  </a:lnTo>
                  <a:lnTo>
                    <a:pt x="210" y="401"/>
                  </a:lnTo>
                  <a:lnTo>
                    <a:pt x="209" y="399"/>
                  </a:lnTo>
                  <a:lnTo>
                    <a:pt x="207" y="396"/>
                  </a:lnTo>
                  <a:lnTo>
                    <a:pt x="205" y="394"/>
                  </a:lnTo>
                  <a:lnTo>
                    <a:pt x="201" y="393"/>
                  </a:lnTo>
                  <a:lnTo>
                    <a:pt x="199" y="392"/>
                  </a:lnTo>
                  <a:lnTo>
                    <a:pt x="196" y="391"/>
                  </a:lnTo>
                  <a:lnTo>
                    <a:pt x="76" y="391"/>
                  </a:lnTo>
                  <a:lnTo>
                    <a:pt x="73" y="392"/>
                  </a:lnTo>
                  <a:lnTo>
                    <a:pt x="69" y="392"/>
                  </a:lnTo>
                  <a:lnTo>
                    <a:pt x="67" y="394"/>
                  </a:lnTo>
                  <a:lnTo>
                    <a:pt x="65" y="396"/>
                  </a:lnTo>
                  <a:lnTo>
                    <a:pt x="63" y="399"/>
                  </a:lnTo>
                  <a:lnTo>
                    <a:pt x="62" y="401"/>
                  </a:lnTo>
                  <a:lnTo>
                    <a:pt x="61" y="404"/>
                  </a:lnTo>
                  <a:lnTo>
                    <a:pt x="61" y="406"/>
                  </a:lnTo>
                  <a:lnTo>
                    <a:pt x="61" y="572"/>
                  </a:lnTo>
                  <a:lnTo>
                    <a:pt x="15" y="572"/>
                  </a:lnTo>
                  <a:lnTo>
                    <a:pt x="13" y="572"/>
                  </a:lnTo>
                  <a:lnTo>
                    <a:pt x="9" y="573"/>
                  </a:lnTo>
                  <a:lnTo>
                    <a:pt x="7" y="575"/>
                  </a:lnTo>
                  <a:lnTo>
                    <a:pt x="5" y="577"/>
                  </a:lnTo>
                  <a:lnTo>
                    <a:pt x="3" y="579"/>
                  </a:lnTo>
                  <a:lnTo>
                    <a:pt x="2" y="581"/>
                  </a:lnTo>
                  <a:lnTo>
                    <a:pt x="1" y="584"/>
                  </a:lnTo>
                  <a:lnTo>
                    <a:pt x="0" y="587"/>
                  </a:lnTo>
                  <a:lnTo>
                    <a:pt x="1" y="591"/>
                  </a:lnTo>
                  <a:lnTo>
                    <a:pt x="2" y="593"/>
                  </a:lnTo>
                  <a:lnTo>
                    <a:pt x="3" y="596"/>
                  </a:lnTo>
                  <a:lnTo>
                    <a:pt x="5" y="598"/>
                  </a:lnTo>
                  <a:lnTo>
                    <a:pt x="7" y="600"/>
                  </a:lnTo>
                  <a:lnTo>
                    <a:pt x="9" y="601"/>
                  </a:lnTo>
                  <a:lnTo>
                    <a:pt x="13" y="602"/>
                  </a:lnTo>
                  <a:lnTo>
                    <a:pt x="15" y="602"/>
                  </a:lnTo>
                  <a:lnTo>
                    <a:pt x="76" y="602"/>
                  </a:lnTo>
                  <a:lnTo>
                    <a:pt x="196" y="602"/>
                  </a:lnTo>
                  <a:lnTo>
                    <a:pt x="286" y="602"/>
                  </a:lnTo>
                  <a:lnTo>
                    <a:pt x="406" y="602"/>
                  </a:lnTo>
                  <a:lnTo>
                    <a:pt x="497" y="602"/>
                  </a:lnTo>
                  <a:lnTo>
                    <a:pt x="617" y="602"/>
                  </a:lnTo>
                  <a:lnTo>
                    <a:pt x="708" y="602"/>
                  </a:lnTo>
                  <a:lnTo>
                    <a:pt x="828" y="602"/>
                  </a:lnTo>
                  <a:lnTo>
                    <a:pt x="889" y="602"/>
                  </a:lnTo>
                  <a:lnTo>
                    <a:pt x="891" y="602"/>
                  </a:lnTo>
                  <a:lnTo>
                    <a:pt x="894" y="601"/>
                  </a:lnTo>
                  <a:lnTo>
                    <a:pt x="896" y="600"/>
                  </a:lnTo>
                  <a:lnTo>
                    <a:pt x="898" y="598"/>
                  </a:lnTo>
                  <a:lnTo>
                    <a:pt x="901" y="596"/>
                  </a:lnTo>
                  <a:lnTo>
                    <a:pt x="902" y="593"/>
                  </a:lnTo>
                  <a:lnTo>
                    <a:pt x="903" y="591"/>
                  </a:lnTo>
                  <a:lnTo>
                    <a:pt x="904" y="587"/>
                  </a:lnTo>
                  <a:lnTo>
                    <a:pt x="903" y="584"/>
                  </a:lnTo>
                  <a:lnTo>
                    <a:pt x="902" y="581"/>
                  </a:lnTo>
                  <a:lnTo>
                    <a:pt x="901" y="579"/>
                  </a:lnTo>
                  <a:lnTo>
                    <a:pt x="898" y="577"/>
                  </a:lnTo>
                  <a:lnTo>
                    <a:pt x="896" y="575"/>
                  </a:lnTo>
                  <a:lnTo>
                    <a:pt x="894" y="573"/>
                  </a:lnTo>
                  <a:lnTo>
                    <a:pt x="891" y="572"/>
                  </a:lnTo>
                  <a:lnTo>
                    <a:pt x="889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3" name="Freeform 373">
              <a:extLst>
                <a:ext uri="{FF2B5EF4-FFF2-40B4-BE49-F238E27FC236}">
                  <a16:creationId xmlns:a16="http://schemas.microsoft.com/office/drawing/2014/main" xmlns="" id="{6AA1356D-8F1B-4281-BEC5-5B4EBF7467B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8638" y="2492375"/>
              <a:ext cx="252413" cy="157163"/>
            </a:xfrm>
            <a:custGeom>
              <a:avLst/>
              <a:gdLst>
                <a:gd name="T0" fmla="*/ 77 w 797"/>
                <a:gd name="T1" fmla="*/ 494 h 497"/>
                <a:gd name="T2" fmla="*/ 97 w 797"/>
                <a:gd name="T3" fmla="*/ 483 h 497"/>
                <a:gd name="T4" fmla="*/ 112 w 797"/>
                <a:gd name="T5" fmla="*/ 466 h 497"/>
                <a:gd name="T6" fmla="*/ 120 w 797"/>
                <a:gd name="T7" fmla="*/ 443 h 497"/>
                <a:gd name="T8" fmla="*/ 116 w 797"/>
                <a:gd name="T9" fmla="*/ 416 h 497"/>
                <a:gd name="T10" fmla="*/ 267 w 797"/>
                <a:gd name="T11" fmla="*/ 298 h 497"/>
                <a:gd name="T12" fmla="*/ 300 w 797"/>
                <a:gd name="T13" fmla="*/ 299 h 497"/>
                <a:gd name="T14" fmla="*/ 325 w 797"/>
                <a:gd name="T15" fmla="*/ 287 h 497"/>
                <a:gd name="T16" fmla="*/ 451 w 797"/>
                <a:gd name="T17" fmla="*/ 327 h 497"/>
                <a:gd name="T18" fmla="*/ 454 w 797"/>
                <a:gd name="T19" fmla="*/ 349 h 497"/>
                <a:gd name="T20" fmla="*/ 464 w 797"/>
                <a:gd name="T21" fmla="*/ 369 h 497"/>
                <a:gd name="T22" fmla="*/ 482 w 797"/>
                <a:gd name="T23" fmla="*/ 384 h 497"/>
                <a:gd name="T24" fmla="*/ 505 w 797"/>
                <a:gd name="T25" fmla="*/ 391 h 497"/>
                <a:gd name="T26" fmla="*/ 529 w 797"/>
                <a:gd name="T27" fmla="*/ 389 h 497"/>
                <a:gd name="T28" fmla="*/ 550 w 797"/>
                <a:gd name="T29" fmla="*/ 378 h 497"/>
                <a:gd name="T30" fmla="*/ 564 w 797"/>
                <a:gd name="T31" fmla="*/ 360 h 497"/>
                <a:gd name="T32" fmla="*/ 571 w 797"/>
                <a:gd name="T33" fmla="*/ 337 h 497"/>
                <a:gd name="T34" fmla="*/ 565 w 797"/>
                <a:gd name="T35" fmla="*/ 304 h 497"/>
                <a:gd name="T36" fmla="*/ 724 w 797"/>
                <a:gd name="T37" fmla="*/ 119 h 497"/>
                <a:gd name="T38" fmla="*/ 750 w 797"/>
                <a:gd name="T39" fmla="*/ 119 h 497"/>
                <a:gd name="T40" fmla="*/ 771 w 797"/>
                <a:gd name="T41" fmla="*/ 110 h 497"/>
                <a:gd name="T42" fmla="*/ 787 w 797"/>
                <a:gd name="T43" fmla="*/ 94 h 497"/>
                <a:gd name="T44" fmla="*/ 796 w 797"/>
                <a:gd name="T45" fmla="*/ 72 h 497"/>
                <a:gd name="T46" fmla="*/ 796 w 797"/>
                <a:gd name="T47" fmla="*/ 48 h 497"/>
                <a:gd name="T48" fmla="*/ 787 w 797"/>
                <a:gd name="T49" fmla="*/ 27 h 497"/>
                <a:gd name="T50" fmla="*/ 771 w 797"/>
                <a:gd name="T51" fmla="*/ 10 h 497"/>
                <a:gd name="T52" fmla="*/ 750 w 797"/>
                <a:gd name="T53" fmla="*/ 1 h 497"/>
                <a:gd name="T54" fmla="*/ 725 w 797"/>
                <a:gd name="T55" fmla="*/ 1 h 497"/>
                <a:gd name="T56" fmla="*/ 703 w 797"/>
                <a:gd name="T57" fmla="*/ 10 h 497"/>
                <a:gd name="T58" fmla="*/ 687 w 797"/>
                <a:gd name="T59" fmla="*/ 27 h 497"/>
                <a:gd name="T60" fmla="*/ 678 w 797"/>
                <a:gd name="T61" fmla="*/ 48 h 497"/>
                <a:gd name="T62" fmla="*/ 680 w 797"/>
                <a:gd name="T63" fmla="*/ 79 h 497"/>
                <a:gd name="T64" fmla="*/ 531 w 797"/>
                <a:gd name="T65" fmla="*/ 275 h 497"/>
                <a:gd name="T66" fmla="*/ 504 w 797"/>
                <a:gd name="T67" fmla="*/ 272 h 497"/>
                <a:gd name="T68" fmla="*/ 478 w 797"/>
                <a:gd name="T69" fmla="*/ 281 h 497"/>
                <a:gd name="T70" fmla="*/ 345 w 797"/>
                <a:gd name="T71" fmla="*/ 248 h 497"/>
                <a:gd name="T72" fmla="*/ 344 w 797"/>
                <a:gd name="T73" fmla="*/ 229 h 497"/>
                <a:gd name="T74" fmla="*/ 336 w 797"/>
                <a:gd name="T75" fmla="*/ 207 h 497"/>
                <a:gd name="T76" fmla="*/ 319 w 797"/>
                <a:gd name="T77" fmla="*/ 191 h 497"/>
                <a:gd name="T78" fmla="*/ 298 w 797"/>
                <a:gd name="T79" fmla="*/ 181 h 497"/>
                <a:gd name="T80" fmla="*/ 273 w 797"/>
                <a:gd name="T81" fmla="*/ 181 h 497"/>
                <a:gd name="T82" fmla="*/ 252 w 797"/>
                <a:gd name="T83" fmla="*/ 191 h 497"/>
                <a:gd name="T84" fmla="*/ 236 w 797"/>
                <a:gd name="T85" fmla="*/ 207 h 497"/>
                <a:gd name="T86" fmla="*/ 226 w 797"/>
                <a:gd name="T87" fmla="*/ 229 h 497"/>
                <a:gd name="T88" fmla="*/ 227 w 797"/>
                <a:gd name="T89" fmla="*/ 254 h 497"/>
                <a:gd name="T90" fmla="*/ 86 w 797"/>
                <a:gd name="T91" fmla="*/ 382 h 497"/>
                <a:gd name="T92" fmla="*/ 53 w 797"/>
                <a:gd name="T93" fmla="*/ 377 h 497"/>
                <a:gd name="T94" fmla="*/ 31 w 797"/>
                <a:gd name="T95" fmla="*/ 383 h 497"/>
                <a:gd name="T96" fmla="*/ 13 w 797"/>
                <a:gd name="T97" fmla="*/ 398 h 497"/>
                <a:gd name="T98" fmla="*/ 2 w 797"/>
                <a:gd name="T99" fmla="*/ 419 h 497"/>
                <a:gd name="T100" fmla="*/ 0 w 797"/>
                <a:gd name="T101" fmla="*/ 443 h 497"/>
                <a:gd name="T102" fmla="*/ 6 w 797"/>
                <a:gd name="T103" fmla="*/ 466 h 497"/>
                <a:gd name="T104" fmla="*/ 21 w 797"/>
                <a:gd name="T105" fmla="*/ 483 h 497"/>
                <a:gd name="T106" fmla="*/ 42 w 797"/>
                <a:gd name="T107" fmla="*/ 494 h 4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797" h="497">
                  <a:moveTo>
                    <a:pt x="60" y="497"/>
                  </a:moveTo>
                  <a:lnTo>
                    <a:pt x="65" y="497"/>
                  </a:lnTo>
                  <a:lnTo>
                    <a:pt x="72" y="496"/>
                  </a:lnTo>
                  <a:lnTo>
                    <a:pt x="77" y="494"/>
                  </a:lnTo>
                  <a:lnTo>
                    <a:pt x="83" y="493"/>
                  </a:lnTo>
                  <a:lnTo>
                    <a:pt x="89" y="489"/>
                  </a:lnTo>
                  <a:lnTo>
                    <a:pt x="93" y="486"/>
                  </a:lnTo>
                  <a:lnTo>
                    <a:pt x="97" y="483"/>
                  </a:lnTo>
                  <a:lnTo>
                    <a:pt x="102" y="480"/>
                  </a:lnTo>
                  <a:lnTo>
                    <a:pt x="106" y="475"/>
                  </a:lnTo>
                  <a:lnTo>
                    <a:pt x="109" y="470"/>
                  </a:lnTo>
                  <a:lnTo>
                    <a:pt x="112" y="466"/>
                  </a:lnTo>
                  <a:lnTo>
                    <a:pt x="115" y="460"/>
                  </a:lnTo>
                  <a:lnTo>
                    <a:pt x="117" y="455"/>
                  </a:lnTo>
                  <a:lnTo>
                    <a:pt x="119" y="449"/>
                  </a:lnTo>
                  <a:lnTo>
                    <a:pt x="120" y="443"/>
                  </a:lnTo>
                  <a:lnTo>
                    <a:pt x="120" y="437"/>
                  </a:lnTo>
                  <a:lnTo>
                    <a:pt x="119" y="429"/>
                  </a:lnTo>
                  <a:lnTo>
                    <a:pt x="118" y="423"/>
                  </a:lnTo>
                  <a:lnTo>
                    <a:pt x="116" y="416"/>
                  </a:lnTo>
                  <a:lnTo>
                    <a:pt x="114" y="410"/>
                  </a:lnTo>
                  <a:lnTo>
                    <a:pt x="251" y="290"/>
                  </a:lnTo>
                  <a:lnTo>
                    <a:pt x="259" y="295"/>
                  </a:lnTo>
                  <a:lnTo>
                    <a:pt x="267" y="298"/>
                  </a:lnTo>
                  <a:lnTo>
                    <a:pt x="277" y="301"/>
                  </a:lnTo>
                  <a:lnTo>
                    <a:pt x="285" y="302"/>
                  </a:lnTo>
                  <a:lnTo>
                    <a:pt x="293" y="301"/>
                  </a:lnTo>
                  <a:lnTo>
                    <a:pt x="300" y="299"/>
                  </a:lnTo>
                  <a:lnTo>
                    <a:pt x="307" y="297"/>
                  </a:lnTo>
                  <a:lnTo>
                    <a:pt x="313" y="294"/>
                  </a:lnTo>
                  <a:lnTo>
                    <a:pt x="318" y="291"/>
                  </a:lnTo>
                  <a:lnTo>
                    <a:pt x="325" y="287"/>
                  </a:lnTo>
                  <a:lnTo>
                    <a:pt x="329" y="282"/>
                  </a:lnTo>
                  <a:lnTo>
                    <a:pt x="333" y="277"/>
                  </a:lnTo>
                  <a:lnTo>
                    <a:pt x="451" y="324"/>
                  </a:lnTo>
                  <a:lnTo>
                    <a:pt x="451" y="327"/>
                  </a:lnTo>
                  <a:lnTo>
                    <a:pt x="451" y="332"/>
                  </a:lnTo>
                  <a:lnTo>
                    <a:pt x="451" y="337"/>
                  </a:lnTo>
                  <a:lnTo>
                    <a:pt x="452" y="343"/>
                  </a:lnTo>
                  <a:lnTo>
                    <a:pt x="454" y="349"/>
                  </a:lnTo>
                  <a:lnTo>
                    <a:pt x="456" y="354"/>
                  </a:lnTo>
                  <a:lnTo>
                    <a:pt x="458" y="360"/>
                  </a:lnTo>
                  <a:lnTo>
                    <a:pt x="461" y="365"/>
                  </a:lnTo>
                  <a:lnTo>
                    <a:pt x="464" y="369"/>
                  </a:lnTo>
                  <a:lnTo>
                    <a:pt x="469" y="374"/>
                  </a:lnTo>
                  <a:lnTo>
                    <a:pt x="473" y="378"/>
                  </a:lnTo>
                  <a:lnTo>
                    <a:pt x="477" y="381"/>
                  </a:lnTo>
                  <a:lnTo>
                    <a:pt x="482" y="384"/>
                  </a:lnTo>
                  <a:lnTo>
                    <a:pt x="488" y="386"/>
                  </a:lnTo>
                  <a:lnTo>
                    <a:pt x="493" y="389"/>
                  </a:lnTo>
                  <a:lnTo>
                    <a:pt x="499" y="391"/>
                  </a:lnTo>
                  <a:lnTo>
                    <a:pt x="505" y="391"/>
                  </a:lnTo>
                  <a:lnTo>
                    <a:pt x="511" y="392"/>
                  </a:lnTo>
                  <a:lnTo>
                    <a:pt x="518" y="391"/>
                  </a:lnTo>
                  <a:lnTo>
                    <a:pt x="523" y="391"/>
                  </a:lnTo>
                  <a:lnTo>
                    <a:pt x="529" y="389"/>
                  </a:lnTo>
                  <a:lnTo>
                    <a:pt x="535" y="386"/>
                  </a:lnTo>
                  <a:lnTo>
                    <a:pt x="540" y="384"/>
                  </a:lnTo>
                  <a:lnTo>
                    <a:pt x="545" y="381"/>
                  </a:lnTo>
                  <a:lnTo>
                    <a:pt x="550" y="378"/>
                  </a:lnTo>
                  <a:lnTo>
                    <a:pt x="553" y="374"/>
                  </a:lnTo>
                  <a:lnTo>
                    <a:pt x="558" y="369"/>
                  </a:lnTo>
                  <a:lnTo>
                    <a:pt x="561" y="365"/>
                  </a:lnTo>
                  <a:lnTo>
                    <a:pt x="564" y="360"/>
                  </a:lnTo>
                  <a:lnTo>
                    <a:pt x="567" y="354"/>
                  </a:lnTo>
                  <a:lnTo>
                    <a:pt x="568" y="349"/>
                  </a:lnTo>
                  <a:lnTo>
                    <a:pt x="570" y="343"/>
                  </a:lnTo>
                  <a:lnTo>
                    <a:pt x="571" y="337"/>
                  </a:lnTo>
                  <a:lnTo>
                    <a:pt x="571" y="332"/>
                  </a:lnTo>
                  <a:lnTo>
                    <a:pt x="570" y="322"/>
                  </a:lnTo>
                  <a:lnTo>
                    <a:pt x="568" y="312"/>
                  </a:lnTo>
                  <a:lnTo>
                    <a:pt x="565" y="304"/>
                  </a:lnTo>
                  <a:lnTo>
                    <a:pt x="560" y="296"/>
                  </a:lnTo>
                  <a:lnTo>
                    <a:pt x="711" y="114"/>
                  </a:lnTo>
                  <a:lnTo>
                    <a:pt x="717" y="117"/>
                  </a:lnTo>
                  <a:lnTo>
                    <a:pt x="724" y="119"/>
                  </a:lnTo>
                  <a:lnTo>
                    <a:pt x="730" y="120"/>
                  </a:lnTo>
                  <a:lnTo>
                    <a:pt x="737" y="120"/>
                  </a:lnTo>
                  <a:lnTo>
                    <a:pt x="743" y="120"/>
                  </a:lnTo>
                  <a:lnTo>
                    <a:pt x="750" y="119"/>
                  </a:lnTo>
                  <a:lnTo>
                    <a:pt x="755" y="118"/>
                  </a:lnTo>
                  <a:lnTo>
                    <a:pt x="760" y="116"/>
                  </a:lnTo>
                  <a:lnTo>
                    <a:pt x="766" y="113"/>
                  </a:lnTo>
                  <a:lnTo>
                    <a:pt x="771" y="110"/>
                  </a:lnTo>
                  <a:lnTo>
                    <a:pt x="775" y="106"/>
                  </a:lnTo>
                  <a:lnTo>
                    <a:pt x="780" y="103"/>
                  </a:lnTo>
                  <a:lnTo>
                    <a:pt x="784" y="99"/>
                  </a:lnTo>
                  <a:lnTo>
                    <a:pt x="787" y="94"/>
                  </a:lnTo>
                  <a:lnTo>
                    <a:pt x="790" y="89"/>
                  </a:lnTo>
                  <a:lnTo>
                    <a:pt x="792" y="84"/>
                  </a:lnTo>
                  <a:lnTo>
                    <a:pt x="795" y="79"/>
                  </a:lnTo>
                  <a:lnTo>
                    <a:pt x="796" y="72"/>
                  </a:lnTo>
                  <a:lnTo>
                    <a:pt x="797" y="67"/>
                  </a:lnTo>
                  <a:lnTo>
                    <a:pt x="797" y="60"/>
                  </a:lnTo>
                  <a:lnTo>
                    <a:pt x="797" y="54"/>
                  </a:lnTo>
                  <a:lnTo>
                    <a:pt x="796" y="48"/>
                  </a:lnTo>
                  <a:lnTo>
                    <a:pt x="795" y="42"/>
                  </a:lnTo>
                  <a:lnTo>
                    <a:pt x="792" y="37"/>
                  </a:lnTo>
                  <a:lnTo>
                    <a:pt x="790" y="31"/>
                  </a:lnTo>
                  <a:lnTo>
                    <a:pt x="787" y="27"/>
                  </a:lnTo>
                  <a:lnTo>
                    <a:pt x="784" y="22"/>
                  </a:lnTo>
                  <a:lnTo>
                    <a:pt x="780" y="17"/>
                  </a:lnTo>
                  <a:lnTo>
                    <a:pt x="775" y="14"/>
                  </a:lnTo>
                  <a:lnTo>
                    <a:pt x="771" y="10"/>
                  </a:lnTo>
                  <a:lnTo>
                    <a:pt x="766" y="8"/>
                  </a:lnTo>
                  <a:lnTo>
                    <a:pt x="760" y="5"/>
                  </a:lnTo>
                  <a:lnTo>
                    <a:pt x="755" y="2"/>
                  </a:lnTo>
                  <a:lnTo>
                    <a:pt x="750" y="1"/>
                  </a:lnTo>
                  <a:lnTo>
                    <a:pt x="743" y="0"/>
                  </a:lnTo>
                  <a:lnTo>
                    <a:pt x="737" y="0"/>
                  </a:lnTo>
                  <a:lnTo>
                    <a:pt x="731" y="0"/>
                  </a:lnTo>
                  <a:lnTo>
                    <a:pt x="725" y="1"/>
                  </a:lnTo>
                  <a:lnTo>
                    <a:pt x="719" y="2"/>
                  </a:lnTo>
                  <a:lnTo>
                    <a:pt x="713" y="5"/>
                  </a:lnTo>
                  <a:lnTo>
                    <a:pt x="709" y="8"/>
                  </a:lnTo>
                  <a:lnTo>
                    <a:pt x="703" y="10"/>
                  </a:lnTo>
                  <a:lnTo>
                    <a:pt x="699" y="14"/>
                  </a:lnTo>
                  <a:lnTo>
                    <a:pt x="695" y="17"/>
                  </a:lnTo>
                  <a:lnTo>
                    <a:pt x="691" y="22"/>
                  </a:lnTo>
                  <a:lnTo>
                    <a:pt x="687" y="27"/>
                  </a:lnTo>
                  <a:lnTo>
                    <a:pt x="684" y="31"/>
                  </a:lnTo>
                  <a:lnTo>
                    <a:pt x="682" y="37"/>
                  </a:lnTo>
                  <a:lnTo>
                    <a:pt x="680" y="42"/>
                  </a:lnTo>
                  <a:lnTo>
                    <a:pt x="678" y="48"/>
                  </a:lnTo>
                  <a:lnTo>
                    <a:pt x="677" y="54"/>
                  </a:lnTo>
                  <a:lnTo>
                    <a:pt x="677" y="60"/>
                  </a:lnTo>
                  <a:lnTo>
                    <a:pt x="678" y="70"/>
                  </a:lnTo>
                  <a:lnTo>
                    <a:pt x="680" y="79"/>
                  </a:lnTo>
                  <a:lnTo>
                    <a:pt x="683" y="87"/>
                  </a:lnTo>
                  <a:lnTo>
                    <a:pt x="688" y="96"/>
                  </a:lnTo>
                  <a:lnTo>
                    <a:pt x="537" y="277"/>
                  </a:lnTo>
                  <a:lnTo>
                    <a:pt x="531" y="275"/>
                  </a:lnTo>
                  <a:lnTo>
                    <a:pt x="524" y="273"/>
                  </a:lnTo>
                  <a:lnTo>
                    <a:pt x="518" y="272"/>
                  </a:lnTo>
                  <a:lnTo>
                    <a:pt x="511" y="271"/>
                  </a:lnTo>
                  <a:lnTo>
                    <a:pt x="504" y="272"/>
                  </a:lnTo>
                  <a:lnTo>
                    <a:pt x="496" y="273"/>
                  </a:lnTo>
                  <a:lnTo>
                    <a:pt x="490" y="275"/>
                  </a:lnTo>
                  <a:lnTo>
                    <a:pt x="484" y="278"/>
                  </a:lnTo>
                  <a:lnTo>
                    <a:pt x="478" y="281"/>
                  </a:lnTo>
                  <a:lnTo>
                    <a:pt x="472" y="286"/>
                  </a:lnTo>
                  <a:lnTo>
                    <a:pt x="467" y="291"/>
                  </a:lnTo>
                  <a:lnTo>
                    <a:pt x="463" y="295"/>
                  </a:lnTo>
                  <a:lnTo>
                    <a:pt x="345" y="248"/>
                  </a:lnTo>
                  <a:lnTo>
                    <a:pt x="345" y="245"/>
                  </a:lnTo>
                  <a:lnTo>
                    <a:pt x="345" y="240"/>
                  </a:lnTo>
                  <a:lnTo>
                    <a:pt x="345" y="235"/>
                  </a:lnTo>
                  <a:lnTo>
                    <a:pt x="344" y="229"/>
                  </a:lnTo>
                  <a:lnTo>
                    <a:pt x="343" y="223"/>
                  </a:lnTo>
                  <a:lnTo>
                    <a:pt x="341" y="218"/>
                  </a:lnTo>
                  <a:lnTo>
                    <a:pt x="339" y="213"/>
                  </a:lnTo>
                  <a:lnTo>
                    <a:pt x="336" y="207"/>
                  </a:lnTo>
                  <a:lnTo>
                    <a:pt x="332" y="203"/>
                  </a:lnTo>
                  <a:lnTo>
                    <a:pt x="328" y="199"/>
                  </a:lnTo>
                  <a:lnTo>
                    <a:pt x="324" y="194"/>
                  </a:lnTo>
                  <a:lnTo>
                    <a:pt x="319" y="191"/>
                  </a:lnTo>
                  <a:lnTo>
                    <a:pt x="314" y="188"/>
                  </a:lnTo>
                  <a:lnTo>
                    <a:pt x="309" y="186"/>
                  </a:lnTo>
                  <a:lnTo>
                    <a:pt x="303" y="184"/>
                  </a:lnTo>
                  <a:lnTo>
                    <a:pt x="298" y="181"/>
                  </a:lnTo>
                  <a:lnTo>
                    <a:pt x="292" y="181"/>
                  </a:lnTo>
                  <a:lnTo>
                    <a:pt x="285" y="180"/>
                  </a:lnTo>
                  <a:lnTo>
                    <a:pt x="280" y="181"/>
                  </a:lnTo>
                  <a:lnTo>
                    <a:pt x="273" y="181"/>
                  </a:lnTo>
                  <a:lnTo>
                    <a:pt x="268" y="184"/>
                  </a:lnTo>
                  <a:lnTo>
                    <a:pt x="262" y="186"/>
                  </a:lnTo>
                  <a:lnTo>
                    <a:pt x="257" y="188"/>
                  </a:lnTo>
                  <a:lnTo>
                    <a:pt x="252" y="191"/>
                  </a:lnTo>
                  <a:lnTo>
                    <a:pt x="248" y="194"/>
                  </a:lnTo>
                  <a:lnTo>
                    <a:pt x="243" y="199"/>
                  </a:lnTo>
                  <a:lnTo>
                    <a:pt x="239" y="203"/>
                  </a:lnTo>
                  <a:lnTo>
                    <a:pt x="236" y="207"/>
                  </a:lnTo>
                  <a:lnTo>
                    <a:pt x="233" y="213"/>
                  </a:lnTo>
                  <a:lnTo>
                    <a:pt x="230" y="218"/>
                  </a:lnTo>
                  <a:lnTo>
                    <a:pt x="228" y="223"/>
                  </a:lnTo>
                  <a:lnTo>
                    <a:pt x="226" y="229"/>
                  </a:lnTo>
                  <a:lnTo>
                    <a:pt x="225" y="235"/>
                  </a:lnTo>
                  <a:lnTo>
                    <a:pt x="225" y="240"/>
                  </a:lnTo>
                  <a:lnTo>
                    <a:pt x="226" y="248"/>
                  </a:lnTo>
                  <a:lnTo>
                    <a:pt x="227" y="254"/>
                  </a:lnTo>
                  <a:lnTo>
                    <a:pt x="229" y="261"/>
                  </a:lnTo>
                  <a:lnTo>
                    <a:pt x="231" y="267"/>
                  </a:lnTo>
                  <a:lnTo>
                    <a:pt x="94" y="387"/>
                  </a:lnTo>
                  <a:lnTo>
                    <a:pt x="86" y="382"/>
                  </a:lnTo>
                  <a:lnTo>
                    <a:pt x="78" y="379"/>
                  </a:lnTo>
                  <a:lnTo>
                    <a:pt x="68" y="377"/>
                  </a:lnTo>
                  <a:lnTo>
                    <a:pt x="60" y="377"/>
                  </a:lnTo>
                  <a:lnTo>
                    <a:pt x="53" y="377"/>
                  </a:lnTo>
                  <a:lnTo>
                    <a:pt x="47" y="378"/>
                  </a:lnTo>
                  <a:lnTo>
                    <a:pt x="42" y="379"/>
                  </a:lnTo>
                  <a:lnTo>
                    <a:pt x="36" y="381"/>
                  </a:lnTo>
                  <a:lnTo>
                    <a:pt x="31" y="383"/>
                  </a:lnTo>
                  <a:lnTo>
                    <a:pt x="26" y="386"/>
                  </a:lnTo>
                  <a:lnTo>
                    <a:pt x="21" y="391"/>
                  </a:lnTo>
                  <a:lnTo>
                    <a:pt x="17" y="394"/>
                  </a:lnTo>
                  <a:lnTo>
                    <a:pt x="13" y="398"/>
                  </a:lnTo>
                  <a:lnTo>
                    <a:pt x="9" y="402"/>
                  </a:lnTo>
                  <a:lnTo>
                    <a:pt x="6" y="408"/>
                  </a:lnTo>
                  <a:lnTo>
                    <a:pt x="4" y="413"/>
                  </a:lnTo>
                  <a:lnTo>
                    <a:pt x="2" y="419"/>
                  </a:lnTo>
                  <a:lnTo>
                    <a:pt x="1" y="425"/>
                  </a:lnTo>
                  <a:lnTo>
                    <a:pt x="0" y="430"/>
                  </a:lnTo>
                  <a:lnTo>
                    <a:pt x="0" y="437"/>
                  </a:lnTo>
                  <a:lnTo>
                    <a:pt x="0" y="443"/>
                  </a:lnTo>
                  <a:lnTo>
                    <a:pt x="1" y="449"/>
                  </a:lnTo>
                  <a:lnTo>
                    <a:pt x="2" y="455"/>
                  </a:lnTo>
                  <a:lnTo>
                    <a:pt x="4" y="460"/>
                  </a:lnTo>
                  <a:lnTo>
                    <a:pt x="6" y="466"/>
                  </a:lnTo>
                  <a:lnTo>
                    <a:pt x="9" y="470"/>
                  </a:lnTo>
                  <a:lnTo>
                    <a:pt x="13" y="475"/>
                  </a:lnTo>
                  <a:lnTo>
                    <a:pt x="17" y="480"/>
                  </a:lnTo>
                  <a:lnTo>
                    <a:pt x="21" y="483"/>
                  </a:lnTo>
                  <a:lnTo>
                    <a:pt x="26" y="486"/>
                  </a:lnTo>
                  <a:lnTo>
                    <a:pt x="31" y="489"/>
                  </a:lnTo>
                  <a:lnTo>
                    <a:pt x="36" y="493"/>
                  </a:lnTo>
                  <a:lnTo>
                    <a:pt x="42" y="494"/>
                  </a:lnTo>
                  <a:lnTo>
                    <a:pt x="47" y="496"/>
                  </a:lnTo>
                  <a:lnTo>
                    <a:pt x="53" y="497"/>
                  </a:lnTo>
                  <a:lnTo>
                    <a:pt x="60" y="49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5" name="Freeform 4665" descr="Icon of graph. ">
            <a:extLst>
              <a:ext uri="{FF2B5EF4-FFF2-40B4-BE49-F238E27FC236}">
                <a16:creationId xmlns:a16="http://schemas.microsoft.com/office/drawing/2014/main" xmlns="" id="{557E39B2-E017-4E5C-B53E-DDE3B9D4C92C}"/>
              </a:ext>
            </a:extLst>
          </p:cNvPr>
          <p:cNvSpPr>
            <a:spLocks/>
          </p:cNvSpPr>
          <p:nvPr/>
        </p:nvSpPr>
        <p:spPr bwMode="auto">
          <a:xfrm>
            <a:off x="7843822" y="3532346"/>
            <a:ext cx="347679" cy="347679"/>
          </a:xfrm>
          <a:custGeom>
            <a:avLst/>
            <a:gdLst>
              <a:gd name="T0" fmla="*/ 761 w 904"/>
              <a:gd name="T1" fmla="*/ 213 h 903"/>
              <a:gd name="T2" fmla="*/ 754 w 904"/>
              <a:gd name="T3" fmla="*/ 225 h 903"/>
              <a:gd name="T4" fmla="*/ 576 w 904"/>
              <a:gd name="T5" fmla="*/ 277 h 903"/>
              <a:gd name="T6" fmla="*/ 498 w 904"/>
              <a:gd name="T7" fmla="*/ 298 h 903"/>
              <a:gd name="T8" fmla="*/ 431 w 904"/>
              <a:gd name="T9" fmla="*/ 329 h 903"/>
              <a:gd name="T10" fmla="*/ 578 w 904"/>
              <a:gd name="T11" fmla="*/ 170 h 903"/>
              <a:gd name="T12" fmla="*/ 618 w 904"/>
              <a:gd name="T13" fmla="*/ 180 h 903"/>
              <a:gd name="T14" fmla="*/ 661 w 904"/>
              <a:gd name="T15" fmla="*/ 169 h 903"/>
              <a:gd name="T16" fmla="*/ 693 w 904"/>
              <a:gd name="T17" fmla="*/ 141 h 903"/>
              <a:gd name="T18" fmla="*/ 707 w 904"/>
              <a:gd name="T19" fmla="*/ 99 h 903"/>
              <a:gd name="T20" fmla="*/ 701 w 904"/>
              <a:gd name="T21" fmla="*/ 55 h 903"/>
              <a:gd name="T22" fmla="*/ 676 w 904"/>
              <a:gd name="T23" fmla="*/ 20 h 903"/>
              <a:gd name="T24" fmla="*/ 636 w 904"/>
              <a:gd name="T25" fmla="*/ 2 h 903"/>
              <a:gd name="T26" fmla="*/ 591 w 904"/>
              <a:gd name="T27" fmla="*/ 4 h 903"/>
              <a:gd name="T28" fmla="*/ 554 w 904"/>
              <a:gd name="T29" fmla="*/ 25 h 903"/>
              <a:gd name="T30" fmla="*/ 531 w 904"/>
              <a:gd name="T31" fmla="*/ 63 h 903"/>
              <a:gd name="T32" fmla="*/ 532 w 904"/>
              <a:gd name="T33" fmla="*/ 118 h 903"/>
              <a:gd name="T34" fmla="*/ 369 w 904"/>
              <a:gd name="T35" fmla="*/ 289 h 903"/>
              <a:gd name="T36" fmla="*/ 325 w 904"/>
              <a:gd name="T37" fmla="*/ 289 h 903"/>
              <a:gd name="T38" fmla="*/ 294 w 904"/>
              <a:gd name="T39" fmla="*/ 308 h 903"/>
              <a:gd name="T40" fmla="*/ 275 w 904"/>
              <a:gd name="T41" fmla="*/ 338 h 903"/>
              <a:gd name="T42" fmla="*/ 275 w 904"/>
              <a:gd name="T43" fmla="*/ 383 h 903"/>
              <a:gd name="T44" fmla="*/ 113 w 904"/>
              <a:gd name="T45" fmla="*/ 545 h 903"/>
              <a:gd name="T46" fmla="*/ 64 w 904"/>
              <a:gd name="T47" fmla="*/ 546 h 903"/>
              <a:gd name="T48" fmla="*/ 26 w 904"/>
              <a:gd name="T49" fmla="*/ 568 h 903"/>
              <a:gd name="T50" fmla="*/ 5 w 904"/>
              <a:gd name="T51" fmla="*/ 605 h 903"/>
              <a:gd name="T52" fmla="*/ 3 w 904"/>
              <a:gd name="T53" fmla="*/ 650 h 903"/>
              <a:gd name="T54" fmla="*/ 21 w 904"/>
              <a:gd name="T55" fmla="*/ 690 h 903"/>
              <a:gd name="T56" fmla="*/ 56 w 904"/>
              <a:gd name="T57" fmla="*/ 716 h 903"/>
              <a:gd name="T58" fmla="*/ 100 w 904"/>
              <a:gd name="T59" fmla="*/ 722 h 903"/>
              <a:gd name="T60" fmla="*/ 142 w 904"/>
              <a:gd name="T61" fmla="*/ 706 h 903"/>
              <a:gd name="T62" fmla="*/ 170 w 904"/>
              <a:gd name="T63" fmla="*/ 675 h 903"/>
              <a:gd name="T64" fmla="*/ 181 w 904"/>
              <a:gd name="T65" fmla="*/ 632 h 903"/>
              <a:gd name="T66" fmla="*/ 171 w 904"/>
              <a:gd name="T67" fmla="*/ 591 h 903"/>
              <a:gd name="T68" fmla="*/ 316 w 904"/>
              <a:gd name="T69" fmla="*/ 430 h 903"/>
              <a:gd name="T70" fmla="*/ 286 w 904"/>
              <a:gd name="T71" fmla="*/ 538 h 903"/>
              <a:gd name="T72" fmla="*/ 271 w 904"/>
              <a:gd name="T73" fmla="*/ 753 h 903"/>
              <a:gd name="T74" fmla="*/ 216 w 904"/>
              <a:gd name="T75" fmla="*/ 757 h 903"/>
              <a:gd name="T76" fmla="*/ 212 w 904"/>
              <a:gd name="T77" fmla="*/ 888 h 903"/>
              <a:gd name="T78" fmla="*/ 218 w 904"/>
              <a:gd name="T79" fmla="*/ 901 h 903"/>
              <a:gd name="T80" fmla="*/ 349 w 904"/>
              <a:gd name="T81" fmla="*/ 903 h 903"/>
              <a:gd name="T82" fmla="*/ 361 w 904"/>
              <a:gd name="T83" fmla="*/ 894 h 903"/>
              <a:gd name="T84" fmla="*/ 361 w 904"/>
              <a:gd name="T85" fmla="*/ 762 h 903"/>
              <a:gd name="T86" fmla="*/ 349 w 904"/>
              <a:gd name="T87" fmla="*/ 753 h 903"/>
              <a:gd name="T88" fmla="*/ 305 w 904"/>
              <a:gd name="T89" fmla="*/ 597 h 903"/>
              <a:gd name="T90" fmla="*/ 343 w 904"/>
              <a:gd name="T91" fmla="*/ 469 h 903"/>
              <a:gd name="T92" fmla="*/ 383 w 904"/>
              <a:gd name="T93" fmla="*/ 426 h 903"/>
              <a:gd name="T94" fmla="*/ 418 w 904"/>
              <a:gd name="T95" fmla="*/ 383 h 903"/>
              <a:gd name="T96" fmla="*/ 471 w 904"/>
              <a:gd name="T97" fmla="*/ 342 h 903"/>
              <a:gd name="T98" fmla="*/ 544 w 904"/>
              <a:gd name="T99" fmla="*/ 315 h 903"/>
              <a:gd name="T100" fmla="*/ 627 w 904"/>
              <a:gd name="T101" fmla="*/ 302 h 903"/>
              <a:gd name="T102" fmla="*/ 754 w 904"/>
              <a:gd name="T103" fmla="*/ 348 h 903"/>
              <a:gd name="T104" fmla="*/ 763 w 904"/>
              <a:gd name="T105" fmla="*/ 360 h 903"/>
              <a:gd name="T106" fmla="*/ 895 w 904"/>
              <a:gd name="T107" fmla="*/ 360 h 903"/>
              <a:gd name="T108" fmla="*/ 904 w 904"/>
              <a:gd name="T109" fmla="*/ 348 h 903"/>
              <a:gd name="T110" fmla="*/ 902 w 904"/>
              <a:gd name="T111" fmla="*/ 217 h 903"/>
              <a:gd name="T112" fmla="*/ 889 w 904"/>
              <a:gd name="T113" fmla="*/ 211 h 9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904" h="903">
                <a:moveTo>
                  <a:pt x="889" y="211"/>
                </a:moveTo>
                <a:lnTo>
                  <a:pt x="768" y="211"/>
                </a:lnTo>
                <a:lnTo>
                  <a:pt x="765" y="211"/>
                </a:lnTo>
                <a:lnTo>
                  <a:pt x="763" y="212"/>
                </a:lnTo>
                <a:lnTo>
                  <a:pt x="761" y="213"/>
                </a:lnTo>
                <a:lnTo>
                  <a:pt x="758" y="215"/>
                </a:lnTo>
                <a:lnTo>
                  <a:pt x="756" y="217"/>
                </a:lnTo>
                <a:lnTo>
                  <a:pt x="755" y="220"/>
                </a:lnTo>
                <a:lnTo>
                  <a:pt x="754" y="222"/>
                </a:lnTo>
                <a:lnTo>
                  <a:pt x="754" y="225"/>
                </a:lnTo>
                <a:lnTo>
                  <a:pt x="754" y="271"/>
                </a:lnTo>
                <a:lnTo>
                  <a:pt x="663" y="271"/>
                </a:lnTo>
                <a:lnTo>
                  <a:pt x="627" y="272"/>
                </a:lnTo>
                <a:lnTo>
                  <a:pt x="593" y="275"/>
                </a:lnTo>
                <a:lnTo>
                  <a:pt x="576" y="277"/>
                </a:lnTo>
                <a:lnTo>
                  <a:pt x="561" y="281"/>
                </a:lnTo>
                <a:lnTo>
                  <a:pt x="545" y="284"/>
                </a:lnTo>
                <a:lnTo>
                  <a:pt x="529" y="287"/>
                </a:lnTo>
                <a:lnTo>
                  <a:pt x="513" y="292"/>
                </a:lnTo>
                <a:lnTo>
                  <a:pt x="498" y="298"/>
                </a:lnTo>
                <a:lnTo>
                  <a:pt x="484" y="302"/>
                </a:lnTo>
                <a:lnTo>
                  <a:pt x="470" y="309"/>
                </a:lnTo>
                <a:lnTo>
                  <a:pt x="457" y="315"/>
                </a:lnTo>
                <a:lnTo>
                  <a:pt x="443" y="323"/>
                </a:lnTo>
                <a:lnTo>
                  <a:pt x="431" y="329"/>
                </a:lnTo>
                <a:lnTo>
                  <a:pt x="418" y="337"/>
                </a:lnTo>
                <a:lnTo>
                  <a:pt x="415" y="328"/>
                </a:lnTo>
                <a:lnTo>
                  <a:pt x="409" y="319"/>
                </a:lnTo>
                <a:lnTo>
                  <a:pt x="565" y="163"/>
                </a:lnTo>
                <a:lnTo>
                  <a:pt x="578" y="170"/>
                </a:lnTo>
                <a:lnTo>
                  <a:pt x="590" y="176"/>
                </a:lnTo>
                <a:lnTo>
                  <a:pt x="597" y="178"/>
                </a:lnTo>
                <a:lnTo>
                  <a:pt x="604" y="179"/>
                </a:lnTo>
                <a:lnTo>
                  <a:pt x="610" y="180"/>
                </a:lnTo>
                <a:lnTo>
                  <a:pt x="618" y="180"/>
                </a:lnTo>
                <a:lnTo>
                  <a:pt x="627" y="180"/>
                </a:lnTo>
                <a:lnTo>
                  <a:pt x="636" y="178"/>
                </a:lnTo>
                <a:lnTo>
                  <a:pt x="644" y="176"/>
                </a:lnTo>
                <a:lnTo>
                  <a:pt x="653" y="173"/>
                </a:lnTo>
                <a:lnTo>
                  <a:pt x="661" y="169"/>
                </a:lnTo>
                <a:lnTo>
                  <a:pt x="668" y="164"/>
                </a:lnTo>
                <a:lnTo>
                  <a:pt x="676" y="160"/>
                </a:lnTo>
                <a:lnTo>
                  <a:pt x="681" y="154"/>
                </a:lnTo>
                <a:lnTo>
                  <a:pt x="687" y="147"/>
                </a:lnTo>
                <a:lnTo>
                  <a:pt x="693" y="141"/>
                </a:lnTo>
                <a:lnTo>
                  <a:pt x="697" y="133"/>
                </a:lnTo>
                <a:lnTo>
                  <a:pt x="701" y="125"/>
                </a:lnTo>
                <a:lnTo>
                  <a:pt x="704" y="117"/>
                </a:lnTo>
                <a:lnTo>
                  <a:pt x="706" y="108"/>
                </a:lnTo>
                <a:lnTo>
                  <a:pt x="707" y="99"/>
                </a:lnTo>
                <a:lnTo>
                  <a:pt x="709" y="90"/>
                </a:lnTo>
                <a:lnTo>
                  <a:pt x="707" y="81"/>
                </a:lnTo>
                <a:lnTo>
                  <a:pt x="706" y="72"/>
                </a:lnTo>
                <a:lnTo>
                  <a:pt x="704" y="63"/>
                </a:lnTo>
                <a:lnTo>
                  <a:pt x="701" y="55"/>
                </a:lnTo>
                <a:lnTo>
                  <a:pt x="697" y="47"/>
                </a:lnTo>
                <a:lnTo>
                  <a:pt x="693" y="39"/>
                </a:lnTo>
                <a:lnTo>
                  <a:pt x="687" y="32"/>
                </a:lnTo>
                <a:lnTo>
                  <a:pt x="681" y="25"/>
                </a:lnTo>
                <a:lnTo>
                  <a:pt x="676" y="20"/>
                </a:lnTo>
                <a:lnTo>
                  <a:pt x="668" y="15"/>
                </a:lnTo>
                <a:lnTo>
                  <a:pt x="661" y="11"/>
                </a:lnTo>
                <a:lnTo>
                  <a:pt x="653" y="6"/>
                </a:lnTo>
                <a:lnTo>
                  <a:pt x="644" y="4"/>
                </a:lnTo>
                <a:lnTo>
                  <a:pt x="636" y="2"/>
                </a:lnTo>
                <a:lnTo>
                  <a:pt x="627" y="0"/>
                </a:lnTo>
                <a:lnTo>
                  <a:pt x="618" y="0"/>
                </a:lnTo>
                <a:lnTo>
                  <a:pt x="609" y="0"/>
                </a:lnTo>
                <a:lnTo>
                  <a:pt x="600" y="2"/>
                </a:lnTo>
                <a:lnTo>
                  <a:pt x="591" y="4"/>
                </a:lnTo>
                <a:lnTo>
                  <a:pt x="583" y="6"/>
                </a:lnTo>
                <a:lnTo>
                  <a:pt x="575" y="11"/>
                </a:lnTo>
                <a:lnTo>
                  <a:pt x="567" y="15"/>
                </a:lnTo>
                <a:lnTo>
                  <a:pt x="561" y="20"/>
                </a:lnTo>
                <a:lnTo>
                  <a:pt x="554" y="25"/>
                </a:lnTo>
                <a:lnTo>
                  <a:pt x="548" y="32"/>
                </a:lnTo>
                <a:lnTo>
                  <a:pt x="543" y="39"/>
                </a:lnTo>
                <a:lnTo>
                  <a:pt x="538" y="47"/>
                </a:lnTo>
                <a:lnTo>
                  <a:pt x="535" y="55"/>
                </a:lnTo>
                <a:lnTo>
                  <a:pt x="531" y="63"/>
                </a:lnTo>
                <a:lnTo>
                  <a:pt x="529" y="72"/>
                </a:lnTo>
                <a:lnTo>
                  <a:pt x="528" y="81"/>
                </a:lnTo>
                <a:lnTo>
                  <a:pt x="528" y="90"/>
                </a:lnTo>
                <a:lnTo>
                  <a:pt x="529" y="105"/>
                </a:lnTo>
                <a:lnTo>
                  <a:pt x="532" y="118"/>
                </a:lnTo>
                <a:lnTo>
                  <a:pt x="537" y="131"/>
                </a:lnTo>
                <a:lnTo>
                  <a:pt x="545" y="142"/>
                </a:lnTo>
                <a:lnTo>
                  <a:pt x="388" y="298"/>
                </a:lnTo>
                <a:lnTo>
                  <a:pt x="379" y="293"/>
                </a:lnTo>
                <a:lnTo>
                  <a:pt x="369" y="289"/>
                </a:lnTo>
                <a:lnTo>
                  <a:pt x="358" y="286"/>
                </a:lnTo>
                <a:lnTo>
                  <a:pt x="347" y="285"/>
                </a:lnTo>
                <a:lnTo>
                  <a:pt x="339" y="286"/>
                </a:lnTo>
                <a:lnTo>
                  <a:pt x="331" y="287"/>
                </a:lnTo>
                <a:lnTo>
                  <a:pt x="325" y="289"/>
                </a:lnTo>
                <a:lnTo>
                  <a:pt x="318" y="292"/>
                </a:lnTo>
                <a:lnTo>
                  <a:pt x="311" y="294"/>
                </a:lnTo>
                <a:lnTo>
                  <a:pt x="304" y="299"/>
                </a:lnTo>
                <a:lnTo>
                  <a:pt x="299" y="303"/>
                </a:lnTo>
                <a:lnTo>
                  <a:pt x="294" y="308"/>
                </a:lnTo>
                <a:lnTo>
                  <a:pt x="288" y="313"/>
                </a:lnTo>
                <a:lnTo>
                  <a:pt x="284" y="319"/>
                </a:lnTo>
                <a:lnTo>
                  <a:pt x="281" y="325"/>
                </a:lnTo>
                <a:lnTo>
                  <a:pt x="277" y="332"/>
                </a:lnTo>
                <a:lnTo>
                  <a:pt x="275" y="338"/>
                </a:lnTo>
                <a:lnTo>
                  <a:pt x="273" y="346"/>
                </a:lnTo>
                <a:lnTo>
                  <a:pt x="271" y="353"/>
                </a:lnTo>
                <a:lnTo>
                  <a:pt x="271" y="361"/>
                </a:lnTo>
                <a:lnTo>
                  <a:pt x="273" y="372"/>
                </a:lnTo>
                <a:lnTo>
                  <a:pt x="275" y="383"/>
                </a:lnTo>
                <a:lnTo>
                  <a:pt x="278" y="393"/>
                </a:lnTo>
                <a:lnTo>
                  <a:pt x="284" y="403"/>
                </a:lnTo>
                <a:lnTo>
                  <a:pt x="134" y="553"/>
                </a:lnTo>
                <a:lnTo>
                  <a:pt x="124" y="547"/>
                </a:lnTo>
                <a:lnTo>
                  <a:pt x="113" y="545"/>
                </a:lnTo>
                <a:lnTo>
                  <a:pt x="102" y="543"/>
                </a:lnTo>
                <a:lnTo>
                  <a:pt x="91" y="542"/>
                </a:lnTo>
                <a:lnTo>
                  <a:pt x="82" y="542"/>
                </a:lnTo>
                <a:lnTo>
                  <a:pt x="73" y="544"/>
                </a:lnTo>
                <a:lnTo>
                  <a:pt x="64" y="546"/>
                </a:lnTo>
                <a:lnTo>
                  <a:pt x="56" y="548"/>
                </a:lnTo>
                <a:lnTo>
                  <a:pt x="48" y="553"/>
                </a:lnTo>
                <a:lnTo>
                  <a:pt x="40" y="557"/>
                </a:lnTo>
                <a:lnTo>
                  <a:pt x="33" y="562"/>
                </a:lnTo>
                <a:lnTo>
                  <a:pt x="26" y="568"/>
                </a:lnTo>
                <a:lnTo>
                  <a:pt x="21" y="574"/>
                </a:lnTo>
                <a:lnTo>
                  <a:pt x="16" y="581"/>
                </a:lnTo>
                <a:lnTo>
                  <a:pt x="12" y="589"/>
                </a:lnTo>
                <a:lnTo>
                  <a:pt x="7" y="597"/>
                </a:lnTo>
                <a:lnTo>
                  <a:pt x="5" y="605"/>
                </a:lnTo>
                <a:lnTo>
                  <a:pt x="3" y="614"/>
                </a:lnTo>
                <a:lnTo>
                  <a:pt x="0" y="623"/>
                </a:lnTo>
                <a:lnTo>
                  <a:pt x="0" y="632"/>
                </a:lnTo>
                <a:lnTo>
                  <a:pt x="0" y="641"/>
                </a:lnTo>
                <a:lnTo>
                  <a:pt x="3" y="650"/>
                </a:lnTo>
                <a:lnTo>
                  <a:pt x="5" y="659"/>
                </a:lnTo>
                <a:lnTo>
                  <a:pt x="7" y="667"/>
                </a:lnTo>
                <a:lnTo>
                  <a:pt x="12" y="675"/>
                </a:lnTo>
                <a:lnTo>
                  <a:pt x="16" y="683"/>
                </a:lnTo>
                <a:lnTo>
                  <a:pt x="21" y="690"/>
                </a:lnTo>
                <a:lnTo>
                  <a:pt x="26" y="696"/>
                </a:lnTo>
                <a:lnTo>
                  <a:pt x="33" y="702"/>
                </a:lnTo>
                <a:lnTo>
                  <a:pt x="40" y="706"/>
                </a:lnTo>
                <a:lnTo>
                  <a:pt x="48" y="711"/>
                </a:lnTo>
                <a:lnTo>
                  <a:pt x="56" y="716"/>
                </a:lnTo>
                <a:lnTo>
                  <a:pt x="64" y="718"/>
                </a:lnTo>
                <a:lnTo>
                  <a:pt x="73" y="720"/>
                </a:lnTo>
                <a:lnTo>
                  <a:pt x="82" y="722"/>
                </a:lnTo>
                <a:lnTo>
                  <a:pt x="91" y="722"/>
                </a:lnTo>
                <a:lnTo>
                  <a:pt x="100" y="722"/>
                </a:lnTo>
                <a:lnTo>
                  <a:pt x="109" y="720"/>
                </a:lnTo>
                <a:lnTo>
                  <a:pt x="118" y="718"/>
                </a:lnTo>
                <a:lnTo>
                  <a:pt x="126" y="716"/>
                </a:lnTo>
                <a:lnTo>
                  <a:pt x="134" y="711"/>
                </a:lnTo>
                <a:lnTo>
                  <a:pt x="142" y="706"/>
                </a:lnTo>
                <a:lnTo>
                  <a:pt x="148" y="702"/>
                </a:lnTo>
                <a:lnTo>
                  <a:pt x="155" y="696"/>
                </a:lnTo>
                <a:lnTo>
                  <a:pt x="161" y="690"/>
                </a:lnTo>
                <a:lnTo>
                  <a:pt x="165" y="683"/>
                </a:lnTo>
                <a:lnTo>
                  <a:pt x="170" y="675"/>
                </a:lnTo>
                <a:lnTo>
                  <a:pt x="174" y="667"/>
                </a:lnTo>
                <a:lnTo>
                  <a:pt x="177" y="659"/>
                </a:lnTo>
                <a:lnTo>
                  <a:pt x="179" y="650"/>
                </a:lnTo>
                <a:lnTo>
                  <a:pt x="181" y="641"/>
                </a:lnTo>
                <a:lnTo>
                  <a:pt x="181" y="632"/>
                </a:lnTo>
                <a:lnTo>
                  <a:pt x="181" y="623"/>
                </a:lnTo>
                <a:lnTo>
                  <a:pt x="180" y="615"/>
                </a:lnTo>
                <a:lnTo>
                  <a:pt x="178" y="607"/>
                </a:lnTo>
                <a:lnTo>
                  <a:pt x="174" y="599"/>
                </a:lnTo>
                <a:lnTo>
                  <a:pt x="171" y="591"/>
                </a:lnTo>
                <a:lnTo>
                  <a:pt x="168" y="585"/>
                </a:lnTo>
                <a:lnTo>
                  <a:pt x="163" y="578"/>
                </a:lnTo>
                <a:lnTo>
                  <a:pt x="157" y="571"/>
                </a:lnTo>
                <a:lnTo>
                  <a:pt x="305" y="424"/>
                </a:lnTo>
                <a:lnTo>
                  <a:pt x="316" y="430"/>
                </a:lnTo>
                <a:lnTo>
                  <a:pt x="328" y="433"/>
                </a:lnTo>
                <a:lnTo>
                  <a:pt x="314" y="457"/>
                </a:lnTo>
                <a:lnTo>
                  <a:pt x="303" y="483"/>
                </a:lnTo>
                <a:lnTo>
                  <a:pt x="294" y="510"/>
                </a:lnTo>
                <a:lnTo>
                  <a:pt x="286" y="538"/>
                </a:lnTo>
                <a:lnTo>
                  <a:pt x="279" y="568"/>
                </a:lnTo>
                <a:lnTo>
                  <a:pt x="275" y="598"/>
                </a:lnTo>
                <a:lnTo>
                  <a:pt x="273" y="630"/>
                </a:lnTo>
                <a:lnTo>
                  <a:pt x="271" y="662"/>
                </a:lnTo>
                <a:lnTo>
                  <a:pt x="271" y="753"/>
                </a:lnTo>
                <a:lnTo>
                  <a:pt x="226" y="753"/>
                </a:lnTo>
                <a:lnTo>
                  <a:pt x="223" y="753"/>
                </a:lnTo>
                <a:lnTo>
                  <a:pt x="221" y="754"/>
                </a:lnTo>
                <a:lnTo>
                  <a:pt x="218" y="755"/>
                </a:lnTo>
                <a:lnTo>
                  <a:pt x="216" y="757"/>
                </a:lnTo>
                <a:lnTo>
                  <a:pt x="214" y="760"/>
                </a:lnTo>
                <a:lnTo>
                  <a:pt x="213" y="762"/>
                </a:lnTo>
                <a:lnTo>
                  <a:pt x="212" y="764"/>
                </a:lnTo>
                <a:lnTo>
                  <a:pt x="212" y="767"/>
                </a:lnTo>
                <a:lnTo>
                  <a:pt x="212" y="888"/>
                </a:lnTo>
                <a:lnTo>
                  <a:pt x="212" y="891"/>
                </a:lnTo>
                <a:lnTo>
                  <a:pt x="213" y="894"/>
                </a:lnTo>
                <a:lnTo>
                  <a:pt x="214" y="896"/>
                </a:lnTo>
                <a:lnTo>
                  <a:pt x="216" y="898"/>
                </a:lnTo>
                <a:lnTo>
                  <a:pt x="218" y="901"/>
                </a:lnTo>
                <a:lnTo>
                  <a:pt x="221" y="902"/>
                </a:lnTo>
                <a:lnTo>
                  <a:pt x="223" y="903"/>
                </a:lnTo>
                <a:lnTo>
                  <a:pt x="226" y="903"/>
                </a:lnTo>
                <a:lnTo>
                  <a:pt x="347" y="903"/>
                </a:lnTo>
                <a:lnTo>
                  <a:pt x="349" y="903"/>
                </a:lnTo>
                <a:lnTo>
                  <a:pt x="353" y="902"/>
                </a:lnTo>
                <a:lnTo>
                  <a:pt x="355" y="901"/>
                </a:lnTo>
                <a:lnTo>
                  <a:pt x="357" y="898"/>
                </a:lnTo>
                <a:lnTo>
                  <a:pt x="360" y="896"/>
                </a:lnTo>
                <a:lnTo>
                  <a:pt x="361" y="894"/>
                </a:lnTo>
                <a:lnTo>
                  <a:pt x="362" y="891"/>
                </a:lnTo>
                <a:lnTo>
                  <a:pt x="362" y="888"/>
                </a:lnTo>
                <a:lnTo>
                  <a:pt x="362" y="767"/>
                </a:lnTo>
                <a:lnTo>
                  <a:pt x="362" y="764"/>
                </a:lnTo>
                <a:lnTo>
                  <a:pt x="361" y="762"/>
                </a:lnTo>
                <a:lnTo>
                  <a:pt x="360" y="760"/>
                </a:lnTo>
                <a:lnTo>
                  <a:pt x="357" y="757"/>
                </a:lnTo>
                <a:lnTo>
                  <a:pt x="355" y="755"/>
                </a:lnTo>
                <a:lnTo>
                  <a:pt x="353" y="754"/>
                </a:lnTo>
                <a:lnTo>
                  <a:pt x="349" y="753"/>
                </a:lnTo>
                <a:lnTo>
                  <a:pt x="347" y="753"/>
                </a:lnTo>
                <a:lnTo>
                  <a:pt x="302" y="753"/>
                </a:lnTo>
                <a:lnTo>
                  <a:pt x="302" y="662"/>
                </a:lnTo>
                <a:lnTo>
                  <a:pt x="303" y="629"/>
                </a:lnTo>
                <a:lnTo>
                  <a:pt x="305" y="597"/>
                </a:lnTo>
                <a:lnTo>
                  <a:pt x="310" y="566"/>
                </a:lnTo>
                <a:lnTo>
                  <a:pt x="317" y="537"/>
                </a:lnTo>
                <a:lnTo>
                  <a:pt x="326" y="509"/>
                </a:lnTo>
                <a:lnTo>
                  <a:pt x="336" y="482"/>
                </a:lnTo>
                <a:lnTo>
                  <a:pt x="343" y="469"/>
                </a:lnTo>
                <a:lnTo>
                  <a:pt x="348" y="457"/>
                </a:lnTo>
                <a:lnTo>
                  <a:pt x="355" y="446"/>
                </a:lnTo>
                <a:lnTo>
                  <a:pt x="363" y="434"/>
                </a:lnTo>
                <a:lnTo>
                  <a:pt x="373" y="431"/>
                </a:lnTo>
                <a:lnTo>
                  <a:pt x="383" y="426"/>
                </a:lnTo>
                <a:lnTo>
                  <a:pt x="393" y="420"/>
                </a:lnTo>
                <a:lnTo>
                  <a:pt x="401" y="413"/>
                </a:lnTo>
                <a:lnTo>
                  <a:pt x="408" y="404"/>
                </a:lnTo>
                <a:lnTo>
                  <a:pt x="414" y="395"/>
                </a:lnTo>
                <a:lnTo>
                  <a:pt x="418" y="383"/>
                </a:lnTo>
                <a:lnTo>
                  <a:pt x="421" y="372"/>
                </a:lnTo>
                <a:lnTo>
                  <a:pt x="433" y="364"/>
                </a:lnTo>
                <a:lnTo>
                  <a:pt x="445" y="356"/>
                </a:lnTo>
                <a:lnTo>
                  <a:pt x="458" y="348"/>
                </a:lnTo>
                <a:lnTo>
                  <a:pt x="471" y="342"/>
                </a:lnTo>
                <a:lnTo>
                  <a:pt x="485" y="335"/>
                </a:lnTo>
                <a:lnTo>
                  <a:pt x="498" y="329"/>
                </a:lnTo>
                <a:lnTo>
                  <a:pt x="513" y="324"/>
                </a:lnTo>
                <a:lnTo>
                  <a:pt x="529" y="319"/>
                </a:lnTo>
                <a:lnTo>
                  <a:pt x="544" y="315"/>
                </a:lnTo>
                <a:lnTo>
                  <a:pt x="559" y="311"/>
                </a:lnTo>
                <a:lnTo>
                  <a:pt x="576" y="308"/>
                </a:lnTo>
                <a:lnTo>
                  <a:pt x="593" y="306"/>
                </a:lnTo>
                <a:lnTo>
                  <a:pt x="610" y="303"/>
                </a:lnTo>
                <a:lnTo>
                  <a:pt x="627" y="302"/>
                </a:lnTo>
                <a:lnTo>
                  <a:pt x="645" y="301"/>
                </a:lnTo>
                <a:lnTo>
                  <a:pt x="663" y="301"/>
                </a:lnTo>
                <a:lnTo>
                  <a:pt x="754" y="301"/>
                </a:lnTo>
                <a:lnTo>
                  <a:pt x="754" y="346"/>
                </a:lnTo>
                <a:lnTo>
                  <a:pt x="754" y="348"/>
                </a:lnTo>
                <a:lnTo>
                  <a:pt x="755" y="352"/>
                </a:lnTo>
                <a:lnTo>
                  <a:pt x="756" y="354"/>
                </a:lnTo>
                <a:lnTo>
                  <a:pt x="758" y="356"/>
                </a:lnTo>
                <a:lnTo>
                  <a:pt x="761" y="359"/>
                </a:lnTo>
                <a:lnTo>
                  <a:pt x="763" y="360"/>
                </a:lnTo>
                <a:lnTo>
                  <a:pt x="765" y="361"/>
                </a:lnTo>
                <a:lnTo>
                  <a:pt x="768" y="361"/>
                </a:lnTo>
                <a:lnTo>
                  <a:pt x="889" y="361"/>
                </a:lnTo>
                <a:lnTo>
                  <a:pt x="892" y="361"/>
                </a:lnTo>
                <a:lnTo>
                  <a:pt x="895" y="360"/>
                </a:lnTo>
                <a:lnTo>
                  <a:pt x="897" y="359"/>
                </a:lnTo>
                <a:lnTo>
                  <a:pt x="899" y="356"/>
                </a:lnTo>
                <a:lnTo>
                  <a:pt x="902" y="354"/>
                </a:lnTo>
                <a:lnTo>
                  <a:pt x="903" y="352"/>
                </a:lnTo>
                <a:lnTo>
                  <a:pt x="904" y="348"/>
                </a:lnTo>
                <a:lnTo>
                  <a:pt x="904" y="346"/>
                </a:lnTo>
                <a:lnTo>
                  <a:pt x="904" y="225"/>
                </a:lnTo>
                <a:lnTo>
                  <a:pt x="904" y="222"/>
                </a:lnTo>
                <a:lnTo>
                  <a:pt x="903" y="220"/>
                </a:lnTo>
                <a:lnTo>
                  <a:pt x="902" y="217"/>
                </a:lnTo>
                <a:lnTo>
                  <a:pt x="899" y="215"/>
                </a:lnTo>
                <a:lnTo>
                  <a:pt x="897" y="213"/>
                </a:lnTo>
                <a:lnTo>
                  <a:pt x="895" y="212"/>
                </a:lnTo>
                <a:lnTo>
                  <a:pt x="892" y="211"/>
                </a:lnTo>
                <a:lnTo>
                  <a:pt x="889" y="21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grpSp>
        <p:nvGrpSpPr>
          <p:cNvPr id="36" name="Group 35" descr="Icon of human being and gear. ">
            <a:extLst>
              <a:ext uri="{FF2B5EF4-FFF2-40B4-BE49-F238E27FC236}">
                <a16:creationId xmlns:a16="http://schemas.microsoft.com/office/drawing/2014/main" xmlns="" id="{ECC5F635-1712-4572-A9EC-F94E2199DDBD}"/>
              </a:ext>
            </a:extLst>
          </p:cNvPr>
          <p:cNvGrpSpPr/>
          <p:nvPr/>
        </p:nvGrpSpPr>
        <p:grpSpPr>
          <a:xfrm>
            <a:off x="7133464" y="5355478"/>
            <a:ext cx="338073" cy="339996"/>
            <a:chOff x="6450013" y="5349875"/>
            <a:chExt cx="279399" cy="280988"/>
          </a:xfrm>
          <a:solidFill>
            <a:schemeClr val="bg1"/>
          </a:solidFill>
        </p:grpSpPr>
        <p:sp>
          <p:nvSpPr>
            <p:cNvPr id="37" name="Freeform 3673">
              <a:extLst>
                <a:ext uri="{FF2B5EF4-FFF2-40B4-BE49-F238E27FC236}">
                  <a16:creationId xmlns:a16="http://schemas.microsoft.com/office/drawing/2014/main" xmlns="" id="{D1391604-D4EC-48A8-AE57-EDF194392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6450013" y="5349875"/>
              <a:ext cx="182562" cy="238125"/>
            </a:xfrm>
            <a:custGeom>
              <a:avLst/>
              <a:gdLst>
                <a:gd name="T0" fmla="*/ 379 w 459"/>
                <a:gd name="T1" fmla="*/ 550 h 602"/>
                <a:gd name="T2" fmla="*/ 380 w 459"/>
                <a:gd name="T3" fmla="*/ 519 h 602"/>
                <a:gd name="T4" fmla="*/ 345 w 459"/>
                <a:gd name="T5" fmla="*/ 495 h 602"/>
                <a:gd name="T6" fmla="*/ 397 w 459"/>
                <a:gd name="T7" fmla="*/ 400 h 602"/>
                <a:gd name="T8" fmla="*/ 408 w 459"/>
                <a:gd name="T9" fmla="*/ 395 h 602"/>
                <a:gd name="T10" fmla="*/ 450 w 459"/>
                <a:gd name="T11" fmla="*/ 406 h 602"/>
                <a:gd name="T12" fmla="*/ 412 w 459"/>
                <a:gd name="T13" fmla="*/ 384 h 602"/>
                <a:gd name="T14" fmla="*/ 376 w 459"/>
                <a:gd name="T15" fmla="*/ 370 h 602"/>
                <a:gd name="T16" fmla="*/ 361 w 459"/>
                <a:gd name="T17" fmla="*/ 307 h 602"/>
                <a:gd name="T18" fmla="*/ 379 w 459"/>
                <a:gd name="T19" fmla="*/ 288 h 602"/>
                <a:gd name="T20" fmla="*/ 397 w 459"/>
                <a:gd name="T21" fmla="*/ 252 h 602"/>
                <a:gd name="T22" fmla="*/ 406 w 459"/>
                <a:gd name="T23" fmla="*/ 214 h 602"/>
                <a:gd name="T24" fmla="*/ 415 w 459"/>
                <a:gd name="T25" fmla="*/ 202 h 602"/>
                <a:gd name="T26" fmla="*/ 420 w 459"/>
                <a:gd name="T27" fmla="*/ 183 h 602"/>
                <a:gd name="T28" fmla="*/ 416 w 459"/>
                <a:gd name="T29" fmla="*/ 152 h 602"/>
                <a:gd name="T30" fmla="*/ 412 w 459"/>
                <a:gd name="T31" fmla="*/ 121 h 602"/>
                <a:gd name="T32" fmla="*/ 420 w 459"/>
                <a:gd name="T33" fmla="*/ 78 h 602"/>
                <a:gd name="T34" fmla="*/ 415 w 459"/>
                <a:gd name="T35" fmla="*/ 45 h 602"/>
                <a:gd name="T36" fmla="*/ 403 w 459"/>
                <a:gd name="T37" fmla="*/ 27 h 602"/>
                <a:gd name="T38" fmla="*/ 382 w 459"/>
                <a:gd name="T39" fmla="*/ 15 h 602"/>
                <a:gd name="T40" fmla="*/ 341 w 459"/>
                <a:gd name="T41" fmla="*/ 3 h 602"/>
                <a:gd name="T42" fmla="*/ 291 w 459"/>
                <a:gd name="T43" fmla="*/ 0 h 602"/>
                <a:gd name="T44" fmla="*/ 245 w 459"/>
                <a:gd name="T45" fmla="*/ 9 h 602"/>
                <a:gd name="T46" fmla="*/ 213 w 459"/>
                <a:gd name="T47" fmla="*/ 27 h 602"/>
                <a:gd name="T48" fmla="*/ 201 w 459"/>
                <a:gd name="T49" fmla="*/ 42 h 602"/>
                <a:gd name="T50" fmla="*/ 181 w 459"/>
                <a:gd name="T51" fmla="*/ 44 h 602"/>
                <a:gd name="T52" fmla="*/ 163 w 459"/>
                <a:gd name="T53" fmla="*/ 56 h 602"/>
                <a:gd name="T54" fmla="*/ 155 w 459"/>
                <a:gd name="T55" fmla="*/ 87 h 602"/>
                <a:gd name="T56" fmla="*/ 164 w 459"/>
                <a:gd name="T57" fmla="*/ 138 h 602"/>
                <a:gd name="T58" fmla="*/ 159 w 459"/>
                <a:gd name="T59" fmla="*/ 144 h 602"/>
                <a:gd name="T60" fmla="*/ 150 w 459"/>
                <a:gd name="T61" fmla="*/ 162 h 602"/>
                <a:gd name="T62" fmla="*/ 149 w 459"/>
                <a:gd name="T63" fmla="*/ 184 h 602"/>
                <a:gd name="T64" fmla="*/ 154 w 459"/>
                <a:gd name="T65" fmla="*/ 201 h 602"/>
                <a:gd name="T66" fmla="*/ 163 w 459"/>
                <a:gd name="T67" fmla="*/ 214 h 602"/>
                <a:gd name="T68" fmla="*/ 169 w 459"/>
                <a:gd name="T69" fmla="*/ 237 h 602"/>
                <a:gd name="T70" fmla="*/ 179 w 459"/>
                <a:gd name="T71" fmla="*/ 271 h 602"/>
                <a:gd name="T72" fmla="*/ 203 w 459"/>
                <a:gd name="T73" fmla="*/ 306 h 602"/>
                <a:gd name="T74" fmla="*/ 215 w 459"/>
                <a:gd name="T75" fmla="*/ 364 h 602"/>
                <a:gd name="T76" fmla="*/ 171 w 459"/>
                <a:gd name="T77" fmla="*/ 381 h 602"/>
                <a:gd name="T78" fmla="*/ 106 w 459"/>
                <a:gd name="T79" fmla="*/ 401 h 602"/>
                <a:gd name="T80" fmla="*/ 46 w 459"/>
                <a:gd name="T81" fmla="*/ 428 h 602"/>
                <a:gd name="T82" fmla="*/ 22 w 459"/>
                <a:gd name="T83" fmla="*/ 449 h 602"/>
                <a:gd name="T84" fmla="*/ 10 w 459"/>
                <a:gd name="T85" fmla="*/ 479 h 602"/>
                <a:gd name="T86" fmla="*/ 2 w 459"/>
                <a:gd name="T87" fmla="*/ 540 h 602"/>
                <a:gd name="T88" fmla="*/ 1 w 459"/>
                <a:gd name="T89" fmla="*/ 594 h 602"/>
                <a:gd name="T90" fmla="*/ 11 w 459"/>
                <a:gd name="T91" fmla="*/ 602 h 602"/>
                <a:gd name="T92" fmla="*/ 345 w 459"/>
                <a:gd name="T93" fmla="*/ 589 h 602"/>
                <a:gd name="T94" fmla="*/ 352 w 459"/>
                <a:gd name="T95" fmla="*/ 577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459" h="602">
                  <a:moveTo>
                    <a:pt x="352" y="577"/>
                  </a:moveTo>
                  <a:lnTo>
                    <a:pt x="380" y="560"/>
                  </a:lnTo>
                  <a:lnTo>
                    <a:pt x="379" y="550"/>
                  </a:lnTo>
                  <a:lnTo>
                    <a:pt x="379" y="540"/>
                  </a:lnTo>
                  <a:lnTo>
                    <a:pt x="379" y="530"/>
                  </a:lnTo>
                  <a:lnTo>
                    <a:pt x="380" y="519"/>
                  </a:lnTo>
                  <a:lnTo>
                    <a:pt x="352" y="503"/>
                  </a:lnTo>
                  <a:lnTo>
                    <a:pt x="348" y="499"/>
                  </a:lnTo>
                  <a:lnTo>
                    <a:pt x="345" y="495"/>
                  </a:lnTo>
                  <a:lnTo>
                    <a:pt x="345" y="490"/>
                  </a:lnTo>
                  <a:lnTo>
                    <a:pt x="346" y="486"/>
                  </a:lnTo>
                  <a:lnTo>
                    <a:pt x="397" y="400"/>
                  </a:lnTo>
                  <a:lnTo>
                    <a:pt x="399" y="397"/>
                  </a:lnTo>
                  <a:lnTo>
                    <a:pt x="403" y="395"/>
                  </a:lnTo>
                  <a:lnTo>
                    <a:pt x="408" y="395"/>
                  </a:lnTo>
                  <a:lnTo>
                    <a:pt x="413" y="396"/>
                  </a:lnTo>
                  <a:lnTo>
                    <a:pt x="441" y="413"/>
                  </a:lnTo>
                  <a:lnTo>
                    <a:pt x="450" y="406"/>
                  </a:lnTo>
                  <a:lnTo>
                    <a:pt x="459" y="401"/>
                  </a:lnTo>
                  <a:lnTo>
                    <a:pt x="424" y="388"/>
                  </a:lnTo>
                  <a:lnTo>
                    <a:pt x="412" y="384"/>
                  </a:lnTo>
                  <a:lnTo>
                    <a:pt x="400" y="379"/>
                  </a:lnTo>
                  <a:lnTo>
                    <a:pt x="389" y="375"/>
                  </a:lnTo>
                  <a:lnTo>
                    <a:pt x="376" y="370"/>
                  </a:lnTo>
                  <a:lnTo>
                    <a:pt x="368" y="368"/>
                  </a:lnTo>
                  <a:lnTo>
                    <a:pt x="361" y="364"/>
                  </a:lnTo>
                  <a:lnTo>
                    <a:pt x="361" y="307"/>
                  </a:lnTo>
                  <a:lnTo>
                    <a:pt x="366" y="302"/>
                  </a:lnTo>
                  <a:lnTo>
                    <a:pt x="372" y="297"/>
                  </a:lnTo>
                  <a:lnTo>
                    <a:pt x="379" y="288"/>
                  </a:lnTo>
                  <a:lnTo>
                    <a:pt x="385" y="279"/>
                  </a:lnTo>
                  <a:lnTo>
                    <a:pt x="391" y="266"/>
                  </a:lnTo>
                  <a:lnTo>
                    <a:pt x="397" y="252"/>
                  </a:lnTo>
                  <a:lnTo>
                    <a:pt x="400" y="235"/>
                  </a:lnTo>
                  <a:lnTo>
                    <a:pt x="402" y="216"/>
                  </a:lnTo>
                  <a:lnTo>
                    <a:pt x="406" y="214"/>
                  </a:lnTo>
                  <a:lnTo>
                    <a:pt x="409" y="211"/>
                  </a:lnTo>
                  <a:lnTo>
                    <a:pt x="412" y="207"/>
                  </a:lnTo>
                  <a:lnTo>
                    <a:pt x="415" y="202"/>
                  </a:lnTo>
                  <a:lnTo>
                    <a:pt x="417" y="197"/>
                  </a:lnTo>
                  <a:lnTo>
                    <a:pt x="418" y="191"/>
                  </a:lnTo>
                  <a:lnTo>
                    <a:pt x="420" y="183"/>
                  </a:lnTo>
                  <a:lnTo>
                    <a:pt x="420" y="175"/>
                  </a:lnTo>
                  <a:lnTo>
                    <a:pt x="420" y="164"/>
                  </a:lnTo>
                  <a:lnTo>
                    <a:pt x="416" y="152"/>
                  </a:lnTo>
                  <a:lnTo>
                    <a:pt x="412" y="144"/>
                  </a:lnTo>
                  <a:lnTo>
                    <a:pt x="406" y="137"/>
                  </a:lnTo>
                  <a:lnTo>
                    <a:pt x="412" y="121"/>
                  </a:lnTo>
                  <a:lnTo>
                    <a:pt x="417" y="101"/>
                  </a:lnTo>
                  <a:lnTo>
                    <a:pt x="420" y="89"/>
                  </a:lnTo>
                  <a:lnTo>
                    <a:pt x="420" y="78"/>
                  </a:lnTo>
                  <a:lnTo>
                    <a:pt x="420" y="65"/>
                  </a:lnTo>
                  <a:lnTo>
                    <a:pt x="417" y="53"/>
                  </a:lnTo>
                  <a:lnTo>
                    <a:pt x="415" y="45"/>
                  </a:lnTo>
                  <a:lnTo>
                    <a:pt x="412" y="39"/>
                  </a:lnTo>
                  <a:lnTo>
                    <a:pt x="407" y="34"/>
                  </a:lnTo>
                  <a:lnTo>
                    <a:pt x="403" y="27"/>
                  </a:lnTo>
                  <a:lnTo>
                    <a:pt x="397" y="24"/>
                  </a:lnTo>
                  <a:lnTo>
                    <a:pt x="390" y="18"/>
                  </a:lnTo>
                  <a:lnTo>
                    <a:pt x="382" y="15"/>
                  </a:lnTo>
                  <a:lnTo>
                    <a:pt x="376" y="12"/>
                  </a:lnTo>
                  <a:lnTo>
                    <a:pt x="359" y="7"/>
                  </a:lnTo>
                  <a:lnTo>
                    <a:pt x="341" y="3"/>
                  </a:lnTo>
                  <a:lnTo>
                    <a:pt x="325" y="0"/>
                  </a:lnTo>
                  <a:lnTo>
                    <a:pt x="307" y="0"/>
                  </a:lnTo>
                  <a:lnTo>
                    <a:pt x="291" y="0"/>
                  </a:lnTo>
                  <a:lnTo>
                    <a:pt x="276" y="2"/>
                  </a:lnTo>
                  <a:lnTo>
                    <a:pt x="260" y="6"/>
                  </a:lnTo>
                  <a:lnTo>
                    <a:pt x="245" y="9"/>
                  </a:lnTo>
                  <a:lnTo>
                    <a:pt x="231" y="16"/>
                  </a:lnTo>
                  <a:lnTo>
                    <a:pt x="218" y="22"/>
                  </a:lnTo>
                  <a:lnTo>
                    <a:pt x="213" y="27"/>
                  </a:lnTo>
                  <a:lnTo>
                    <a:pt x="209" y="31"/>
                  </a:lnTo>
                  <a:lnTo>
                    <a:pt x="204" y="36"/>
                  </a:lnTo>
                  <a:lnTo>
                    <a:pt x="201" y="42"/>
                  </a:lnTo>
                  <a:lnTo>
                    <a:pt x="194" y="42"/>
                  </a:lnTo>
                  <a:lnTo>
                    <a:pt x="187" y="43"/>
                  </a:lnTo>
                  <a:lnTo>
                    <a:pt x="181" y="44"/>
                  </a:lnTo>
                  <a:lnTo>
                    <a:pt x="176" y="45"/>
                  </a:lnTo>
                  <a:lnTo>
                    <a:pt x="168" y="51"/>
                  </a:lnTo>
                  <a:lnTo>
                    <a:pt x="163" y="56"/>
                  </a:lnTo>
                  <a:lnTo>
                    <a:pt x="158" y="65"/>
                  </a:lnTo>
                  <a:lnTo>
                    <a:pt x="155" y="75"/>
                  </a:lnTo>
                  <a:lnTo>
                    <a:pt x="155" y="87"/>
                  </a:lnTo>
                  <a:lnTo>
                    <a:pt x="155" y="98"/>
                  </a:lnTo>
                  <a:lnTo>
                    <a:pt x="159" y="120"/>
                  </a:lnTo>
                  <a:lnTo>
                    <a:pt x="164" y="138"/>
                  </a:lnTo>
                  <a:lnTo>
                    <a:pt x="164" y="139"/>
                  </a:lnTo>
                  <a:lnTo>
                    <a:pt x="164" y="139"/>
                  </a:lnTo>
                  <a:lnTo>
                    <a:pt x="159" y="144"/>
                  </a:lnTo>
                  <a:lnTo>
                    <a:pt x="154" y="151"/>
                  </a:lnTo>
                  <a:lnTo>
                    <a:pt x="151" y="156"/>
                  </a:lnTo>
                  <a:lnTo>
                    <a:pt x="150" y="162"/>
                  </a:lnTo>
                  <a:lnTo>
                    <a:pt x="149" y="170"/>
                  </a:lnTo>
                  <a:lnTo>
                    <a:pt x="149" y="176"/>
                  </a:lnTo>
                  <a:lnTo>
                    <a:pt x="149" y="184"/>
                  </a:lnTo>
                  <a:lnTo>
                    <a:pt x="150" y="191"/>
                  </a:lnTo>
                  <a:lnTo>
                    <a:pt x="151" y="196"/>
                  </a:lnTo>
                  <a:lnTo>
                    <a:pt x="154" y="201"/>
                  </a:lnTo>
                  <a:lnTo>
                    <a:pt x="156" y="206"/>
                  </a:lnTo>
                  <a:lnTo>
                    <a:pt x="159" y="210"/>
                  </a:lnTo>
                  <a:lnTo>
                    <a:pt x="163" y="214"/>
                  </a:lnTo>
                  <a:lnTo>
                    <a:pt x="167" y="216"/>
                  </a:lnTo>
                  <a:lnTo>
                    <a:pt x="168" y="227"/>
                  </a:lnTo>
                  <a:lnTo>
                    <a:pt x="169" y="237"/>
                  </a:lnTo>
                  <a:lnTo>
                    <a:pt x="172" y="246"/>
                  </a:lnTo>
                  <a:lnTo>
                    <a:pt x="174" y="255"/>
                  </a:lnTo>
                  <a:lnTo>
                    <a:pt x="179" y="271"/>
                  </a:lnTo>
                  <a:lnTo>
                    <a:pt x="187" y="286"/>
                  </a:lnTo>
                  <a:lnTo>
                    <a:pt x="195" y="297"/>
                  </a:lnTo>
                  <a:lnTo>
                    <a:pt x="203" y="306"/>
                  </a:lnTo>
                  <a:lnTo>
                    <a:pt x="210" y="314"/>
                  </a:lnTo>
                  <a:lnTo>
                    <a:pt x="215" y="319"/>
                  </a:lnTo>
                  <a:lnTo>
                    <a:pt x="215" y="364"/>
                  </a:lnTo>
                  <a:lnTo>
                    <a:pt x="201" y="369"/>
                  </a:lnTo>
                  <a:lnTo>
                    <a:pt x="186" y="375"/>
                  </a:lnTo>
                  <a:lnTo>
                    <a:pt x="171" y="381"/>
                  </a:lnTo>
                  <a:lnTo>
                    <a:pt x="155" y="384"/>
                  </a:lnTo>
                  <a:lnTo>
                    <a:pt x="129" y="393"/>
                  </a:lnTo>
                  <a:lnTo>
                    <a:pt x="106" y="401"/>
                  </a:lnTo>
                  <a:lnTo>
                    <a:pt x="83" y="410"/>
                  </a:lnTo>
                  <a:lnTo>
                    <a:pt x="64" y="419"/>
                  </a:lnTo>
                  <a:lnTo>
                    <a:pt x="46" y="428"/>
                  </a:lnTo>
                  <a:lnTo>
                    <a:pt x="32" y="438"/>
                  </a:lnTo>
                  <a:lnTo>
                    <a:pt x="27" y="444"/>
                  </a:lnTo>
                  <a:lnTo>
                    <a:pt x="22" y="449"/>
                  </a:lnTo>
                  <a:lnTo>
                    <a:pt x="18" y="455"/>
                  </a:lnTo>
                  <a:lnTo>
                    <a:pt x="15" y="460"/>
                  </a:lnTo>
                  <a:lnTo>
                    <a:pt x="10" y="479"/>
                  </a:lnTo>
                  <a:lnTo>
                    <a:pt x="6" y="499"/>
                  </a:lnTo>
                  <a:lnTo>
                    <a:pt x="4" y="521"/>
                  </a:lnTo>
                  <a:lnTo>
                    <a:pt x="2" y="540"/>
                  </a:lnTo>
                  <a:lnTo>
                    <a:pt x="0" y="573"/>
                  </a:lnTo>
                  <a:lnTo>
                    <a:pt x="0" y="589"/>
                  </a:lnTo>
                  <a:lnTo>
                    <a:pt x="1" y="594"/>
                  </a:lnTo>
                  <a:lnTo>
                    <a:pt x="4" y="598"/>
                  </a:lnTo>
                  <a:lnTo>
                    <a:pt x="7" y="600"/>
                  </a:lnTo>
                  <a:lnTo>
                    <a:pt x="11" y="602"/>
                  </a:lnTo>
                  <a:lnTo>
                    <a:pt x="350" y="602"/>
                  </a:lnTo>
                  <a:lnTo>
                    <a:pt x="346" y="594"/>
                  </a:lnTo>
                  <a:lnTo>
                    <a:pt x="345" y="589"/>
                  </a:lnTo>
                  <a:lnTo>
                    <a:pt x="345" y="585"/>
                  </a:lnTo>
                  <a:lnTo>
                    <a:pt x="348" y="581"/>
                  </a:lnTo>
                  <a:lnTo>
                    <a:pt x="352" y="57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8" name="Freeform 3674">
              <a:extLst>
                <a:ext uri="{FF2B5EF4-FFF2-40B4-BE49-F238E27FC236}">
                  <a16:creationId xmlns:a16="http://schemas.microsoft.com/office/drawing/2014/main" xmlns="" id="{44A4D0F8-0767-41BC-BE62-0AED99EC8B2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97650" y="5497513"/>
              <a:ext cx="131762" cy="133350"/>
            </a:xfrm>
            <a:custGeom>
              <a:avLst/>
              <a:gdLst>
                <a:gd name="T0" fmla="*/ 151 w 332"/>
                <a:gd name="T1" fmla="*/ 243 h 336"/>
                <a:gd name="T2" fmla="*/ 129 w 332"/>
                <a:gd name="T3" fmla="*/ 235 h 336"/>
                <a:gd name="T4" fmla="*/ 111 w 332"/>
                <a:gd name="T5" fmla="*/ 222 h 336"/>
                <a:gd name="T6" fmla="*/ 97 w 332"/>
                <a:gd name="T7" fmla="*/ 204 h 336"/>
                <a:gd name="T8" fmla="*/ 89 w 332"/>
                <a:gd name="T9" fmla="*/ 182 h 336"/>
                <a:gd name="T10" fmla="*/ 88 w 332"/>
                <a:gd name="T11" fmla="*/ 159 h 336"/>
                <a:gd name="T12" fmla="*/ 94 w 332"/>
                <a:gd name="T13" fmla="*/ 136 h 336"/>
                <a:gd name="T14" fmla="*/ 106 w 332"/>
                <a:gd name="T15" fmla="*/ 117 h 336"/>
                <a:gd name="T16" fmla="*/ 122 w 332"/>
                <a:gd name="T17" fmla="*/ 103 h 336"/>
                <a:gd name="T18" fmla="*/ 143 w 332"/>
                <a:gd name="T19" fmla="*/ 92 h 336"/>
                <a:gd name="T20" fmla="*/ 166 w 332"/>
                <a:gd name="T21" fmla="*/ 89 h 336"/>
                <a:gd name="T22" fmla="*/ 189 w 332"/>
                <a:gd name="T23" fmla="*/ 92 h 336"/>
                <a:gd name="T24" fmla="*/ 210 w 332"/>
                <a:gd name="T25" fmla="*/ 103 h 336"/>
                <a:gd name="T26" fmla="*/ 226 w 332"/>
                <a:gd name="T27" fmla="*/ 117 h 336"/>
                <a:gd name="T28" fmla="*/ 238 w 332"/>
                <a:gd name="T29" fmla="*/ 136 h 336"/>
                <a:gd name="T30" fmla="*/ 243 w 332"/>
                <a:gd name="T31" fmla="*/ 159 h 336"/>
                <a:gd name="T32" fmla="*/ 242 w 332"/>
                <a:gd name="T33" fmla="*/ 182 h 336"/>
                <a:gd name="T34" fmla="*/ 234 w 332"/>
                <a:gd name="T35" fmla="*/ 204 h 336"/>
                <a:gd name="T36" fmla="*/ 221 w 332"/>
                <a:gd name="T37" fmla="*/ 222 h 336"/>
                <a:gd name="T38" fmla="*/ 203 w 332"/>
                <a:gd name="T39" fmla="*/ 235 h 336"/>
                <a:gd name="T40" fmla="*/ 181 w 332"/>
                <a:gd name="T41" fmla="*/ 243 h 336"/>
                <a:gd name="T42" fmla="*/ 306 w 332"/>
                <a:gd name="T43" fmla="*/ 204 h 336"/>
                <a:gd name="T44" fmla="*/ 300 w 332"/>
                <a:gd name="T45" fmla="*/ 195 h 336"/>
                <a:gd name="T46" fmla="*/ 302 w 332"/>
                <a:gd name="T47" fmla="*/ 167 h 336"/>
                <a:gd name="T48" fmla="*/ 300 w 332"/>
                <a:gd name="T49" fmla="*/ 139 h 336"/>
                <a:gd name="T50" fmla="*/ 306 w 332"/>
                <a:gd name="T51" fmla="*/ 130 h 336"/>
                <a:gd name="T52" fmla="*/ 269 w 332"/>
                <a:gd name="T53" fmla="*/ 64 h 336"/>
                <a:gd name="T54" fmla="*/ 257 w 332"/>
                <a:gd name="T55" fmla="*/ 65 h 336"/>
                <a:gd name="T56" fmla="*/ 242 w 332"/>
                <a:gd name="T57" fmla="*/ 53 h 336"/>
                <a:gd name="T58" fmla="*/ 215 w 332"/>
                <a:gd name="T59" fmla="*/ 35 h 336"/>
                <a:gd name="T60" fmla="*/ 207 w 332"/>
                <a:gd name="T61" fmla="*/ 27 h 336"/>
                <a:gd name="T62" fmla="*/ 135 w 332"/>
                <a:gd name="T63" fmla="*/ 0 h 336"/>
                <a:gd name="T64" fmla="*/ 133 w 332"/>
                <a:gd name="T65" fmla="*/ 31 h 336"/>
                <a:gd name="T66" fmla="*/ 113 w 332"/>
                <a:gd name="T67" fmla="*/ 41 h 336"/>
                <a:gd name="T68" fmla="*/ 77 w 332"/>
                <a:gd name="T69" fmla="*/ 63 h 336"/>
                <a:gd name="T70" fmla="*/ 67 w 332"/>
                <a:gd name="T71" fmla="*/ 65 h 336"/>
                <a:gd name="T72" fmla="*/ 0 w 332"/>
                <a:gd name="T73" fmla="*/ 114 h 336"/>
                <a:gd name="T74" fmla="*/ 31 w 332"/>
                <a:gd name="T75" fmla="*/ 135 h 336"/>
                <a:gd name="T76" fmla="*/ 30 w 332"/>
                <a:gd name="T77" fmla="*/ 154 h 336"/>
                <a:gd name="T78" fmla="*/ 31 w 332"/>
                <a:gd name="T79" fmla="*/ 191 h 336"/>
                <a:gd name="T80" fmla="*/ 29 w 332"/>
                <a:gd name="T81" fmla="*/ 202 h 336"/>
                <a:gd name="T82" fmla="*/ 38 w 332"/>
                <a:gd name="T83" fmla="*/ 284 h 336"/>
                <a:gd name="T84" fmla="*/ 71 w 332"/>
                <a:gd name="T85" fmla="*/ 267 h 336"/>
                <a:gd name="T86" fmla="*/ 89 w 332"/>
                <a:gd name="T87" fmla="*/ 279 h 336"/>
                <a:gd name="T88" fmla="*/ 139 w 332"/>
                <a:gd name="T89" fmla="*/ 300 h 336"/>
                <a:gd name="T90" fmla="*/ 146 w 332"/>
                <a:gd name="T91" fmla="*/ 308 h 336"/>
                <a:gd name="T92" fmla="*/ 207 w 332"/>
                <a:gd name="T93" fmla="*/ 336 h 336"/>
                <a:gd name="T94" fmla="*/ 208 w 332"/>
                <a:gd name="T95" fmla="*/ 306 h 336"/>
                <a:gd name="T96" fmla="*/ 223 w 332"/>
                <a:gd name="T97" fmla="*/ 297 h 336"/>
                <a:gd name="T98" fmla="*/ 246 w 332"/>
                <a:gd name="T99" fmla="*/ 279 h 336"/>
                <a:gd name="T100" fmla="*/ 257 w 332"/>
                <a:gd name="T101" fmla="*/ 268 h 336"/>
                <a:gd name="T102" fmla="*/ 269 w 332"/>
                <a:gd name="T103" fmla="*/ 270 h 336"/>
                <a:gd name="T104" fmla="*/ 306 w 332"/>
                <a:gd name="T105" fmla="*/ 204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332" h="336">
                  <a:moveTo>
                    <a:pt x="166" y="245"/>
                  </a:moveTo>
                  <a:lnTo>
                    <a:pt x="158" y="244"/>
                  </a:lnTo>
                  <a:lnTo>
                    <a:pt x="151" y="243"/>
                  </a:lnTo>
                  <a:lnTo>
                    <a:pt x="143" y="241"/>
                  </a:lnTo>
                  <a:lnTo>
                    <a:pt x="135" y="239"/>
                  </a:lnTo>
                  <a:lnTo>
                    <a:pt x="129" y="235"/>
                  </a:lnTo>
                  <a:lnTo>
                    <a:pt x="122" y="231"/>
                  </a:lnTo>
                  <a:lnTo>
                    <a:pt x="116" y="227"/>
                  </a:lnTo>
                  <a:lnTo>
                    <a:pt x="111" y="222"/>
                  </a:lnTo>
                  <a:lnTo>
                    <a:pt x="106" y="217"/>
                  </a:lnTo>
                  <a:lnTo>
                    <a:pt x="101" y="211"/>
                  </a:lnTo>
                  <a:lnTo>
                    <a:pt x="97" y="204"/>
                  </a:lnTo>
                  <a:lnTo>
                    <a:pt x="94" y="198"/>
                  </a:lnTo>
                  <a:lnTo>
                    <a:pt x="92" y="190"/>
                  </a:lnTo>
                  <a:lnTo>
                    <a:pt x="89" y="182"/>
                  </a:lnTo>
                  <a:lnTo>
                    <a:pt x="88" y="175"/>
                  </a:lnTo>
                  <a:lnTo>
                    <a:pt x="88" y="167"/>
                  </a:lnTo>
                  <a:lnTo>
                    <a:pt x="88" y="159"/>
                  </a:lnTo>
                  <a:lnTo>
                    <a:pt x="89" y="151"/>
                  </a:lnTo>
                  <a:lnTo>
                    <a:pt x="92" y="144"/>
                  </a:lnTo>
                  <a:lnTo>
                    <a:pt x="94" y="136"/>
                  </a:lnTo>
                  <a:lnTo>
                    <a:pt x="97" y="130"/>
                  </a:lnTo>
                  <a:lnTo>
                    <a:pt x="101" y="123"/>
                  </a:lnTo>
                  <a:lnTo>
                    <a:pt x="106" y="117"/>
                  </a:lnTo>
                  <a:lnTo>
                    <a:pt x="111" y="112"/>
                  </a:lnTo>
                  <a:lnTo>
                    <a:pt x="116" y="106"/>
                  </a:lnTo>
                  <a:lnTo>
                    <a:pt x="122" y="103"/>
                  </a:lnTo>
                  <a:lnTo>
                    <a:pt x="129" y="99"/>
                  </a:lnTo>
                  <a:lnTo>
                    <a:pt x="135" y="95"/>
                  </a:lnTo>
                  <a:lnTo>
                    <a:pt x="143" y="92"/>
                  </a:lnTo>
                  <a:lnTo>
                    <a:pt x="151" y="90"/>
                  </a:lnTo>
                  <a:lnTo>
                    <a:pt x="158" y="90"/>
                  </a:lnTo>
                  <a:lnTo>
                    <a:pt x="166" y="89"/>
                  </a:lnTo>
                  <a:lnTo>
                    <a:pt x="174" y="90"/>
                  </a:lnTo>
                  <a:lnTo>
                    <a:pt x="181" y="90"/>
                  </a:lnTo>
                  <a:lnTo>
                    <a:pt x="189" y="92"/>
                  </a:lnTo>
                  <a:lnTo>
                    <a:pt x="196" y="95"/>
                  </a:lnTo>
                  <a:lnTo>
                    <a:pt x="203" y="99"/>
                  </a:lnTo>
                  <a:lnTo>
                    <a:pt x="210" y="103"/>
                  </a:lnTo>
                  <a:lnTo>
                    <a:pt x="215" y="106"/>
                  </a:lnTo>
                  <a:lnTo>
                    <a:pt x="221" y="112"/>
                  </a:lnTo>
                  <a:lnTo>
                    <a:pt x="226" y="117"/>
                  </a:lnTo>
                  <a:lnTo>
                    <a:pt x="230" y="123"/>
                  </a:lnTo>
                  <a:lnTo>
                    <a:pt x="234" y="130"/>
                  </a:lnTo>
                  <a:lnTo>
                    <a:pt x="238" y="136"/>
                  </a:lnTo>
                  <a:lnTo>
                    <a:pt x="241" y="144"/>
                  </a:lnTo>
                  <a:lnTo>
                    <a:pt x="242" y="151"/>
                  </a:lnTo>
                  <a:lnTo>
                    <a:pt x="243" y="159"/>
                  </a:lnTo>
                  <a:lnTo>
                    <a:pt x="244" y="167"/>
                  </a:lnTo>
                  <a:lnTo>
                    <a:pt x="243" y="175"/>
                  </a:lnTo>
                  <a:lnTo>
                    <a:pt x="242" y="182"/>
                  </a:lnTo>
                  <a:lnTo>
                    <a:pt x="241" y="190"/>
                  </a:lnTo>
                  <a:lnTo>
                    <a:pt x="238" y="198"/>
                  </a:lnTo>
                  <a:lnTo>
                    <a:pt x="234" y="204"/>
                  </a:lnTo>
                  <a:lnTo>
                    <a:pt x="230" y="211"/>
                  </a:lnTo>
                  <a:lnTo>
                    <a:pt x="226" y="217"/>
                  </a:lnTo>
                  <a:lnTo>
                    <a:pt x="221" y="222"/>
                  </a:lnTo>
                  <a:lnTo>
                    <a:pt x="215" y="227"/>
                  </a:lnTo>
                  <a:lnTo>
                    <a:pt x="210" y="231"/>
                  </a:lnTo>
                  <a:lnTo>
                    <a:pt x="203" y="235"/>
                  </a:lnTo>
                  <a:lnTo>
                    <a:pt x="196" y="239"/>
                  </a:lnTo>
                  <a:lnTo>
                    <a:pt x="189" y="241"/>
                  </a:lnTo>
                  <a:lnTo>
                    <a:pt x="181" y="243"/>
                  </a:lnTo>
                  <a:lnTo>
                    <a:pt x="174" y="244"/>
                  </a:lnTo>
                  <a:lnTo>
                    <a:pt x="166" y="245"/>
                  </a:lnTo>
                  <a:close/>
                  <a:moveTo>
                    <a:pt x="306" y="204"/>
                  </a:moveTo>
                  <a:lnTo>
                    <a:pt x="302" y="202"/>
                  </a:lnTo>
                  <a:lnTo>
                    <a:pt x="301" y="199"/>
                  </a:lnTo>
                  <a:lnTo>
                    <a:pt x="300" y="195"/>
                  </a:lnTo>
                  <a:lnTo>
                    <a:pt x="300" y="191"/>
                  </a:lnTo>
                  <a:lnTo>
                    <a:pt x="302" y="180"/>
                  </a:lnTo>
                  <a:lnTo>
                    <a:pt x="302" y="167"/>
                  </a:lnTo>
                  <a:lnTo>
                    <a:pt x="302" y="154"/>
                  </a:lnTo>
                  <a:lnTo>
                    <a:pt x="300" y="142"/>
                  </a:lnTo>
                  <a:lnTo>
                    <a:pt x="300" y="139"/>
                  </a:lnTo>
                  <a:lnTo>
                    <a:pt x="301" y="135"/>
                  </a:lnTo>
                  <a:lnTo>
                    <a:pt x="302" y="132"/>
                  </a:lnTo>
                  <a:lnTo>
                    <a:pt x="306" y="130"/>
                  </a:lnTo>
                  <a:lnTo>
                    <a:pt x="332" y="114"/>
                  </a:lnTo>
                  <a:lnTo>
                    <a:pt x="293" y="50"/>
                  </a:lnTo>
                  <a:lnTo>
                    <a:pt x="269" y="64"/>
                  </a:lnTo>
                  <a:lnTo>
                    <a:pt x="265" y="65"/>
                  </a:lnTo>
                  <a:lnTo>
                    <a:pt x="261" y="65"/>
                  </a:lnTo>
                  <a:lnTo>
                    <a:pt x="257" y="65"/>
                  </a:lnTo>
                  <a:lnTo>
                    <a:pt x="255" y="63"/>
                  </a:lnTo>
                  <a:lnTo>
                    <a:pt x="251" y="59"/>
                  </a:lnTo>
                  <a:lnTo>
                    <a:pt x="242" y="53"/>
                  </a:lnTo>
                  <a:lnTo>
                    <a:pt x="233" y="45"/>
                  </a:lnTo>
                  <a:lnTo>
                    <a:pt x="224" y="40"/>
                  </a:lnTo>
                  <a:lnTo>
                    <a:pt x="215" y="35"/>
                  </a:lnTo>
                  <a:lnTo>
                    <a:pt x="211" y="33"/>
                  </a:lnTo>
                  <a:lnTo>
                    <a:pt x="208" y="31"/>
                  </a:lnTo>
                  <a:lnTo>
                    <a:pt x="207" y="27"/>
                  </a:lnTo>
                  <a:lnTo>
                    <a:pt x="207" y="24"/>
                  </a:lnTo>
                  <a:lnTo>
                    <a:pt x="207" y="0"/>
                  </a:lnTo>
                  <a:lnTo>
                    <a:pt x="135" y="0"/>
                  </a:lnTo>
                  <a:lnTo>
                    <a:pt x="135" y="24"/>
                  </a:lnTo>
                  <a:lnTo>
                    <a:pt x="134" y="27"/>
                  </a:lnTo>
                  <a:lnTo>
                    <a:pt x="133" y="31"/>
                  </a:lnTo>
                  <a:lnTo>
                    <a:pt x="130" y="33"/>
                  </a:lnTo>
                  <a:lnTo>
                    <a:pt x="126" y="35"/>
                  </a:lnTo>
                  <a:lnTo>
                    <a:pt x="113" y="41"/>
                  </a:lnTo>
                  <a:lnTo>
                    <a:pt x="101" y="47"/>
                  </a:lnTo>
                  <a:lnTo>
                    <a:pt x="88" y="55"/>
                  </a:lnTo>
                  <a:lnTo>
                    <a:pt x="77" y="63"/>
                  </a:lnTo>
                  <a:lnTo>
                    <a:pt x="75" y="65"/>
                  </a:lnTo>
                  <a:lnTo>
                    <a:pt x="71" y="65"/>
                  </a:lnTo>
                  <a:lnTo>
                    <a:pt x="67" y="65"/>
                  </a:lnTo>
                  <a:lnTo>
                    <a:pt x="63" y="64"/>
                  </a:lnTo>
                  <a:lnTo>
                    <a:pt x="38" y="50"/>
                  </a:lnTo>
                  <a:lnTo>
                    <a:pt x="0" y="114"/>
                  </a:lnTo>
                  <a:lnTo>
                    <a:pt x="26" y="130"/>
                  </a:lnTo>
                  <a:lnTo>
                    <a:pt x="29" y="132"/>
                  </a:lnTo>
                  <a:lnTo>
                    <a:pt x="31" y="135"/>
                  </a:lnTo>
                  <a:lnTo>
                    <a:pt x="33" y="139"/>
                  </a:lnTo>
                  <a:lnTo>
                    <a:pt x="31" y="142"/>
                  </a:lnTo>
                  <a:lnTo>
                    <a:pt x="30" y="154"/>
                  </a:lnTo>
                  <a:lnTo>
                    <a:pt x="30" y="167"/>
                  </a:lnTo>
                  <a:lnTo>
                    <a:pt x="30" y="178"/>
                  </a:lnTo>
                  <a:lnTo>
                    <a:pt x="31" y="191"/>
                  </a:lnTo>
                  <a:lnTo>
                    <a:pt x="33" y="195"/>
                  </a:lnTo>
                  <a:lnTo>
                    <a:pt x="31" y="199"/>
                  </a:lnTo>
                  <a:lnTo>
                    <a:pt x="29" y="202"/>
                  </a:lnTo>
                  <a:lnTo>
                    <a:pt x="26" y="204"/>
                  </a:lnTo>
                  <a:lnTo>
                    <a:pt x="0" y="220"/>
                  </a:lnTo>
                  <a:lnTo>
                    <a:pt x="38" y="284"/>
                  </a:lnTo>
                  <a:lnTo>
                    <a:pt x="63" y="270"/>
                  </a:lnTo>
                  <a:lnTo>
                    <a:pt x="67" y="268"/>
                  </a:lnTo>
                  <a:lnTo>
                    <a:pt x="71" y="267"/>
                  </a:lnTo>
                  <a:lnTo>
                    <a:pt x="75" y="268"/>
                  </a:lnTo>
                  <a:lnTo>
                    <a:pt x="77" y="271"/>
                  </a:lnTo>
                  <a:lnTo>
                    <a:pt x="89" y="279"/>
                  </a:lnTo>
                  <a:lnTo>
                    <a:pt x="106" y="286"/>
                  </a:lnTo>
                  <a:lnTo>
                    <a:pt x="124" y="295"/>
                  </a:lnTo>
                  <a:lnTo>
                    <a:pt x="139" y="300"/>
                  </a:lnTo>
                  <a:lnTo>
                    <a:pt x="142" y="303"/>
                  </a:lnTo>
                  <a:lnTo>
                    <a:pt x="144" y="306"/>
                  </a:lnTo>
                  <a:lnTo>
                    <a:pt x="146" y="308"/>
                  </a:lnTo>
                  <a:lnTo>
                    <a:pt x="147" y="312"/>
                  </a:lnTo>
                  <a:lnTo>
                    <a:pt x="147" y="336"/>
                  </a:lnTo>
                  <a:lnTo>
                    <a:pt x="207" y="336"/>
                  </a:lnTo>
                  <a:lnTo>
                    <a:pt x="207" y="312"/>
                  </a:lnTo>
                  <a:lnTo>
                    <a:pt x="207" y="308"/>
                  </a:lnTo>
                  <a:lnTo>
                    <a:pt x="208" y="306"/>
                  </a:lnTo>
                  <a:lnTo>
                    <a:pt x="211" y="303"/>
                  </a:lnTo>
                  <a:lnTo>
                    <a:pt x="215" y="300"/>
                  </a:lnTo>
                  <a:lnTo>
                    <a:pt x="223" y="297"/>
                  </a:lnTo>
                  <a:lnTo>
                    <a:pt x="230" y="291"/>
                  </a:lnTo>
                  <a:lnTo>
                    <a:pt x="238" y="285"/>
                  </a:lnTo>
                  <a:lnTo>
                    <a:pt x="246" y="279"/>
                  </a:lnTo>
                  <a:lnTo>
                    <a:pt x="250" y="275"/>
                  </a:lnTo>
                  <a:lnTo>
                    <a:pt x="255" y="271"/>
                  </a:lnTo>
                  <a:lnTo>
                    <a:pt x="257" y="268"/>
                  </a:lnTo>
                  <a:lnTo>
                    <a:pt x="261" y="267"/>
                  </a:lnTo>
                  <a:lnTo>
                    <a:pt x="265" y="268"/>
                  </a:lnTo>
                  <a:lnTo>
                    <a:pt x="269" y="270"/>
                  </a:lnTo>
                  <a:lnTo>
                    <a:pt x="295" y="284"/>
                  </a:lnTo>
                  <a:lnTo>
                    <a:pt x="332" y="220"/>
                  </a:lnTo>
                  <a:lnTo>
                    <a:pt x="306" y="2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42" name="Freeform 4346" descr="Icon of box and whisker chart. ">
            <a:extLst>
              <a:ext uri="{FF2B5EF4-FFF2-40B4-BE49-F238E27FC236}">
                <a16:creationId xmlns:a16="http://schemas.microsoft.com/office/drawing/2014/main" xmlns="" id="{D131817A-5B27-4718-8BAC-45C9CEDA45D9}"/>
              </a:ext>
            </a:extLst>
          </p:cNvPr>
          <p:cNvSpPr>
            <a:spLocks noEditPoints="1"/>
          </p:cNvSpPr>
          <p:nvPr/>
        </p:nvSpPr>
        <p:spPr bwMode="auto">
          <a:xfrm>
            <a:off x="3967321" y="3532346"/>
            <a:ext cx="345758" cy="345758"/>
          </a:xfrm>
          <a:custGeom>
            <a:avLst/>
            <a:gdLst>
              <a:gd name="T0" fmla="*/ 706 w 898"/>
              <a:gd name="T1" fmla="*/ 479 h 898"/>
              <a:gd name="T2" fmla="*/ 652 w 898"/>
              <a:gd name="T3" fmla="*/ 556 h 898"/>
              <a:gd name="T4" fmla="*/ 632 w 898"/>
              <a:gd name="T5" fmla="*/ 551 h 898"/>
              <a:gd name="T6" fmla="*/ 576 w 898"/>
              <a:gd name="T7" fmla="*/ 477 h 898"/>
              <a:gd name="T8" fmla="*/ 571 w 898"/>
              <a:gd name="T9" fmla="*/ 398 h 898"/>
              <a:gd name="T10" fmla="*/ 628 w 898"/>
              <a:gd name="T11" fmla="*/ 129 h 898"/>
              <a:gd name="T12" fmla="*/ 643 w 898"/>
              <a:gd name="T13" fmla="*/ 114 h 898"/>
              <a:gd name="T14" fmla="*/ 658 w 898"/>
              <a:gd name="T15" fmla="*/ 129 h 898"/>
              <a:gd name="T16" fmla="*/ 717 w 898"/>
              <a:gd name="T17" fmla="*/ 398 h 898"/>
              <a:gd name="T18" fmla="*/ 621 w 898"/>
              <a:gd name="T19" fmla="*/ 758 h 898"/>
              <a:gd name="T20" fmla="*/ 589 w 898"/>
              <a:gd name="T21" fmla="*/ 727 h 898"/>
              <a:gd name="T22" fmla="*/ 589 w 898"/>
              <a:gd name="T23" fmla="*/ 680 h 898"/>
              <a:gd name="T24" fmla="*/ 621 w 898"/>
              <a:gd name="T25" fmla="*/ 648 h 898"/>
              <a:gd name="T26" fmla="*/ 667 w 898"/>
              <a:gd name="T27" fmla="*/ 648 h 898"/>
              <a:gd name="T28" fmla="*/ 699 w 898"/>
              <a:gd name="T29" fmla="*/ 680 h 898"/>
              <a:gd name="T30" fmla="*/ 699 w 898"/>
              <a:gd name="T31" fmla="*/ 727 h 898"/>
              <a:gd name="T32" fmla="*/ 667 w 898"/>
              <a:gd name="T33" fmla="*/ 758 h 898"/>
              <a:gd name="T34" fmla="*/ 536 w 898"/>
              <a:gd name="T35" fmla="*/ 294 h 898"/>
              <a:gd name="T36" fmla="*/ 479 w 898"/>
              <a:gd name="T37" fmla="*/ 546 h 898"/>
              <a:gd name="T38" fmla="*/ 461 w 898"/>
              <a:gd name="T39" fmla="*/ 558 h 898"/>
              <a:gd name="T40" fmla="*/ 450 w 898"/>
              <a:gd name="T41" fmla="*/ 299 h 898"/>
              <a:gd name="T42" fmla="*/ 390 w 898"/>
              <a:gd name="T43" fmla="*/ 287 h 898"/>
              <a:gd name="T44" fmla="*/ 398 w 898"/>
              <a:gd name="T45" fmla="*/ 211 h 898"/>
              <a:gd name="T46" fmla="*/ 454 w 898"/>
              <a:gd name="T47" fmla="*/ 118 h 898"/>
              <a:gd name="T48" fmla="*/ 475 w 898"/>
              <a:gd name="T49" fmla="*/ 118 h 898"/>
              <a:gd name="T50" fmla="*/ 530 w 898"/>
              <a:gd name="T51" fmla="*/ 211 h 898"/>
              <a:gd name="T52" fmla="*/ 465 w 898"/>
              <a:gd name="T53" fmla="*/ 763 h 898"/>
              <a:gd name="T54" fmla="*/ 422 w 898"/>
              <a:gd name="T55" fmla="*/ 745 h 898"/>
              <a:gd name="T56" fmla="*/ 405 w 898"/>
              <a:gd name="T57" fmla="*/ 703 h 898"/>
              <a:gd name="T58" fmla="*/ 422 w 898"/>
              <a:gd name="T59" fmla="*/ 661 h 898"/>
              <a:gd name="T60" fmla="*/ 465 w 898"/>
              <a:gd name="T61" fmla="*/ 643 h 898"/>
              <a:gd name="T62" fmla="*/ 506 w 898"/>
              <a:gd name="T63" fmla="*/ 661 h 898"/>
              <a:gd name="T64" fmla="*/ 525 w 898"/>
              <a:gd name="T65" fmla="*/ 703 h 898"/>
              <a:gd name="T66" fmla="*/ 506 w 898"/>
              <a:gd name="T67" fmla="*/ 745 h 898"/>
              <a:gd name="T68" fmla="*/ 465 w 898"/>
              <a:gd name="T69" fmla="*/ 763 h 898"/>
              <a:gd name="T70" fmla="*/ 318 w 898"/>
              <a:gd name="T71" fmla="*/ 419 h 898"/>
              <a:gd name="T72" fmla="*/ 263 w 898"/>
              <a:gd name="T73" fmla="*/ 556 h 898"/>
              <a:gd name="T74" fmla="*/ 242 w 898"/>
              <a:gd name="T75" fmla="*/ 551 h 898"/>
              <a:gd name="T76" fmla="*/ 186 w 898"/>
              <a:gd name="T77" fmla="*/ 417 h 898"/>
              <a:gd name="T78" fmla="*/ 181 w 898"/>
              <a:gd name="T79" fmla="*/ 339 h 898"/>
              <a:gd name="T80" fmla="*/ 240 w 898"/>
              <a:gd name="T81" fmla="*/ 129 h 898"/>
              <a:gd name="T82" fmla="*/ 255 w 898"/>
              <a:gd name="T83" fmla="*/ 114 h 898"/>
              <a:gd name="T84" fmla="*/ 270 w 898"/>
              <a:gd name="T85" fmla="*/ 129 h 898"/>
              <a:gd name="T86" fmla="*/ 329 w 898"/>
              <a:gd name="T87" fmla="*/ 339 h 898"/>
              <a:gd name="T88" fmla="*/ 231 w 898"/>
              <a:gd name="T89" fmla="*/ 758 h 898"/>
              <a:gd name="T90" fmla="*/ 200 w 898"/>
              <a:gd name="T91" fmla="*/ 727 h 898"/>
              <a:gd name="T92" fmla="*/ 200 w 898"/>
              <a:gd name="T93" fmla="*/ 680 h 898"/>
              <a:gd name="T94" fmla="*/ 231 w 898"/>
              <a:gd name="T95" fmla="*/ 648 h 898"/>
              <a:gd name="T96" fmla="*/ 278 w 898"/>
              <a:gd name="T97" fmla="*/ 648 h 898"/>
              <a:gd name="T98" fmla="*/ 311 w 898"/>
              <a:gd name="T99" fmla="*/ 680 h 898"/>
              <a:gd name="T100" fmla="*/ 311 w 898"/>
              <a:gd name="T101" fmla="*/ 727 h 898"/>
              <a:gd name="T102" fmla="*/ 278 w 898"/>
              <a:gd name="T103" fmla="*/ 758 h 898"/>
              <a:gd name="T104" fmla="*/ 10 w 898"/>
              <a:gd name="T105" fmla="*/ 2 h 898"/>
              <a:gd name="T106" fmla="*/ 1 w 898"/>
              <a:gd name="T107" fmla="*/ 886 h 898"/>
              <a:gd name="T108" fmla="*/ 883 w 898"/>
              <a:gd name="T109" fmla="*/ 898 h 898"/>
              <a:gd name="T110" fmla="*/ 898 w 898"/>
              <a:gd name="T111" fmla="*/ 883 h 898"/>
              <a:gd name="T112" fmla="*/ 886 w 898"/>
              <a:gd name="T113" fmla="*/ 0 h 8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898" h="898">
                <a:moveTo>
                  <a:pt x="718" y="464"/>
                </a:moveTo>
                <a:lnTo>
                  <a:pt x="718" y="467"/>
                </a:lnTo>
                <a:lnTo>
                  <a:pt x="717" y="470"/>
                </a:lnTo>
                <a:lnTo>
                  <a:pt x="716" y="472"/>
                </a:lnTo>
                <a:lnTo>
                  <a:pt x="714" y="474"/>
                </a:lnTo>
                <a:lnTo>
                  <a:pt x="712" y="477"/>
                </a:lnTo>
                <a:lnTo>
                  <a:pt x="710" y="478"/>
                </a:lnTo>
                <a:lnTo>
                  <a:pt x="706" y="479"/>
                </a:lnTo>
                <a:lnTo>
                  <a:pt x="703" y="479"/>
                </a:lnTo>
                <a:lnTo>
                  <a:pt x="658" y="479"/>
                </a:lnTo>
                <a:lnTo>
                  <a:pt x="658" y="543"/>
                </a:lnTo>
                <a:lnTo>
                  <a:pt x="658" y="546"/>
                </a:lnTo>
                <a:lnTo>
                  <a:pt x="657" y="549"/>
                </a:lnTo>
                <a:lnTo>
                  <a:pt x="656" y="551"/>
                </a:lnTo>
                <a:lnTo>
                  <a:pt x="654" y="554"/>
                </a:lnTo>
                <a:lnTo>
                  <a:pt x="652" y="556"/>
                </a:lnTo>
                <a:lnTo>
                  <a:pt x="650" y="557"/>
                </a:lnTo>
                <a:lnTo>
                  <a:pt x="647" y="558"/>
                </a:lnTo>
                <a:lnTo>
                  <a:pt x="643" y="558"/>
                </a:lnTo>
                <a:lnTo>
                  <a:pt x="641" y="558"/>
                </a:lnTo>
                <a:lnTo>
                  <a:pt x="638" y="557"/>
                </a:lnTo>
                <a:lnTo>
                  <a:pt x="636" y="556"/>
                </a:lnTo>
                <a:lnTo>
                  <a:pt x="634" y="554"/>
                </a:lnTo>
                <a:lnTo>
                  <a:pt x="632" y="551"/>
                </a:lnTo>
                <a:lnTo>
                  <a:pt x="631" y="549"/>
                </a:lnTo>
                <a:lnTo>
                  <a:pt x="629" y="546"/>
                </a:lnTo>
                <a:lnTo>
                  <a:pt x="628" y="543"/>
                </a:lnTo>
                <a:lnTo>
                  <a:pt x="628" y="479"/>
                </a:lnTo>
                <a:lnTo>
                  <a:pt x="583" y="479"/>
                </a:lnTo>
                <a:lnTo>
                  <a:pt x="581" y="479"/>
                </a:lnTo>
                <a:lnTo>
                  <a:pt x="578" y="478"/>
                </a:lnTo>
                <a:lnTo>
                  <a:pt x="576" y="477"/>
                </a:lnTo>
                <a:lnTo>
                  <a:pt x="574" y="474"/>
                </a:lnTo>
                <a:lnTo>
                  <a:pt x="572" y="472"/>
                </a:lnTo>
                <a:lnTo>
                  <a:pt x="571" y="470"/>
                </a:lnTo>
                <a:lnTo>
                  <a:pt x="570" y="467"/>
                </a:lnTo>
                <a:lnTo>
                  <a:pt x="570" y="464"/>
                </a:lnTo>
                <a:lnTo>
                  <a:pt x="570" y="404"/>
                </a:lnTo>
                <a:lnTo>
                  <a:pt x="570" y="402"/>
                </a:lnTo>
                <a:lnTo>
                  <a:pt x="571" y="398"/>
                </a:lnTo>
                <a:lnTo>
                  <a:pt x="572" y="396"/>
                </a:lnTo>
                <a:lnTo>
                  <a:pt x="574" y="394"/>
                </a:lnTo>
                <a:lnTo>
                  <a:pt x="576" y="392"/>
                </a:lnTo>
                <a:lnTo>
                  <a:pt x="578" y="391"/>
                </a:lnTo>
                <a:lnTo>
                  <a:pt x="581" y="390"/>
                </a:lnTo>
                <a:lnTo>
                  <a:pt x="583" y="389"/>
                </a:lnTo>
                <a:lnTo>
                  <a:pt x="628" y="389"/>
                </a:lnTo>
                <a:lnTo>
                  <a:pt x="628" y="129"/>
                </a:lnTo>
                <a:lnTo>
                  <a:pt x="629" y="126"/>
                </a:lnTo>
                <a:lnTo>
                  <a:pt x="631" y="123"/>
                </a:lnTo>
                <a:lnTo>
                  <a:pt x="632" y="121"/>
                </a:lnTo>
                <a:lnTo>
                  <a:pt x="634" y="118"/>
                </a:lnTo>
                <a:lnTo>
                  <a:pt x="636" y="117"/>
                </a:lnTo>
                <a:lnTo>
                  <a:pt x="638" y="115"/>
                </a:lnTo>
                <a:lnTo>
                  <a:pt x="641" y="114"/>
                </a:lnTo>
                <a:lnTo>
                  <a:pt x="643" y="114"/>
                </a:lnTo>
                <a:lnTo>
                  <a:pt x="647" y="114"/>
                </a:lnTo>
                <a:lnTo>
                  <a:pt x="650" y="115"/>
                </a:lnTo>
                <a:lnTo>
                  <a:pt x="652" y="117"/>
                </a:lnTo>
                <a:lnTo>
                  <a:pt x="654" y="118"/>
                </a:lnTo>
                <a:lnTo>
                  <a:pt x="656" y="121"/>
                </a:lnTo>
                <a:lnTo>
                  <a:pt x="657" y="123"/>
                </a:lnTo>
                <a:lnTo>
                  <a:pt x="658" y="127"/>
                </a:lnTo>
                <a:lnTo>
                  <a:pt x="658" y="129"/>
                </a:lnTo>
                <a:lnTo>
                  <a:pt x="658" y="389"/>
                </a:lnTo>
                <a:lnTo>
                  <a:pt x="703" y="389"/>
                </a:lnTo>
                <a:lnTo>
                  <a:pt x="706" y="390"/>
                </a:lnTo>
                <a:lnTo>
                  <a:pt x="710" y="391"/>
                </a:lnTo>
                <a:lnTo>
                  <a:pt x="712" y="392"/>
                </a:lnTo>
                <a:lnTo>
                  <a:pt x="714" y="394"/>
                </a:lnTo>
                <a:lnTo>
                  <a:pt x="716" y="396"/>
                </a:lnTo>
                <a:lnTo>
                  <a:pt x="717" y="398"/>
                </a:lnTo>
                <a:lnTo>
                  <a:pt x="718" y="402"/>
                </a:lnTo>
                <a:lnTo>
                  <a:pt x="718" y="404"/>
                </a:lnTo>
                <a:lnTo>
                  <a:pt x="718" y="464"/>
                </a:lnTo>
                <a:close/>
                <a:moveTo>
                  <a:pt x="643" y="763"/>
                </a:moveTo>
                <a:lnTo>
                  <a:pt x="638" y="762"/>
                </a:lnTo>
                <a:lnTo>
                  <a:pt x="632" y="762"/>
                </a:lnTo>
                <a:lnTo>
                  <a:pt x="626" y="760"/>
                </a:lnTo>
                <a:lnTo>
                  <a:pt x="621" y="758"/>
                </a:lnTo>
                <a:lnTo>
                  <a:pt x="616" y="756"/>
                </a:lnTo>
                <a:lnTo>
                  <a:pt x="610" y="753"/>
                </a:lnTo>
                <a:lnTo>
                  <a:pt x="606" y="749"/>
                </a:lnTo>
                <a:lnTo>
                  <a:pt x="602" y="745"/>
                </a:lnTo>
                <a:lnTo>
                  <a:pt x="597" y="741"/>
                </a:lnTo>
                <a:lnTo>
                  <a:pt x="594" y="737"/>
                </a:lnTo>
                <a:lnTo>
                  <a:pt x="591" y="731"/>
                </a:lnTo>
                <a:lnTo>
                  <a:pt x="589" y="727"/>
                </a:lnTo>
                <a:lnTo>
                  <a:pt x="587" y="720"/>
                </a:lnTo>
                <a:lnTo>
                  <a:pt x="586" y="715"/>
                </a:lnTo>
                <a:lnTo>
                  <a:pt x="584" y="710"/>
                </a:lnTo>
                <a:lnTo>
                  <a:pt x="583" y="703"/>
                </a:lnTo>
                <a:lnTo>
                  <a:pt x="584" y="697"/>
                </a:lnTo>
                <a:lnTo>
                  <a:pt x="586" y="692"/>
                </a:lnTo>
                <a:lnTo>
                  <a:pt x="587" y="685"/>
                </a:lnTo>
                <a:lnTo>
                  <a:pt x="589" y="680"/>
                </a:lnTo>
                <a:lnTo>
                  <a:pt x="591" y="674"/>
                </a:lnTo>
                <a:lnTo>
                  <a:pt x="594" y="670"/>
                </a:lnTo>
                <a:lnTo>
                  <a:pt x="597" y="665"/>
                </a:lnTo>
                <a:lnTo>
                  <a:pt x="602" y="661"/>
                </a:lnTo>
                <a:lnTo>
                  <a:pt x="606" y="657"/>
                </a:lnTo>
                <a:lnTo>
                  <a:pt x="610" y="653"/>
                </a:lnTo>
                <a:lnTo>
                  <a:pt x="616" y="651"/>
                </a:lnTo>
                <a:lnTo>
                  <a:pt x="621" y="648"/>
                </a:lnTo>
                <a:lnTo>
                  <a:pt x="626" y="646"/>
                </a:lnTo>
                <a:lnTo>
                  <a:pt x="632" y="645"/>
                </a:lnTo>
                <a:lnTo>
                  <a:pt x="638" y="643"/>
                </a:lnTo>
                <a:lnTo>
                  <a:pt x="643" y="643"/>
                </a:lnTo>
                <a:lnTo>
                  <a:pt x="650" y="643"/>
                </a:lnTo>
                <a:lnTo>
                  <a:pt x="656" y="645"/>
                </a:lnTo>
                <a:lnTo>
                  <a:pt x="662" y="646"/>
                </a:lnTo>
                <a:lnTo>
                  <a:pt x="667" y="648"/>
                </a:lnTo>
                <a:lnTo>
                  <a:pt x="672" y="651"/>
                </a:lnTo>
                <a:lnTo>
                  <a:pt x="678" y="653"/>
                </a:lnTo>
                <a:lnTo>
                  <a:pt x="682" y="657"/>
                </a:lnTo>
                <a:lnTo>
                  <a:pt x="686" y="661"/>
                </a:lnTo>
                <a:lnTo>
                  <a:pt x="690" y="665"/>
                </a:lnTo>
                <a:lnTo>
                  <a:pt x="694" y="670"/>
                </a:lnTo>
                <a:lnTo>
                  <a:pt x="697" y="674"/>
                </a:lnTo>
                <a:lnTo>
                  <a:pt x="699" y="680"/>
                </a:lnTo>
                <a:lnTo>
                  <a:pt x="701" y="685"/>
                </a:lnTo>
                <a:lnTo>
                  <a:pt x="702" y="692"/>
                </a:lnTo>
                <a:lnTo>
                  <a:pt x="703" y="697"/>
                </a:lnTo>
                <a:lnTo>
                  <a:pt x="703" y="703"/>
                </a:lnTo>
                <a:lnTo>
                  <a:pt x="703" y="710"/>
                </a:lnTo>
                <a:lnTo>
                  <a:pt x="702" y="715"/>
                </a:lnTo>
                <a:lnTo>
                  <a:pt x="701" y="720"/>
                </a:lnTo>
                <a:lnTo>
                  <a:pt x="699" y="727"/>
                </a:lnTo>
                <a:lnTo>
                  <a:pt x="697" y="731"/>
                </a:lnTo>
                <a:lnTo>
                  <a:pt x="694" y="737"/>
                </a:lnTo>
                <a:lnTo>
                  <a:pt x="690" y="741"/>
                </a:lnTo>
                <a:lnTo>
                  <a:pt x="686" y="745"/>
                </a:lnTo>
                <a:lnTo>
                  <a:pt x="682" y="749"/>
                </a:lnTo>
                <a:lnTo>
                  <a:pt x="678" y="753"/>
                </a:lnTo>
                <a:lnTo>
                  <a:pt x="672" y="756"/>
                </a:lnTo>
                <a:lnTo>
                  <a:pt x="667" y="758"/>
                </a:lnTo>
                <a:lnTo>
                  <a:pt x="662" y="760"/>
                </a:lnTo>
                <a:lnTo>
                  <a:pt x="656" y="762"/>
                </a:lnTo>
                <a:lnTo>
                  <a:pt x="650" y="762"/>
                </a:lnTo>
                <a:lnTo>
                  <a:pt x="643" y="763"/>
                </a:lnTo>
                <a:close/>
                <a:moveTo>
                  <a:pt x="540" y="284"/>
                </a:moveTo>
                <a:lnTo>
                  <a:pt x="538" y="287"/>
                </a:lnTo>
                <a:lnTo>
                  <a:pt x="537" y="290"/>
                </a:lnTo>
                <a:lnTo>
                  <a:pt x="536" y="294"/>
                </a:lnTo>
                <a:lnTo>
                  <a:pt x="534" y="296"/>
                </a:lnTo>
                <a:lnTo>
                  <a:pt x="532" y="297"/>
                </a:lnTo>
                <a:lnTo>
                  <a:pt x="530" y="298"/>
                </a:lnTo>
                <a:lnTo>
                  <a:pt x="527" y="299"/>
                </a:lnTo>
                <a:lnTo>
                  <a:pt x="525" y="299"/>
                </a:lnTo>
                <a:lnTo>
                  <a:pt x="480" y="299"/>
                </a:lnTo>
                <a:lnTo>
                  <a:pt x="480" y="543"/>
                </a:lnTo>
                <a:lnTo>
                  <a:pt x="479" y="546"/>
                </a:lnTo>
                <a:lnTo>
                  <a:pt x="479" y="549"/>
                </a:lnTo>
                <a:lnTo>
                  <a:pt x="476" y="551"/>
                </a:lnTo>
                <a:lnTo>
                  <a:pt x="475" y="554"/>
                </a:lnTo>
                <a:lnTo>
                  <a:pt x="472" y="556"/>
                </a:lnTo>
                <a:lnTo>
                  <a:pt x="470" y="557"/>
                </a:lnTo>
                <a:lnTo>
                  <a:pt x="467" y="558"/>
                </a:lnTo>
                <a:lnTo>
                  <a:pt x="465" y="558"/>
                </a:lnTo>
                <a:lnTo>
                  <a:pt x="461" y="558"/>
                </a:lnTo>
                <a:lnTo>
                  <a:pt x="458" y="557"/>
                </a:lnTo>
                <a:lnTo>
                  <a:pt x="456" y="556"/>
                </a:lnTo>
                <a:lnTo>
                  <a:pt x="454" y="554"/>
                </a:lnTo>
                <a:lnTo>
                  <a:pt x="452" y="551"/>
                </a:lnTo>
                <a:lnTo>
                  <a:pt x="451" y="549"/>
                </a:lnTo>
                <a:lnTo>
                  <a:pt x="450" y="546"/>
                </a:lnTo>
                <a:lnTo>
                  <a:pt x="450" y="543"/>
                </a:lnTo>
                <a:lnTo>
                  <a:pt x="450" y="299"/>
                </a:lnTo>
                <a:lnTo>
                  <a:pt x="405" y="299"/>
                </a:lnTo>
                <a:lnTo>
                  <a:pt x="402" y="299"/>
                </a:lnTo>
                <a:lnTo>
                  <a:pt x="398" y="298"/>
                </a:lnTo>
                <a:lnTo>
                  <a:pt x="396" y="297"/>
                </a:lnTo>
                <a:lnTo>
                  <a:pt x="394" y="296"/>
                </a:lnTo>
                <a:lnTo>
                  <a:pt x="392" y="294"/>
                </a:lnTo>
                <a:lnTo>
                  <a:pt x="391" y="290"/>
                </a:lnTo>
                <a:lnTo>
                  <a:pt x="390" y="287"/>
                </a:lnTo>
                <a:lnTo>
                  <a:pt x="390" y="284"/>
                </a:lnTo>
                <a:lnTo>
                  <a:pt x="390" y="225"/>
                </a:lnTo>
                <a:lnTo>
                  <a:pt x="390" y="222"/>
                </a:lnTo>
                <a:lnTo>
                  <a:pt x="391" y="219"/>
                </a:lnTo>
                <a:lnTo>
                  <a:pt x="392" y="217"/>
                </a:lnTo>
                <a:lnTo>
                  <a:pt x="394" y="214"/>
                </a:lnTo>
                <a:lnTo>
                  <a:pt x="396" y="212"/>
                </a:lnTo>
                <a:lnTo>
                  <a:pt x="398" y="211"/>
                </a:lnTo>
                <a:lnTo>
                  <a:pt x="402" y="210"/>
                </a:lnTo>
                <a:lnTo>
                  <a:pt x="405" y="210"/>
                </a:lnTo>
                <a:lnTo>
                  <a:pt x="450" y="210"/>
                </a:lnTo>
                <a:lnTo>
                  <a:pt x="450" y="129"/>
                </a:lnTo>
                <a:lnTo>
                  <a:pt x="450" y="126"/>
                </a:lnTo>
                <a:lnTo>
                  <a:pt x="451" y="123"/>
                </a:lnTo>
                <a:lnTo>
                  <a:pt x="452" y="121"/>
                </a:lnTo>
                <a:lnTo>
                  <a:pt x="454" y="118"/>
                </a:lnTo>
                <a:lnTo>
                  <a:pt x="456" y="117"/>
                </a:lnTo>
                <a:lnTo>
                  <a:pt x="458" y="115"/>
                </a:lnTo>
                <a:lnTo>
                  <a:pt x="461" y="114"/>
                </a:lnTo>
                <a:lnTo>
                  <a:pt x="465" y="114"/>
                </a:lnTo>
                <a:lnTo>
                  <a:pt x="467" y="114"/>
                </a:lnTo>
                <a:lnTo>
                  <a:pt x="470" y="115"/>
                </a:lnTo>
                <a:lnTo>
                  <a:pt x="472" y="117"/>
                </a:lnTo>
                <a:lnTo>
                  <a:pt x="475" y="118"/>
                </a:lnTo>
                <a:lnTo>
                  <a:pt x="476" y="121"/>
                </a:lnTo>
                <a:lnTo>
                  <a:pt x="479" y="123"/>
                </a:lnTo>
                <a:lnTo>
                  <a:pt x="479" y="127"/>
                </a:lnTo>
                <a:lnTo>
                  <a:pt x="480" y="129"/>
                </a:lnTo>
                <a:lnTo>
                  <a:pt x="480" y="210"/>
                </a:lnTo>
                <a:lnTo>
                  <a:pt x="525" y="210"/>
                </a:lnTo>
                <a:lnTo>
                  <a:pt x="527" y="210"/>
                </a:lnTo>
                <a:lnTo>
                  <a:pt x="530" y="211"/>
                </a:lnTo>
                <a:lnTo>
                  <a:pt x="532" y="212"/>
                </a:lnTo>
                <a:lnTo>
                  <a:pt x="534" y="214"/>
                </a:lnTo>
                <a:lnTo>
                  <a:pt x="536" y="217"/>
                </a:lnTo>
                <a:lnTo>
                  <a:pt x="537" y="219"/>
                </a:lnTo>
                <a:lnTo>
                  <a:pt x="538" y="222"/>
                </a:lnTo>
                <a:lnTo>
                  <a:pt x="540" y="225"/>
                </a:lnTo>
                <a:lnTo>
                  <a:pt x="540" y="284"/>
                </a:lnTo>
                <a:close/>
                <a:moveTo>
                  <a:pt x="465" y="763"/>
                </a:moveTo>
                <a:lnTo>
                  <a:pt x="458" y="762"/>
                </a:lnTo>
                <a:lnTo>
                  <a:pt x="452" y="762"/>
                </a:lnTo>
                <a:lnTo>
                  <a:pt x="446" y="760"/>
                </a:lnTo>
                <a:lnTo>
                  <a:pt x="441" y="758"/>
                </a:lnTo>
                <a:lnTo>
                  <a:pt x="436" y="756"/>
                </a:lnTo>
                <a:lnTo>
                  <a:pt x="430" y="753"/>
                </a:lnTo>
                <a:lnTo>
                  <a:pt x="426" y="749"/>
                </a:lnTo>
                <a:lnTo>
                  <a:pt x="422" y="745"/>
                </a:lnTo>
                <a:lnTo>
                  <a:pt x="419" y="741"/>
                </a:lnTo>
                <a:lnTo>
                  <a:pt x="414" y="737"/>
                </a:lnTo>
                <a:lnTo>
                  <a:pt x="412" y="731"/>
                </a:lnTo>
                <a:lnTo>
                  <a:pt x="409" y="727"/>
                </a:lnTo>
                <a:lnTo>
                  <a:pt x="407" y="720"/>
                </a:lnTo>
                <a:lnTo>
                  <a:pt x="406" y="715"/>
                </a:lnTo>
                <a:lnTo>
                  <a:pt x="405" y="710"/>
                </a:lnTo>
                <a:lnTo>
                  <a:pt x="405" y="703"/>
                </a:lnTo>
                <a:lnTo>
                  <a:pt x="405" y="697"/>
                </a:lnTo>
                <a:lnTo>
                  <a:pt x="406" y="692"/>
                </a:lnTo>
                <a:lnTo>
                  <a:pt x="407" y="685"/>
                </a:lnTo>
                <a:lnTo>
                  <a:pt x="409" y="680"/>
                </a:lnTo>
                <a:lnTo>
                  <a:pt x="412" y="674"/>
                </a:lnTo>
                <a:lnTo>
                  <a:pt x="414" y="670"/>
                </a:lnTo>
                <a:lnTo>
                  <a:pt x="419" y="665"/>
                </a:lnTo>
                <a:lnTo>
                  <a:pt x="422" y="661"/>
                </a:lnTo>
                <a:lnTo>
                  <a:pt x="426" y="657"/>
                </a:lnTo>
                <a:lnTo>
                  <a:pt x="430" y="653"/>
                </a:lnTo>
                <a:lnTo>
                  <a:pt x="436" y="651"/>
                </a:lnTo>
                <a:lnTo>
                  <a:pt x="441" y="648"/>
                </a:lnTo>
                <a:lnTo>
                  <a:pt x="446" y="646"/>
                </a:lnTo>
                <a:lnTo>
                  <a:pt x="452" y="645"/>
                </a:lnTo>
                <a:lnTo>
                  <a:pt x="458" y="643"/>
                </a:lnTo>
                <a:lnTo>
                  <a:pt x="465" y="643"/>
                </a:lnTo>
                <a:lnTo>
                  <a:pt x="470" y="643"/>
                </a:lnTo>
                <a:lnTo>
                  <a:pt x="476" y="645"/>
                </a:lnTo>
                <a:lnTo>
                  <a:pt x="482" y="646"/>
                </a:lnTo>
                <a:lnTo>
                  <a:pt x="487" y="648"/>
                </a:lnTo>
                <a:lnTo>
                  <a:pt x="492" y="651"/>
                </a:lnTo>
                <a:lnTo>
                  <a:pt x="498" y="653"/>
                </a:lnTo>
                <a:lnTo>
                  <a:pt x="502" y="657"/>
                </a:lnTo>
                <a:lnTo>
                  <a:pt x="506" y="661"/>
                </a:lnTo>
                <a:lnTo>
                  <a:pt x="511" y="665"/>
                </a:lnTo>
                <a:lnTo>
                  <a:pt x="514" y="670"/>
                </a:lnTo>
                <a:lnTo>
                  <a:pt x="517" y="674"/>
                </a:lnTo>
                <a:lnTo>
                  <a:pt x="519" y="680"/>
                </a:lnTo>
                <a:lnTo>
                  <a:pt x="521" y="685"/>
                </a:lnTo>
                <a:lnTo>
                  <a:pt x="522" y="692"/>
                </a:lnTo>
                <a:lnTo>
                  <a:pt x="524" y="697"/>
                </a:lnTo>
                <a:lnTo>
                  <a:pt x="525" y="703"/>
                </a:lnTo>
                <a:lnTo>
                  <a:pt x="524" y="710"/>
                </a:lnTo>
                <a:lnTo>
                  <a:pt x="522" y="715"/>
                </a:lnTo>
                <a:lnTo>
                  <a:pt x="521" y="720"/>
                </a:lnTo>
                <a:lnTo>
                  <a:pt x="519" y="727"/>
                </a:lnTo>
                <a:lnTo>
                  <a:pt x="517" y="731"/>
                </a:lnTo>
                <a:lnTo>
                  <a:pt x="514" y="737"/>
                </a:lnTo>
                <a:lnTo>
                  <a:pt x="511" y="741"/>
                </a:lnTo>
                <a:lnTo>
                  <a:pt x="506" y="745"/>
                </a:lnTo>
                <a:lnTo>
                  <a:pt x="502" y="749"/>
                </a:lnTo>
                <a:lnTo>
                  <a:pt x="498" y="753"/>
                </a:lnTo>
                <a:lnTo>
                  <a:pt x="492" y="756"/>
                </a:lnTo>
                <a:lnTo>
                  <a:pt x="487" y="758"/>
                </a:lnTo>
                <a:lnTo>
                  <a:pt x="482" y="760"/>
                </a:lnTo>
                <a:lnTo>
                  <a:pt x="476" y="762"/>
                </a:lnTo>
                <a:lnTo>
                  <a:pt x="470" y="762"/>
                </a:lnTo>
                <a:lnTo>
                  <a:pt x="465" y="763"/>
                </a:lnTo>
                <a:close/>
                <a:moveTo>
                  <a:pt x="330" y="404"/>
                </a:moveTo>
                <a:lnTo>
                  <a:pt x="330" y="407"/>
                </a:lnTo>
                <a:lnTo>
                  <a:pt x="329" y="410"/>
                </a:lnTo>
                <a:lnTo>
                  <a:pt x="328" y="412"/>
                </a:lnTo>
                <a:lnTo>
                  <a:pt x="326" y="414"/>
                </a:lnTo>
                <a:lnTo>
                  <a:pt x="323" y="417"/>
                </a:lnTo>
                <a:lnTo>
                  <a:pt x="320" y="418"/>
                </a:lnTo>
                <a:lnTo>
                  <a:pt x="318" y="419"/>
                </a:lnTo>
                <a:lnTo>
                  <a:pt x="315" y="419"/>
                </a:lnTo>
                <a:lnTo>
                  <a:pt x="270" y="419"/>
                </a:lnTo>
                <a:lnTo>
                  <a:pt x="270" y="543"/>
                </a:lnTo>
                <a:lnTo>
                  <a:pt x="270" y="546"/>
                </a:lnTo>
                <a:lnTo>
                  <a:pt x="269" y="549"/>
                </a:lnTo>
                <a:lnTo>
                  <a:pt x="268" y="551"/>
                </a:lnTo>
                <a:lnTo>
                  <a:pt x="266" y="554"/>
                </a:lnTo>
                <a:lnTo>
                  <a:pt x="263" y="556"/>
                </a:lnTo>
                <a:lnTo>
                  <a:pt x="260" y="557"/>
                </a:lnTo>
                <a:lnTo>
                  <a:pt x="258" y="558"/>
                </a:lnTo>
                <a:lnTo>
                  <a:pt x="255" y="558"/>
                </a:lnTo>
                <a:lnTo>
                  <a:pt x="252" y="558"/>
                </a:lnTo>
                <a:lnTo>
                  <a:pt x="250" y="557"/>
                </a:lnTo>
                <a:lnTo>
                  <a:pt x="246" y="556"/>
                </a:lnTo>
                <a:lnTo>
                  <a:pt x="244" y="554"/>
                </a:lnTo>
                <a:lnTo>
                  <a:pt x="242" y="551"/>
                </a:lnTo>
                <a:lnTo>
                  <a:pt x="241" y="549"/>
                </a:lnTo>
                <a:lnTo>
                  <a:pt x="240" y="546"/>
                </a:lnTo>
                <a:lnTo>
                  <a:pt x="240" y="543"/>
                </a:lnTo>
                <a:lnTo>
                  <a:pt x="240" y="419"/>
                </a:lnTo>
                <a:lnTo>
                  <a:pt x="195" y="419"/>
                </a:lnTo>
                <a:lnTo>
                  <a:pt x="192" y="419"/>
                </a:lnTo>
                <a:lnTo>
                  <a:pt x="190" y="418"/>
                </a:lnTo>
                <a:lnTo>
                  <a:pt x="186" y="417"/>
                </a:lnTo>
                <a:lnTo>
                  <a:pt x="184" y="414"/>
                </a:lnTo>
                <a:lnTo>
                  <a:pt x="183" y="412"/>
                </a:lnTo>
                <a:lnTo>
                  <a:pt x="181" y="410"/>
                </a:lnTo>
                <a:lnTo>
                  <a:pt x="180" y="407"/>
                </a:lnTo>
                <a:lnTo>
                  <a:pt x="180" y="404"/>
                </a:lnTo>
                <a:lnTo>
                  <a:pt x="180" y="344"/>
                </a:lnTo>
                <a:lnTo>
                  <a:pt x="180" y="342"/>
                </a:lnTo>
                <a:lnTo>
                  <a:pt x="181" y="339"/>
                </a:lnTo>
                <a:lnTo>
                  <a:pt x="183" y="336"/>
                </a:lnTo>
                <a:lnTo>
                  <a:pt x="184" y="334"/>
                </a:lnTo>
                <a:lnTo>
                  <a:pt x="186" y="332"/>
                </a:lnTo>
                <a:lnTo>
                  <a:pt x="190" y="331"/>
                </a:lnTo>
                <a:lnTo>
                  <a:pt x="192" y="330"/>
                </a:lnTo>
                <a:lnTo>
                  <a:pt x="195" y="329"/>
                </a:lnTo>
                <a:lnTo>
                  <a:pt x="240" y="329"/>
                </a:lnTo>
                <a:lnTo>
                  <a:pt x="240" y="129"/>
                </a:lnTo>
                <a:lnTo>
                  <a:pt x="240" y="126"/>
                </a:lnTo>
                <a:lnTo>
                  <a:pt x="241" y="123"/>
                </a:lnTo>
                <a:lnTo>
                  <a:pt x="242" y="121"/>
                </a:lnTo>
                <a:lnTo>
                  <a:pt x="244" y="118"/>
                </a:lnTo>
                <a:lnTo>
                  <a:pt x="246" y="117"/>
                </a:lnTo>
                <a:lnTo>
                  <a:pt x="250" y="115"/>
                </a:lnTo>
                <a:lnTo>
                  <a:pt x="252" y="114"/>
                </a:lnTo>
                <a:lnTo>
                  <a:pt x="255" y="114"/>
                </a:lnTo>
                <a:lnTo>
                  <a:pt x="258" y="114"/>
                </a:lnTo>
                <a:lnTo>
                  <a:pt x="260" y="115"/>
                </a:lnTo>
                <a:lnTo>
                  <a:pt x="263" y="117"/>
                </a:lnTo>
                <a:lnTo>
                  <a:pt x="266" y="118"/>
                </a:lnTo>
                <a:lnTo>
                  <a:pt x="268" y="121"/>
                </a:lnTo>
                <a:lnTo>
                  <a:pt x="269" y="123"/>
                </a:lnTo>
                <a:lnTo>
                  <a:pt x="270" y="127"/>
                </a:lnTo>
                <a:lnTo>
                  <a:pt x="270" y="129"/>
                </a:lnTo>
                <a:lnTo>
                  <a:pt x="270" y="329"/>
                </a:lnTo>
                <a:lnTo>
                  <a:pt x="315" y="329"/>
                </a:lnTo>
                <a:lnTo>
                  <a:pt x="318" y="330"/>
                </a:lnTo>
                <a:lnTo>
                  <a:pt x="320" y="331"/>
                </a:lnTo>
                <a:lnTo>
                  <a:pt x="323" y="332"/>
                </a:lnTo>
                <a:lnTo>
                  <a:pt x="326" y="334"/>
                </a:lnTo>
                <a:lnTo>
                  <a:pt x="328" y="336"/>
                </a:lnTo>
                <a:lnTo>
                  <a:pt x="329" y="339"/>
                </a:lnTo>
                <a:lnTo>
                  <a:pt x="330" y="342"/>
                </a:lnTo>
                <a:lnTo>
                  <a:pt x="330" y="344"/>
                </a:lnTo>
                <a:lnTo>
                  <a:pt x="330" y="404"/>
                </a:lnTo>
                <a:close/>
                <a:moveTo>
                  <a:pt x="255" y="763"/>
                </a:moveTo>
                <a:lnTo>
                  <a:pt x="249" y="762"/>
                </a:lnTo>
                <a:lnTo>
                  <a:pt x="243" y="762"/>
                </a:lnTo>
                <a:lnTo>
                  <a:pt x="237" y="760"/>
                </a:lnTo>
                <a:lnTo>
                  <a:pt x="231" y="758"/>
                </a:lnTo>
                <a:lnTo>
                  <a:pt x="226" y="756"/>
                </a:lnTo>
                <a:lnTo>
                  <a:pt x="222" y="753"/>
                </a:lnTo>
                <a:lnTo>
                  <a:pt x="216" y="749"/>
                </a:lnTo>
                <a:lnTo>
                  <a:pt x="212" y="745"/>
                </a:lnTo>
                <a:lnTo>
                  <a:pt x="209" y="741"/>
                </a:lnTo>
                <a:lnTo>
                  <a:pt x="206" y="737"/>
                </a:lnTo>
                <a:lnTo>
                  <a:pt x="203" y="731"/>
                </a:lnTo>
                <a:lnTo>
                  <a:pt x="200" y="727"/>
                </a:lnTo>
                <a:lnTo>
                  <a:pt x="198" y="720"/>
                </a:lnTo>
                <a:lnTo>
                  <a:pt x="196" y="715"/>
                </a:lnTo>
                <a:lnTo>
                  <a:pt x="195" y="710"/>
                </a:lnTo>
                <a:lnTo>
                  <a:pt x="195" y="703"/>
                </a:lnTo>
                <a:lnTo>
                  <a:pt x="195" y="697"/>
                </a:lnTo>
                <a:lnTo>
                  <a:pt x="196" y="692"/>
                </a:lnTo>
                <a:lnTo>
                  <a:pt x="198" y="685"/>
                </a:lnTo>
                <a:lnTo>
                  <a:pt x="200" y="680"/>
                </a:lnTo>
                <a:lnTo>
                  <a:pt x="203" y="674"/>
                </a:lnTo>
                <a:lnTo>
                  <a:pt x="206" y="670"/>
                </a:lnTo>
                <a:lnTo>
                  <a:pt x="209" y="665"/>
                </a:lnTo>
                <a:lnTo>
                  <a:pt x="212" y="661"/>
                </a:lnTo>
                <a:lnTo>
                  <a:pt x="216" y="657"/>
                </a:lnTo>
                <a:lnTo>
                  <a:pt x="222" y="653"/>
                </a:lnTo>
                <a:lnTo>
                  <a:pt x="226" y="651"/>
                </a:lnTo>
                <a:lnTo>
                  <a:pt x="231" y="648"/>
                </a:lnTo>
                <a:lnTo>
                  <a:pt x="237" y="646"/>
                </a:lnTo>
                <a:lnTo>
                  <a:pt x="243" y="645"/>
                </a:lnTo>
                <a:lnTo>
                  <a:pt x="249" y="643"/>
                </a:lnTo>
                <a:lnTo>
                  <a:pt x="255" y="643"/>
                </a:lnTo>
                <a:lnTo>
                  <a:pt x="261" y="643"/>
                </a:lnTo>
                <a:lnTo>
                  <a:pt x="267" y="645"/>
                </a:lnTo>
                <a:lnTo>
                  <a:pt x="273" y="646"/>
                </a:lnTo>
                <a:lnTo>
                  <a:pt x="278" y="648"/>
                </a:lnTo>
                <a:lnTo>
                  <a:pt x="284" y="651"/>
                </a:lnTo>
                <a:lnTo>
                  <a:pt x="288" y="653"/>
                </a:lnTo>
                <a:lnTo>
                  <a:pt x="293" y="657"/>
                </a:lnTo>
                <a:lnTo>
                  <a:pt x="298" y="661"/>
                </a:lnTo>
                <a:lnTo>
                  <a:pt x="301" y="665"/>
                </a:lnTo>
                <a:lnTo>
                  <a:pt x="304" y="670"/>
                </a:lnTo>
                <a:lnTo>
                  <a:pt x="307" y="674"/>
                </a:lnTo>
                <a:lnTo>
                  <a:pt x="311" y="680"/>
                </a:lnTo>
                <a:lnTo>
                  <a:pt x="312" y="685"/>
                </a:lnTo>
                <a:lnTo>
                  <a:pt x="314" y="692"/>
                </a:lnTo>
                <a:lnTo>
                  <a:pt x="315" y="697"/>
                </a:lnTo>
                <a:lnTo>
                  <a:pt x="315" y="703"/>
                </a:lnTo>
                <a:lnTo>
                  <a:pt x="315" y="710"/>
                </a:lnTo>
                <a:lnTo>
                  <a:pt x="314" y="715"/>
                </a:lnTo>
                <a:lnTo>
                  <a:pt x="312" y="720"/>
                </a:lnTo>
                <a:lnTo>
                  <a:pt x="311" y="727"/>
                </a:lnTo>
                <a:lnTo>
                  <a:pt x="307" y="731"/>
                </a:lnTo>
                <a:lnTo>
                  <a:pt x="304" y="737"/>
                </a:lnTo>
                <a:lnTo>
                  <a:pt x="301" y="741"/>
                </a:lnTo>
                <a:lnTo>
                  <a:pt x="298" y="745"/>
                </a:lnTo>
                <a:lnTo>
                  <a:pt x="293" y="749"/>
                </a:lnTo>
                <a:lnTo>
                  <a:pt x="288" y="753"/>
                </a:lnTo>
                <a:lnTo>
                  <a:pt x="284" y="756"/>
                </a:lnTo>
                <a:lnTo>
                  <a:pt x="278" y="758"/>
                </a:lnTo>
                <a:lnTo>
                  <a:pt x="273" y="760"/>
                </a:lnTo>
                <a:lnTo>
                  <a:pt x="267" y="762"/>
                </a:lnTo>
                <a:lnTo>
                  <a:pt x="261" y="762"/>
                </a:lnTo>
                <a:lnTo>
                  <a:pt x="255" y="763"/>
                </a:lnTo>
                <a:close/>
                <a:moveTo>
                  <a:pt x="883" y="0"/>
                </a:moveTo>
                <a:lnTo>
                  <a:pt x="15" y="0"/>
                </a:lnTo>
                <a:lnTo>
                  <a:pt x="13" y="0"/>
                </a:lnTo>
                <a:lnTo>
                  <a:pt x="10" y="2"/>
                </a:lnTo>
                <a:lnTo>
                  <a:pt x="8" y="3"/>
                </a:lnTo>
                <a:lnTo>
                  <a:pt x="6" y="5"/>
                </a:lnTo>
                <a:lnTo>
                  <a:pt x="3" y="7"/>
                </a:lnTo>
                <a:lnTo>
                  <a:pt x="2" y="10"/>
                </a:lnTo>
                <a:lnTo>
                  <a:pt x="1" y="12"/>
                </a:lnTo>
                <a:lnTo>
                  <a:pt x="0" y="15"/>
                </a:lnTo>
                <a:lnTo>
                  <a:pt x="0" y="883"/>
                </a:lnTo>
                <a:lnTo>
                  <a:pt x="1" y="886"/>
                </a:lnTo>
                <a:lnTo>
                  <a:pt x="2" y="888"/>
                </a:lnTo>
                <a:lnTo>
                  <a:pt x="3" y="892"/>
                </a:lnTo>
                <a:lnTo>
                  <a:pt x="6" y="894"/>
                </a:lnTo>
                <a:lnTo>
                  <a:pt x="8" y="895"/>
                </a:lnTo>
                <a:lnTo>
                  <a:pt x="10" y="897"/>
                </a:lnTo>
                <a:lnTo>
                  <a:pt x="13" y="897"/>
                </a:lnTo>
                <a:lnTo>
                  <a:pt x="15" y="898"/>
                </a:lnTo>
                <a:lnTo>
                  <a:pt x="883" y="898"/>
                </a:lnTo>
                <a:lnTo>
                  <a:pt x="886" y="897"/>
                </a:lnTo>
                <a:lnTo>
                  <a:pt x="888" y="897"/>
                </a:lnTo>
                <a:lnTo>
                  <a:pt x="892" y="895"/>
                </a:lnTo>
                <a:lnTo>
                  <a:pt x="894" y="894"/>
                </a:lnTo>
                <a:lnTo>
                  <a:pt x="896" y="892"/>
                </a:lnTo>
                <a:lnTo>
                  <a:pt x="897" y="888"/>
                </a:lnTo>
                <a:lnTo>
                  <a:pt x="898" y="886"/>
                </a:lnTo>
                <a:lnTo>
                  <a:pt x="898" y="883"/>
                </a:lnTo>
                <a:lnTo>
                  <a:pt x="898" y="15"/>
                </a:lnTo>
                <a:lnTo>
                  <a:pt x="898" y="12"/>
                </a:lnTo>
                <a:lnTo>
                  <a:pt x="897" y="10"/>
                </a:lnTo>
                <a:lnTo>
                  <a:pt x="896" y="7"/>
                </a:lnTo>
                <a:lnTo>
                  <a:pt x="894" y="5"/>
                </a:lnTo>
                <a:lnTo>
                  <a:pt x="892" y="3"/>
                </a:lnTo>
                <a:lnTo>
                  <a:pt x="888" y="2"/>
                </a:lnTo>
                <a:lnTo>
                  <a:pt x="886" y="0"/>
                </a:lnTo>
                <a:lnTo>
                  <a:pt x="883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9400" y="3002653"/>
            <a:ext cx="1441378" cy="1441378"/>
          </a:xfrm>
          <a:prstGeom prst="rect">
            <a:avLst/>
          </a:prstGeom>
        </p:spPr>
      </p:pic>
      <p:grpSp>
        <p:nvGrpSpPr>
          <p:cNvPr id="43" name="Group 42" descr="Icon of gears. ">
            <a:extLst>
              <a:ext uri="{FF2B5EF4-FFF2-40B4-BE49-F238E27FC236}">
                <a16:creationId xmlns:a16="http://schemas.microsoft.com/office/drawing/2014/main" xmlns="" id="{5BC0E3F0-447D-4721-AB1F-C8243BA36671}"/>
              </a:ext>
            </a:extLst>
          </p:cNvPr>
          <p:cNvGrpSpPr/>
          <p:nvPr/>
        </p:nvGrpSpPr>
        <p:grpSpPr>
          <a:xfrm>
            <a:off x="4720401" y="1796841"/>
            <a:ext cx="343837" cy="343837"/>
            <a:chOff x="7613650" y="1387475"/>
            <a:chExt cx="284163" cy="284163"/>
          </a:xfrm>
          <a:solidFill>
            <a:schemeClr val="bg1"/>
          </a:solidFill>
        </p:grpSpPr>
        <p:sp>
          <p:nvSpPr>
            <p:cNvPr id="44" name="Freeform 4359">
              <a:extLst>
                <a:ext uri="{FF2B5EF4-FFF2-40B4-BE49-F238E27FC236}">
                  <a16:creationId xmlns:a16="http://schemas.microsoft.com/office/drawing/2014/main" xmlns="" id="{351831F3-9830-4A23-8B34-11A3FCCA027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13650" y="1471613"/>
              <a:ext cx="200025" cy="200025"/>
            </a:xfrm>
            <a:custGeom>
              <a:avLst/>
              <a:gdLst>
                <a:gd name="T0" fmla="*/ 276 w 629"/>
                <a:gd name="T1" fmla="*/ 436 h 629"/>
                <a:gd name="T2" fmla="*/ 233 w 629"/>
                <a:gd name="T3" fmla="*/ 411 h 629"/>
                <a:gd name="T4" fmla="*/ 202 w 629"/>
                <a:gd name="T5" fmla="*/ 374 h 629"/>
                <a:gd name="T6" fmla="*/ 187 w 629"/>
                <a:gd name="T7" fmla="*/ 325 h 629"/>
                <a:gd name="T8" fmla="*/ 192 w 629"/>
                <a:gd name="T9" fmla="*/ 274 h 629"/>
                <a:gd name="T10" fmla="*/ 216 w 629"/>
                <a:gd name="T11" fmla="*/ 231 h 629"/>
                <a:gd name="T12" fmla="*/ 253 w 629"/>
                <a:gd name="T13" fmla="*/ 199 h 629"/>
                <a:gd name="T14" fmla="*/ 301 w 629"/>
                <a:gd name="T15" fmla="*/ 184 h 629"/>
                <a:gd name="T16" fmla="*/ 352 w 629"/>
                <a:gd name="T17" fmla="*/ 190 h 629"/>
                <a:gd name="T18" fmla="*/ 395 w 629"/>
                <a:gd name="T19" fmla="*/ 213 h 629"/>
                <a:gd name="T20" fmla="*/ 426 w 629"/>
                <a:gd name="T21" fmla="*/ 252 h 629"/>
                <a:gd name="T22" fmla="*/ 441 w 629"/>
                <a:gd name="T23" fmla="*/ 300 h 629"/>
                <a:gd name="T24" fmla="*/ 436 w 629"/>
                <a:gd name="T25" fmla="*/ 350 h 629"/>
                <a:gd name="T26" fmla="*/ 413 w 629"/>
                <a:gd name="T27" fmla="*/ 394 h 629"/>
                <a:gd name="T28" fmla="*/ 375 w 629"/>
                <a:gd name="T29" fmla="*/ 425 h 629"/>
                <a:gd name="T30" fmla="*/ 327 w 629"/>
                <a:gd name="T31" fmla="*/ 440 h 629"/>
                <a:gd name="T32" fmla="*/ 572 w 629"/>
                <a:gd name="T33" fmla="*/ 346 h 629"/>
                <a:gd name="T34" fmla="*/ 574 w 629"/>
                <a:gd name="T35" fmla="*/ 302 h 629"/>
                <a:gd name="T36" fmla="*/ 620 w 629"/>
                <a:gd name="T37" fmla="*/ 241 h 629"/>
                <a:gd name="T38" fmla="*/ 628 w 629"/>
                <a:gd name="T39" fmla="*/ 231 h 629"/>
                <a:gd name="T40" fmla="*/ 625 w 629"/>
                <a:gd name="T41" fmla="*/ 219 h 629"/>
                <a:gd name="T42" fmla="*/ 544 w 629"/>
                <a:gd name="T43" fmla="*/ 84 h 629"/>
                <a:gd name="T44" fmla="*/ 532 w 629"/>
                <a:gd name="T45" fmla="*/ 83 h 629"/>
                <a:gd name="T46" fmla="*/ 447 w 629"/>
                <a:gd name="T47" fmla="*/ 88 h 629"/>
                <a:gd name="T48" fmla="*/ 407 w 629"/>
                <a:gd name="T49" fmla="*/ 69 h 629"/>
                <a:gd name="T50" fmla="*/ 404 w 629"/>
                <a:gd name="T51" fmla="*/ 7 h 629"/>
                <a:gd name="T52" fmla="*/ 395 w 629"/>
                <a:gd name="T53" fmla="*/ 0 h 629"/>
                <a:gd name="T54" fmla="*/ 235 w 629"/>
                <a:gd name="T55" fmla="*/ 1 h 629"/>
                <a:gd name="T56" fmla="*/ 227 w 629"/>
                <a:gd name="T57" fmla="*/ 10 h 629"/>
                <a:gd name="T58" fmla="*/ 216 w 629"/>
                <a:gd name="T59" fmla="*/ 72 h 629"/>
                <a:gd name="T60" fmla="*/ 177 w 629"/>
                <a:gd name="T61" fmla="*/ 91 h 629"/>
                <a:gd name="T62" fmla="*/ 98 w 629"/>
                <a:gd name="T63" fmla="*/ 84 h 629"/>
                <a:gd name="T64" fmla="*/ 87 w 629"/>
                <a:gd name="T65" fmla="*/ 83 h 629"/>
                <a:gd name="T66" fmla="*/ 78 w 629"/>
                <a:gd name="T67" fmla="*/ 90 h 629"/>
                <a:gd name="T68" fmla="*/ 1 w 629"/>
                <a:gd name="T69" fmla="*/ 228 h 629"/>
                <a:gd name="T70" fmla="*/ 57 w 629"/>
                <a:gd name="T71" fmla="*/ 269 h 629"/>
                <a:gd name="T72" fmla="*/ 54 w 629"/>
                <a:gd name="T73" fmla="*/ 313 h 629"/>
                <a:gd name="T74" fmla="*/ 57 w 629"/>
                <a:gd name="T75" fmla="*/ 355 h 629"/>
                <a:gd name="T76" fmla="*/ 2 w 629"/>
                <a:gd name="T77" fmla="*/ 391 h 629"/>
                <a:gd name="T78" fmla="*/ 1 w 629"/>
                <a:gd name="T79" fmla="*/ 402 h 629"/>
                <a:gd name="T80" fmla="*/ 86 w 629"/>
                <a:gd name="T81" fmla="*/ 543 h 629"/>
                <a:gd name="T82" fmla="*/ 98 w 629"/>
                <a:gd name="T83" fmla="*/ 542 h 629"/>
                <a:gd name="T84" fmla="*/ 177 w 629"/>
                <a:gd name="T85" fmla="*/ 533 h 629"/>
                <a:gd name="T86" fmla="*/ 216 w 629"/>
                <a:gd name="T87" fmla="*/ 552 h 629"/>
                <a:gd name="T88" fmla="*/ 227 w 629"/>
                <a:gd name="T89" fmla="*/ 620 h 629"/>
                <a:gd name="T90" fmla="*/ 235 w 629"/>
                <a:gd name="T91" fmla="*/ 628 h 629"/>
                <a:gd name="T92" fmla="*/ 395 w 629"/>
                <a:gd name="T93" fmla="*/ 629 h 629"/>
                <a:gd name="T94" fmla="*/ 404 w 629"/>
                <a:gd name="T95" fmla="*/ 623 h 629"/>
                <a:gd name="T96" fmla="*/ 407 w 629"/>
                <a:gd name="T97" fmla="*/ 556 h 629"/>
                <a:gd name="T98" fmla="*/ 447 w 629"/>
                <a:gd name="T99" fmla="*/ 538 h 629"/>
                <a:gd name="T100" fmla="*/ 533 w 629"/>
                <a:gd name="T101" fmla="*/ 543 h 629"/>
                <a:gd name="T102" fmla="*/ 545 w 629"/>
                <a:gd name="T103" fmla="*/ 543 h 629"/>
                <a:gd name="T104" fmla="*/ 627 w 629"/>
                <a:gd name="T105" fmla="*/ 405 h 629"/>
                <a:gd name="T106" fmla="*/ 628 w 629"/>
                <a:gd name="T107" fmla="*/ 394 h 629"/>
                <a:gd name="T108" fmla="*/ 621 w 629"/>
                <a:gd name="T109" fmla="*/ 385 h 6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629" h="629">
                  <a:moveTo>
                    <a:pt x="314" y="441"/>
                  </a:moveTo>
                  <a:lnTo>
                    <a:pt x="301" y="440"/>
                  </a:lnTo>
                  <a:lnTo>
                    <a:pt x="288" y="439"/>
                  </a:lnTo>
                  <a:lnTo>
                    <a:pt x="276" y="436"/>
                  </a:lnTo>
                  <a:lnTo>
                    <a:pt x="264" y="430"/>
                  </a:lnTo>
                  <a:lnTo>
                    <a:pt x="253" y="425"/>
                  </a:lnTo>
                  <a:lnTo>
                    <a:pt x="242" y="418"/>
                  </a:lnTo>
                  <a:lnTo>
                    <a:pt x="233" y="411"/>
                  </a:lnTo>
                  <a:lnTo>
                    <a:pt x="223" y="404"/>
                  </a:lnTo>
                  <a:lnTo>
                    <a:pt x="216" y="394"/>
                  </a:lnTo>
                  <a:lnTo>
                    <a:pt x="208" y="384"/>
                  </a:lnTo>
                  <a:lnTo>
                    <a:pt x="202" y="374"/>
                  </a:lnTo>
                  <a:lnTo>
                    <a:pt x="196" y="362"/>
                  </a:lnTo>
                  <a:lnTo>
                    <a:pt x="192" y="350"/>
                  </a:lnTo>
                  <a:lnTo>
                    <a:pt x="189" y="338"/>
                  </a:lnTo>
                  <a:lnTo>
                    <a:pt x="187" y="325"/>
                  </a:lnTo>
                  <a:lnTo>
                    <a:pt x="186" y="313"/>
                  </a:lnTo>
                  <a:lnTo>
                    <a:pt x="187" y="300"/>
                  </a:lnTo>
                  <a:lnTo>
                    <a:pt x="189" y="287"/>
                  </a:lnTo>
                  <a:lnTo>
                    <a:pt x="192" y="274"/>
                  </a:lnTo>
                  <a:lnTo>
                    <a:pt x="196" y="262"/>
                  </a:lnTo>
                  <a:lnTo>
                    <a:pt x="202" y="252"/>
                  </a:lnTo>
                  <a:lnTo>
                    <a:pt x="208" y="241"/>
                  </a:lnTo>
                  <a:lnTo>
                    <a:pt x="216" y="231"/>
                  </a:lnTo>
                  <a:lnTo>
                    <a:pt x="223" y="222"/>
                  </a:lnTo>
                  <a:lnTo>
                    <a:pt x="233" y="213"/>
                  </a:lnTo>
                  <a:lnTo>
                    <a:pt x="242" y="206"/>
                  </a:lnTo>
                  <a:lnTo>
                    <a:pt x="253" y="199"/>
                  </a:lnTo>
                  <a:lnTo>
                    <a:pt x="264" y="194"/>
                  </a:lnTo>
                  <a:lnTo>
                    <a:pt x="276" y="190"/>
                  </a:lnTo>
                  <a:lnTo>
                    <a:pt x="288" y="186"/>
                  </a:lnTo>
                  <a:lnTo>
                    <a:pt x="301" y="184"/>
                  </a:lnTo>
                  <a:lnTo>
                    <a:pt x="314" y="184"/>
                  </a:lnTo>
                  <a:lnTo>
                    <a:pt x="327" y="184"/>
                  </a:lnTo>
                  <a:lnTo>
                    <a:pt x="340" y="186"/>
                  </a:lnTo>
                  <a:lnTo>
                    <a:pt x="352" y="190"/>
                  </a:lnTo>
                  <a:lnTo>
                    <a:pt x="363" y="194"/>
                  </a:lnTo>
                  <a:lnTo>
                    <a:pt x="375" y="199"/>
                  </a:lnTo>
                  <a:lnTo>
                    <a:pt x="386" y="206"/>
                  </a:lnTo>
                  <a:lnTo>
                    <a:pt x="395" y="213"/>
                  </a:lnTo>
                  <a:lnTo>
                    <a:pt x="404" y="222"/>
                  </a:lnTo>
                  <a:lnTo>
                    <a:pt x="413" y="231"/>
                  </a:lnTo>
                  <a:lnTo>
                    <a:pt x="420" y="241"/>
                  </a:lnTo>
                  <a:lnTo>
                    <a:pt x="426" y="252"/>
                  </a:lnTo>
                  <a:lnTo>
                    <a:pt x="432" y="262"/>
                  </a:lnTo>
                  <a:lnTo>
                    <a:pt x="436" y="274"/>
                  </a:lnTo>
                  <a:lnTo>
                    <a:pt x="439" y="287"/>
                  </a:lnTo>
                  <a:lnTo>
                    <a:pt x="441" y="300"/>
                  </a:lnTo>
                  <a:lnTo>
                    <a:pt x="443" y="313"/>
                  </a:lnTo>
                  <a:lnTo>
                    <a:pt x="441" y="325"/>
                  </a:lnTo>
                  <a:lnTo>
                    <a:pt x="439" y="338"/>
                  </a:lnTo>
                  <a:lnTo>
                    <a:pt x="436" y="350"/>
                  </a:lnTo>
                  <a:lnTo>
                    <a:pt x="432" y="362"/>
                  </a:lnTo>
                  <a:lnTo>
                    <a:pt x="426" y="374"/>
                  </a:lnTo>
                  <a:lnTo>
                    <a:pt x="420" y="384"/>
                  </a:lnTo>
                  <a:lnTo>
                    <a:pt x="413" y="394"/>
                  </a:lnTo>
                  <a:lnTo>
                    <a:pt x="404" y="404"/>
                  </a:lnTo>
                  <a:lnTo>
                    <a:pt x="395" y="411"/>
                  </a:lnTo>
                  <a:lnTo>
                    <a:pt x="386" y="418"/>
                  </a:lnTo>
                  <a:lnTo>
                    <a:pt x="375" y="425"/>
                  </a:lnTo>
                  <a:lnTo>
                    <a:pt x="363" y="430"/>
                  </a:lnTo>
                  <a:lnTo>
                    <a:pt x="352" y="436"/>
                  </a:lnTo>
                  <a:lnTo>
                    <a:pt x="340" y="439"/>
                  </a:lnTo>
                  <a:lnTo>
                    <a:pt x="327" y="440"/>
                  </a:lnTo>
                  <a:lnTo>
                    <a:pt x="314" y="441"/>
                  </a:lnTo>
                  <a:close/>
                  <a:moveTo>
                    <a:pt x="621" y="385"/>
                  </a:moveTo>
                  <a:lnTo>
                    <a:pt x="571" y="355"/>
                  </a:lnTo>
                  <a:lnTo>
                    <a:pt x="572" y="346"/>
                  </a:lnTo>
                  <a:lnTo>
                    <a:pt x="573" y="335"/>
                  </a:lnTo>
                  <a:lnTo>
                    <a:pt x="574" y="323"/>
                  </a:lnTo>
                  <a:lnTo>
                    <a:pt x="574" y="313"/>
                  </a:lnTo>
                  <a:lnTo>
                    <a:pt x="574" y="302"/>
                  </a:lnTo>
                  <a:lnTo>
                    <a:pt x="573" y="291"/>
                  </a:lnTo>
                  <a:lnTo>
                    <a:pt x="572" y="280"/>
                  </a:lnTo>
                  <a:lnTo>
                    <a:pt x="570" y="269"/>
                  </a:lnTo>
                  <a:lnTo>
                    <a:pt x="620" y="241"/>
                  </a:lnTo>
                  <a:lnTo>
                    <a:pt x="623" y="239"/>
                  </a:lnTo>
                  <a:lnTo>
                    <a:pt x="624" y="237"/>
                  </a:lnTo>
                  <a:lnTo>
                    <a:pt x="627" y="234"/>
                  </a:lnTo>
                  <a:lnTo>
                    <a:pt x="628" y="231"/>
                  </a:lnTo>
                  <a:lnTo>
                    <a:pt x="628" y="228"/>
                  </a:lnTo>
                  <a:lnTo>
                    <a:pt x="628" y="226"/>
                  </a:lnTo>
                  <a:lnTo>
                    <a:pt x="628" y="223"/>
                  </a:lnTo>
                  <a:lnTo>
                    <a:pt x="625" y="219"/>
                  </a:lnTo>
                  <a:lnTo>
                    <a:pt x="551" y="90"/>
                  </a:lnTo>
                  <a:lnTo>
                    <a:pt x="548" y="87"/>
                  </a:lnTo>
                  <a:lnTo>
                    <a:pt x="546" y="85"/>
                  </a:lnTo>
                  <a:lnTo>
                    <a:pt x="544" y="84"/>
                  </a:lnTo>
                  <a:lnTo>
                    <a:pt x="541" y="83"/>
                  </a:lnTo>
                  <a:lnTo>
                    <a:pt x="539" y="81"/>
                  </a:lnTo>
                  <a:lnTo>
                    <a:pt x="536" y="81"/>
                  </a:lnTo>
                  <a:lnTo>
                    <a:pt x="532" y="83"/>
                  </a:lnTo>
                  <a:lnTo>
                    <a:pt x="530" y="84"/>
                  </a:lnTo>
                  <a:lnTo>
                    <a:pt x="481" y="113"/>
                  </a:lnTo>
                  <a:lnTo>
                    <a:pt x="465" y="99"/>
                  </a:lnTo>
                  <a:lnTo>
                    <a:pt x="447" y="88"/>
                  </a:lnTo>
                  <a:lnTo>
                    <a:pt x="438" y="83"/>
                  </a:lnTo>
                  <a:lnTo>
                    <a:pt x="429" y="77"/>
                  </a:lnTo>
                  <a:lnTo>
                    <a:pt x="418" y="73"/>
                  </a:lnTo>
                  <a:lnTo>
                    <a:pt x="407" y="69"/>
                  </a:lnTo>
                  <a:lnTo>
                    <a:pt x="407" y="15"/>
                  </a:lnTo>
                  <a:lnTo>
                    <a:pt x="407" y="12"/>
                  </a:lnTo>
                  <a:lnTo>
                    <a:pt x="406" y="10"/>
                  </a:lnTo>
                  <a:lnTo>
                    <a:pt x="404" y="7"/>
                  </a:lnTo>
                  <a:lnTo>
                    <a:pt x="403" y="4"/>
                  </a:lnTo>
                  <a:lnTo>
                    <a:pt x="401" y="2"/>
                  </a:lnTo>
                  <a:lnTo>
                    <a:pt x="398" y="1"/>
                  </a:lnTo>
                  <a:lnTo>
                    <a:pt x="395" y="0"/>
                  </a:lnTo>
                  <a:lnTo>
                    <a:pt x="392" y="0"/>
                  </a:lnTo>
                  <a:lnTo>
                    <a:pt x="241" y="0"/>
                  </a:lnTo>
                  <a:lnTo>
                    <a:pt x="238" y="0"/>
                  </a:lnTo>
                  <a:lnTo>
                    <a:pt x="235" y="1"/>
                  </a:lnTo>
                  <a:lnTo>
                    <a:pt x="233" y="2"/>
                  </a:lnTo>
                  <a:lnTo>
                    <a:pt x="231" y="4"/>
                  </a:lnTo>
                  <a:lnTo>
                    <a:pt x="229" y="7"/>
                  </a:lnTo>
                  <a:lnTo>
                    <a:pt x="227" y="10"/>
                  </a:lnTo>
                  <a:lnTo>
                    <a:pt x="226" y="12"/>
                  </a:lnTo>
                  <a:lnTo>
                    <a:pt x="226" y="15"/>
                  </a:lnTo>
                  <a:lnTo>
                    <a:pt x="226" y="69"/>
                  </a:lnTo>
                  <a:lnTo>
                    <a:pt x="216" y="72"/>
                  </a:lnTo>
                  <a:lnTo>
                    <a:pt x="206" y="76"/>
                  </a:lnTo>
                  <a:lnTo>
                    <a:pt x="196" y="80"/>
                  </a:lnTo>
                  <a:lnTo>
                    <a:pt x="187" y="86"/>
                  </a:lnTo>
                  <a:lnTo>
                    <a:pt x="177" y="91"/>
                  </a:lnTo>
                  <a:lnTo>
                    <a:pt x="168" y="98"/>
                  </a:lnTo>
                  <a:lnTo>
                    <a:pt x="159" y="105"/>
                  </a:lnTo>
                  <a:lnTo>
                    <a:pt x="149" y="113"/>
                  </a:lnTo>
                  <a:lnTo>
                    <a:pt x="98" y="84"/>
                  </a:lnTo>
                  <a:lnTo>
                    <a:pt x="96" y="83"/>
                  </a:lnTo>
                  <a:lnTo>
                    <a:pt x="93" y="81"/>
                  </a:lnTo>
                  <a:lnTo>
                    <a:pt x="90" y="81"/>
                  </a:lnTo>
                  <a:lnTo>
                    <a:pt x="87" y="83"/>
                  </a:lnTo>
                  <a:lnTo>
                    <a:pt x="84" y="84"/>
                  </a:lnTo>
                  <a:lnTo>
                    <a:pt x="82" y="85"/>
                  </a:lnTo>
                  <a:lnTo>
                    <a:pt x="80" y="87"/>
                  </a:lnTo>
                  <a:lnTo>
                    <a:pt x="78" y="90"/>
                  </a:lnTo>
                  <a:lnTo>
                    <a:pt x="3" y="219"/>
                  </a:lnTo>
                  <a:lnTo>
                    <a:pt x="1" y="222"/>
                  </a:lnTo>
                  <a:lnTo>
                    <a:pt x="1" y="225"/>
                  </a:lnTo>
                  <a:lnTo>
                    <a:pt x="1" y="228"/>
                  </a:lnTo>
                  <a:lnTo>
                    <a:pt x="1" y="230"/>
                  </a:lnTo>
                  <a:lnTo>
                    <a:pt x="4" y="236"/>
                  </a:lnTo>
                  <a:lnTo>
                    <a:pt x="8" y="241"/>
                  </a:lnTo>
                  <a:lnTo>
                    <a:pt x="57" y="269"/>
                  </a:lnTo>
                  <a:lnTo>
                    <a:pt x="56" y="280"/>
                  </a:lnTo>
                  <a:lnTo>
                    <a:pt x="55" y="291"/>
                  </a:lnTo>
                  <a:lnTo>
                    <a:pt x="54" y="302"/>
                  </a:lnTo>
                  <a:lnTo>
                    <a:pt x="54" y="313"/>
                  </a:lnTo>
                  <a:lnTo>
                    <a:pt x="54" y="323"/>
                  </a:lnTo>
                  <a:lnTo>
                    <a:pt x="55" y="335"/>
                  </a:lnTo>
                  <a:lnTo>
                    <a:pt x="56" y="346"/>
                  </a:lnTo>
                  <a:lnTo>
                    <a:pt x="57" y="355"/>
                  </a:lnTo>
                  <a:lnTo>
                    <a:pt x="7" y="385"/>
                  </a:lnTo>
                  <a:lnTo>
                    <a:pt x="5" y="387"/>
                  </a:lnTo>
                  <a:lnTo>
                    <a:pt x="3" y="389"/>
                  </a:lnTo>
                  <a:lnTo>
                    <a:pt x="2" y="391"/>
                  </a:lnTo>
                  <a:lnTo>
                    <a:pt x="1" y="394"/>
                  </a:lnTo>
                  <a:lnTo>
                    <a:pt x="0" y="396"/>
                  </a:lnTo>
                  <a:lnTo>
                    <a:pt x="1" y="399"/>
                  </a:lnTo>
                  <a:lnTo>
                    <a:pt x="1" y="402"/>
                  </a:lnTo>
                  <a:lnTo>
                    <a:pt x="2" y="405"/>
                  </a:lnTo>
                  <a:lnTo>
                    <a:pt x="78" y="536"/>
                  </a:lnTo>
                  <a:lnTo>
                    <a:pt x="81" y="540"/>
                  </a:lnTo>
                  <a:lnTo>
                    <a:pt x="86" y="543"/>
                  </a:lnTo>
                  <a:lnTo>
                    <a:pt x="89" y="544"/>
                  </a:lnTo>
                  <a:lnTo>
                    <a:pt x="93" y="544"/>
                  </a:lnTo>
                  <a:lnTo>
                    <a:pt x="95" y="543"/>
                  </a:lnTo>
                  <a:lnTo>
                    <a:pt x="98" y="542"/>
                  </a:lnTo>
                  <a:lnTo>
                    <a:pt x="149" y="513"/>
                  </a:lnTo>
                  <a:lnTo>
                    <a:pt x="159" y="520"/>
                  </a:lnTo>
                  <a:lnTo>
                    <a:pt x="168" y="527"/>
                  </a:lnTo>
                  <a:lnTo>
                    <a:pt x="177" y="533"/>
                  </a:lnTo>
                  <a:lnTo>
                    <a:pt x="187" y="539"/>
                  </a:lnTo>
                  <a:lnTo>
                    <a:pt x="196" y="544"/>
                  </a:lnTo>
                  <a:lnTo>
                    <a:pt x="206" y="549"/>
                  </a:lnTo>
                  <a:lnTo>
                    <a:pt x="216" y="552"/>
                  </a:lnTo>
                  <a:lnTo>
                    <a:pt x="226" y="556"/>
                  </a:lnTo>
                  <a:lnTo>
                    <a:pt x="226" y="614"/>
                  </a:lnTo>
                  <a:lnTo>
                    <a:pt x="226" y="617"/>
                  </a:lnTo>
                  <a:lnTo>
                    <a:pt x="227" y="620"/>
                  </a:lnTo>
                  <a:lnTo>
                    <a:pt x="229" y="623"/>
                  </a:lnTo>
                  <a:lnTo>
                    <a:pt x="231" y="625"/>
                  </a:lnTo>
                  <a:lnTo>
                    <a:pt x="233" y="627"/>
                  </a:lnTo>
                  <a:lnTo>
                    <a:pt x="235" y="628"/>
                  </a:lnTo>
                  <a:lnTo>
                    <a:pt x="238" y="629"/>
                  </a:lnTo>
                  <a:lnTo>
                    <a:pt x="241" y="629"/>
                  </a:lnTo>
                  <a:lnTo>
                    <a:pt x="392" y="629"/>
                  </a:lnTo>
                  <a:lnTo>
                    <a:pt x="395" y="629"/>
                  </a:lnTo>
                  <a:lnTo>
                    <a:pt x="398" y="628"/>
                  </a:lnTo>
                  <a:lnTo>
                    <a:pt x="401" y="627"/>
                  </a:lnTo>
                  <a:lnTo>
                    <a:pt x="403" y="625"/>
                  </a:lnTo>
                  <a:lnTo>
                    <a:pt x="404" y="623"/>
                  </a:lnTo>
                  <a:lnTo>
                    <a:pt x="406" y="620"/>
                  </a:lnTo>
                  <a:lnTo>
                    <a:pt x="407" y="617"/>
                  </a:lnTo>
                  <a:lnTo>
                    <a:pt x="407" y="614"/>
                  </a:lnTo>
                  <a:lnTo>
                    <a:pt x="407" y="556"/>
                  </a:lnTo>
                  <a:lnTo>
                    <a:pt x="418" y="552"/>
                  </a:lnTo>
                  <a:lnTo>
                    <a:pt x="429" y="548"/>
                  </a:lnTo>
                  <a:lnTo>
                    <a:pt x="438" y="544"/>
                  </a:lnTo>
                  <a:lnTo>
                    <a:pt x="447" y="538"/>
                  </a:lnTo>
                  <a:lnTo>
                    <a:pt x="465" y="527"/>
                  </a:lnTo>
                  <a:lnTo>
                    <a:pt x="481" y="513"/>
                  </a:lnTo>
                  <a:lnTo>
                    <a:pt x="530" y="542"/>
                  </a:lnTo>
                  <a:lnTo>
                    <a:pt x="533" y="543"/>
                  </a:lnTo>
                  <a:lnTo>
                    <a:pt x="537" y="544"/>
                  </a:lnTo>
                  <a:lnTo>
                    <a:pt x="539" y="544"/>
                  </a:lnTo>
                  <a:lnTo>
                    <a:pt x="542" y="543"/>
                  </a:lnTo>
                  <a:lnTo>
                    <a:pt x="545" y="543"/>
                  </a:lnTo>
                  <a:lnTo>
                    <a:pt x="547" y="540"/>
                  </a:lnTo>
                  <a:lnTo>
                    <a:pt x="550" y="539"/>
                  </a:lnTo>
                  <a:lnTo>
                    <a:pt x="552" y="536"/>
                  </a:lnTo>
                  <a:lnTo>
                    <a:pt x="627" y="405"/>
                  </a:lnTo>
                  <a:lnTo>
                    <a:pt x="628" y="402"/>
                  </a:lnTo>
                  <a:lnTo>
                    <a:pt x="628" y="399"/>
                  </a:lnTo>
                  <a:lnTo>
                    <a:pt x="629" y="396"/>
                  </a:lnTo>
                  <a:lnTo>
                    <a:pt x="628" y="394"/>
                  </a:lnTo>
                  <a:lnTo>
                    <a:pt x="627" y="391"/>
                  </a:lnTo>
                  <a:lnTo>
                    <a:pt x="625" y="389"/>
                  </a:lnTo>
                  <a:lnTo>
                    <a:pt x="623" y="387"/>
                  </a:lnTo>
                  <a:lnTo>
                    <a:pt x="621" y="3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5" name="Freeform 4360">
              <a:extLst>
                <a:ext uri="{FF2B5EF4-FFF2-40B4-BE49-F238E27FC236}">
                  <a16:creationId xmlns:a16="http://schemas.microsoft.com/office/drawing/2014/main" xmlns="" id="{CDB8F87B-81A2-480F-ADA8-BFB5FD890AC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81925" y="1387475"/>
              <a:ext cx="115888" cy="117475"/>
            </a:xfrm>
            <a:custGeom>
              <a:avLst/>
              <a:gdLst>
                <a:gd name="T0" fmla="*/ 160 w 362"/>
                <a:gd name="T1" fmla="*/ 252 h 369"/>
                <a:gd name="T2" fmla="*/ 135 w 362"/>
                <a:gd name="T3" fmla="*/ 238 h 369"/>
                <a:gd name="T4" fmla="*/ 118 w 362"/>
                <a:gd name="T5" fmla="*/ 218 h 369"/>
                <a:gd name="T6" fmla="*/ 109 w 362"/>
                <a:gd name="T7" fmla="*/ 190 h 369"/>
                <a:gd name="T8" fmla="*/ 113 w 362"/>
                <a:gd name="T9" fmla="*/ 162 h 369"/>
                <a:gd name="T10" fmla="*/ 125 w 362"/>
                <a:gd name="T11" fmla="*/ 138 h 369"/>
                <a:gd name="T12" fmla="*/ 147 w 362"/>
                <a:gd name="T13" fmla="*/ 121 h 369"/>
                <a:gd name="T14" fmla="*/ 174 w 362"/>
                <a:gd name="T15" fmla="*/ 112 h 369"/>
                <a:gd name="T16" fmla="*/ 202 w 362"/>
                <a:gd name="T17" fmla="*/ 114 h 369"/>
                <a:gd name="T18" fmla="*/ 226 w 362"/>
                <a:gd name="T19" fmla="*/ 128 h 369"/>
                <a:gd name="T20" fmla="*/ 244 w 362"/>
                <a:gd name="T21" fmla="*/ 149 h 369"/>
                <a:gd name="T22" fmla="*/ 252 w 362"/>
                <a:gd name="T23" fmla="*/ 176 h 369"/>
                <a:gd name="T24" fmla="*/ 250 w 362"/>
                <a:gd name="T25" fmla="*/ 205 h 369"/>
                <a:gd name="T26" fmla="*/ 236 w 362"/>
                <a:gd name="T27" fmla="*/ 229 h 369"/>
                <a:gd name="T28" fmla="*/ 215 w 362"/>
                <a:gd name="T29" fmla="*/ 247 h 369"/>
                <a:gd name="T30" fmla="*/ 189 w 362"/>
                <a:gd name="T31" fmla="*/ 254 h 369"/>
                <a:gd name="T32" fmla="*/ 328 w 362"/>
                <a:gd name="T33" fmla="*/ 195 h 369"/>
                <a:gd name="T34" fmla="*/ 354 w 362"/>
                <a:gd name="T35" fmla="*/ 144 h 369"/>
                <a:gd name="T36" fmla="*/ 361 w 362"/>
                <a:gd name="T37" fmla="*/ 136 h 369"/>
                <a:gd name="T38" fmla="*/ 360 w 362"/>
                <a:gd name="T39" fmla="*/ 124 h 369"/>
                <a:gd name="T40" fmla="*/ 316 w 362"/>
                <a:gd name="T41" fmla="*/ 53 h 369"/>
                <a:gd name="T42" fmla="*/ 304 w 362"/>
                <a:gd name="T43" fmla="*/ 52 h 369"/>
                <a:gd name="T44" fmla="*/ 256 w 362"/>
                <a:gd name="T45" fmla="*/ 56 h 369"/>
                <a:gd name="T46" fmla="*/ 236 w 362"/>
                <a:gd name="T47" fmla="*/ 10 h 369"/>
                <a:gd name="T48" fmla="*/ 229 w 362"/>
                <a:gd name="T49" fmla="*/ 2 h 369"/>
                <a:gd name="T50" fmla="*/ 146 w 362"/>
                <a:gd name="T51" fmla="*/ 0 h 369"/>
                <a:gd name="T52" fmla="*/ 135 w 362"/>
                <a:gd name="T53" fmla="*/ 3 h 369"/>
                <a:gd name="T54" fmla="*/ 131 w 362"/>
                <a:gd name="T55" fmla="*/ 14 h 369"/>
                <a:gd name="T56" fmla="*/ 99 w 362"/>
                <a:gd name="T57" fmla="*/ 63 h 369"/>
                <a:gd name="T58" fmla="*/ 55 w 362"/>
                <a:gd name="T59" fmla="*/ 51 h 369"/>
                <a:gd name="T60" fmla="*/ 44 w 362"/>
                <a:gd name="T61" fmla="*/ 54 h 369"/>
                <a:gd name="T62" fmla="*/ 1 w 362"/>
                <a:gd name="T63" fmla="*/ 126 h 369"/>
                <a:gd name="T64" fmla="*/ 2 w 362"/>
                <a:gd name="T65" fmla="*/ 139 h 369"/>
                <a:gd name="T66" fmla="*/ 36 w 362"/>
                <a:gd name="T67" fmla="*/ 160 h 369"/>
                <a:gd name="T68" fmla="*/ 36 w 362"/>
                <a:gd name="T69" fmla="*/ 207 h 369"/>
                <a:gd name="T70" fmla="*/ 1 w 362"/>
                <a:gd name="T71" fmla="*/ 230 h 369"/>
                <a:gd name="T72" fmla="*/ 1 w 362"/>
                <a:gd name="T73" fmla="*/ 240 h 369"/>
                <a:gd name="T74" fmla="*/ 44 w 362"/>
                <a:gd name="T75" fmla="*/ 313 h 369"/>
                <a:gd name="T76" fmla="*/ 60 w 362"/>
                <a:gd name="T77" fmla="*/ 314 h 369"/>
                <a:gd name="T78" fmla="*/ 120 w 362"/>
                <a:gd name="T79" fmla="*/ 316 h 369"/>
                <a:gd name="T80" fmla="*/ 132 w 362"/>
                <a:gd name="T81" fmla="*/ 359 h 369"/>
                <a:gd name="T82" fmla="*/ 140 w 362"/>
                <a:gd name="T83" fmla="*/ 368 h 369"/>
                <a:gd name="T84" fmla="*/ 225 w 362"/>
                <a:gd name="T85" fmla="*/ 368 h 369"/>
                <a:gd name="T86" fmla="*/ 233 w 362"/>
                <a:gd name="T87" fmla="*/ 361 h 369"/>
                <a:gd name="T88" fmla="*/ 237 w 362"/>
                <a:gd name="T89" fmla="*/ 321 h 369"/>
                <a:gd name="T90" fmla="*/ 274 w 362"/>
                <a:gd name="T91" fmla="*/ 298 h 369"/>
                <a:gd name="T92" fmla="*/ 310 w 362"/>
                <a:gd name="T93" fmla="*/ 316 h 369"/>
                <a:gd name="T94" fmla="*/ 360 w 362"/>
                <a:gd name="T95" fmla="*/ 243 h 369"/>
                <a:gd name="T96" fmla="*/ 362 w 362"/>
                <a:gd name="T97" fmla="*/ 232 h 369"/>
                <a:gd name="T98" fmla="*/ 354 w 362"/>
                <a:gd name="T99" fmla="*/ 223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62" h="369">
                  <a:moveTo>
                    <a:pt x="181" y="255"/>
                  </a:moveTo>
                  <a:lnTo>
                    <a:pt x="174" y="254"/>
                  </a:lnTo>
                  <a:lnTo>
                    <a:pt x="166" y="253"/>
                  </a:lnTo>
                  <a:lnTo>
                    <a:pt x="160" y="252"/>
                  </a:lnTo>
                  <a:lnTo>
                    <a:pt x="153" y="249"/>
                  </a:lnTo>
                  <a:lnTo>
                    <a:pt x="147" y="247"/>
                  </a:lnTo>
                  <a:lnTo>
                    <a:pt x="141" y="243"/>
                  </a:lnTo>
                  <a:lnTo>
                    <a:pt x="135" y="238"/>
                  </a:lnTo>
                  <a:lnTo>
                    <a:pt x="131" y="234"/>
                  </a:lnTo>
                  <a:lnTo>
                    <a:pt x="125" y="229"/>
                  </a:lnTo>
                  <a:lnTo>
                    <a:pt x="122" y="223"/>
                  </a:lnTo>
                  <a:lnTo>
                    <a:pt x="118" y="218"/>
                  </a:lnTo>
                  <a:lnTo>
                    <a:pt x="115" y="212"/>
                  </a:lnTo>
                  <a:lnTo>
                    <a:pt x="113" y="205"/>
                  </a:lnTo>
                  <a:lnTo>
                    <a:pt x="110" y="198"/>
                  </a:lnTo>
                  <a:lnTo>
                    <a:pt x="109" y="190"/>
                  </a:lnTo>
                  <a:lnTo>
                    <a:pt x="109" y="183"/>
                  </a:lnTo>
                  <a:lnTo>
                    <a:pt x="109" y="176"/>
                  </a:lnTo>
                  <a:lnTo>
                    <a:pt x="110" y="169"/>
                  </a:lnTo>
                  <a:lnTo>
                    <a:pt x="113" y="162"/>
                  </a:lnTo>
                  <a:lnTo>
                    <a:pt x="115" y="156"/>
                  </a:lnTo>
                  <a:lnTo>
                    <a:pt x="118" y="149"/>
                  </a:lnTo>
                  <a:lnTo>
                    <a:pt x="122" y="143"/>
                  </a:lnTo>
                  <a:lnTo>
                    <a:pt x="125" y="138"/>
                  </a:lnTo>
                  <a:lnTo>
                    <a:pt x="131" y="132"/>
                  </a:lnTo>
                  <a:lnTo>
                    <a:pt x="135" y="128"/>
                  </a:lnTo>
                  <a:lnTo>
                    <a:pt x="141" y="124"/>
                  </a:lnTo>
                  <a:lnTo>
                    <a:pt x="147" y="121"/>
                  </a:lnTo>
                  <a:lnTo>
                    <a:pt x="153" y="117"/>
                  </a:lnTo>
                  <a:lnTo>
                    <a:pt x="160" y="114"/>
                  </a:lnTo>
                  <a:lnTo>
                    <a:pt x="166" y="113"/>
                  </a:lnTo>
                  <a:lnTo>
                    <a:pt x="174" y="112"/>
                  </a:lnTo>
                  <a:lnTo>
                    <a:pt x="181" y="111"/>
                  </a:lnTo>
                  <a:lnTo>
                    <a:pt x="189" y="112"/>
                  </a:lnTo>
                  <a:lnTo>
                    <a:pt x="195" y="113"/>
                  </a:lnTo>
                  <a:lnTo>
                    <a:pt x="202" y="114"/>
                  </a:lnTo>
                  <a:lnTo>
                    <a:pt x="209" y="117"/>
                  </a:lnTo>
                  <a:lnTo>
                    <a:pt x="215" y="121"/>
                  </a:lnTo>
                  <a:lnTo>
                    <a:pt x="221" y="124"/>
                  </a:lnTo>
                  <a:lnTo>
                    <a:pt x="226" y="128"/>
                  </a:lnTo>
                  <a:lnTo>
                    <a:pt x="231" y="132"/>
                  </a:lnTo>
                  <a:lnTo>
                    <a:pt x="236" y="138"/>
                  </a:lnTo>
                  <a:lnTo>
                    <a:pt x="240" y="143"/>
                  </a:lnTo>
                  <a:lnTo>
                    <a:pt x="244" y="149"/>
                  </a:lnTo>
                  <a:lnTo>
                    <a:pt x="247" y="156"/>
                  </a:lnTo>
                  <a:lnTo>
                    <a:pt x="250" y="162"/>
                  </a:lnTo>
                  <a:lnTo>
                    <a:pt x="251" y="169"/>
                  </a:lnTo>
                  <a:lnTo>
                    <a:pt x="252" y="176"/>
                  </a:lnTo>
                  <a:lnTo>
                    <a:pt x="253" y="183"/>
                  </a:lnTo>
                  <a:lnTo>
                    <a:pt x="252" y="190"/>
                  </a:lnTo>
                  <a:lnTo>
                    <a:pt x="251" y="198"/>
                  </a:lnTo>
                  <a:lnTo>
                    <a:pt x="250" y="205"/>
                  </a:lnTo>
                  <a:lnTo>
                    <a:pt x="247" y="212"/>
                  </a:lnTo>
                  <a:lnTo>
                    <a:pt x="244" y="218"/>
                  </a:lnTo>
                  <a:lnTo>
                    <a:pt x="240" y="223"/>
                  </a:lnTo>
                  <a:lnTo>
                    <a:pt x="236" y="229"/>
                  </a:lnTo>
                  <a:lnTo>
                    <a:pt x="231" y="234"/>
                  </a:lnTo>
                  <a:lnTo>
                    <a:pt x="226" y="238"/>
                  </a:lnTo>
                  <a:lnTo>
                    <a:pt x="221" y="243"/>
                  </a:lnTo>
                  <a:lnTo>
                    <a:pt x="215" y="247"/>
                  </a:lnTo>
                  <a:lnTo>
                    <a:pt x="209" y="249"/>
                  </a:lnTo>
                  <a:lnTo>
                    <a:pt x="202" y="252"/>
                  </a:lnTo>
                  <a:lnTo>
                    <a:pt x="195" y="253"/>
                  </a:lnTo>
                  <a:lnTo>
                    <a:pt x="189" y="254"/>
                  </a:lnTo>
                  <a:lnTo>
                    <a:pt x="181" y="255"/>
                  </a:lnTo>
                  <a:close/>
                  <a:moveTo>
                    <a:pt x="354" y="223"/>
                  </a:moveTo>
                  <a:lnTo>
                    <a:pt x="327" y="207"/>
                  </a:lnTo>
                  <a:lnTo>
                    <a:pt x="328" y="195"/>
                  </a:lnTo>
                  <a:lnTo>
                    <a:pt x="328" y="183"/>
                  </a:lnTo>
                  <a:lnTo>
                    <a:pt x="328" y="172"/>
                  </a:lnTo>
                  <a:lnTo>
                    <a:pt x="327" y="160"/>
                  </a:lnTo>
                  <a:lnTo>
                    <a:pt x="354" y="144"/>
                  </a:lnTo>
                  <a:lnTo>
                    <a:pt x="357" y="143"/>
                  </a:lnTo>
                  <a:lnTo>
                    <a:pt x="359" y="141"/>
                  </a:lnTo>
                  <a:lnTo>
                    <a:pt x="360" y="139"/>
                  </a:lnTo>
                  <a:lnTo>
                    <a:pt x="361" y="136"/>
                  </a:lnTo>
                  <a:lnTo>
                    <a:pt x="362" y="132"/>
                  </a:lnTo>
                  <a:lnTo>
                    <a:pt x="362" y="129"/>
                  </a:lnTo>
                  <a:lnTo>
                    <a:pt x="361" y="126"/>
                  </a:lnTo>
                  <a:lnTo>
                    <a:pt x="360" y="124"/>
                  </a:lnTo>
                  <a:lnTo>
                    <a:pt x="322" y="59"/>
                  </a:lnTo>
                  <a:lnTo>
                    <a:pt x="320" y="56"/>
                  </a:lnTo>
                  <a:lnTo>
                    <a:pt x="318" y="54"/>
                  </a:lnTo>
                  <a:lnTo>
                    <a:pt x="316" y="53"/>
                  </a:lnTo>
                  <a:lnTo>
                    <a:pt x="313" y="51"/>
                  </a:lnTo>
                  <a:lnTo>
                    <a:pt x="309" y="51"/>
                  </a:lnTo>
                  <a:lnTo>
                    <a:pt x="307" y="51"/>
                  </a:lnTo>
                  <a:lnTo>
                    <a:pt x="304" y="52"/>
                  </a:lnTo>
                  <a:lnTo>
                    <a:pt x="301" y="53"/>
                  </a:lnTo>
                  <a:lnTo>
                    <a:pt x="274" y="69"/>
                  </a:lnTo>
                  <a:lnTo>
                    <a:pt x="266" y="63"/>
                  </a:lnTo>
                  <a:lnTo>
                    <a:pt x="256" y="56"/>
                  </a:lnTo>
                  <a:lnTo>
                    <a:pt x="246" y="51"/>
                  </a:lnTo>
                  <a:lnTo>
                    <a:pt x="237" y="47"/>
                  </a:lnTo>
                  <a:lnTo>
                    <a:pt x="237" y="14"/>
                  </a:lnTo>
                  <a:lnTo>
                    <a:pt x="236" y="10"/>
                  </a:lnTo>
                  <a:lnTo>
                    <a:pt x="236" y="8"/>
                  </a:lnTo>
                  <a:lnTo>
                    <a:pt x="233" y="5"/>
                  </a:lnTo>
                  <a:lnTo>
                    <a:pt x="232" y="3"/>
                  </a:lnTo>
                  <a:lnTo>
                    <a:pt x="229" y="2"/>
                  </a:lnTo>
                  <a:lnTo>
                    <a:pt x="227" y="1"/>
                  </a:lnTo>
                  <a:lnTo>
                    <a:pt x="224" y="0"/>
                  </a:lnTo>
                  <a:lnTo>
                    <a:pt x="222" y="0"/>
                  </a:lnTo>
                  <a:lnTo>
                    <a:pt x="146" y="0"/>
                  </a:lnTo>
                  <a:lnTo>
                    <a:pt x="143" y="0"/>
                  </a:lnTo>
                  <a:lnTo>
                    <a:pt x="140" y="1"/>
                  </a:lnTo>
                  <a:lnTo>
                    <a:pt x="137" y="2"/>
                  </a:lnTo>
                  <a:lnTo>
                    <a:pt x="135" y="3"/>
                  </a:lnTo>
                  <a:lnTo>
                    <a:pt x="134" y="5"/>
                  </a:lnTo>
                  <a:lnTo>
                    <a:pt x="132" y="8"/>
                  </a:lnTo>
                  <a:lnTo>
                    <a:pt x="132" y="10"/>
                  </a:lnTo>
                  <a:lnTo>
                    <a:pt x="131" y="14"/>
                  </a:lnTo>
                  <a:lnTo>
                    <a:pt x="131" y="47"/>
                  </a:lnTo>
                  <a:lnTo>
                    <a:pt x="120" y="52"/>
                  </a:lnTo>
                  <a:lnTo>
                    <a:pt x="109" y="57"/>
                  </a:lnTo>
                  <a:lnTo>
                    <a:pt x="99" y="63"/>
                  </a:lnTo>
                  <a:lnTo>
                    <a:pt x="90" y="69"/>
                  </a:lnTo>
                  <a:lnTo>
                    <a:pt x="61" y="53"/>
                  </a:lnTo>
                  <a:lnTo>
                    <a:pt x="58" y="52"/>
                  </a:lnTo>
                  <a:lnTo>
                    <a:pt x="55" y="51"/>
                  </a:lnTo>
                  <a:lnTo>
                    <a:pt x="53" y="51"/>
                  </a:lnTo>
                  <a:lnTo>
                    <a:pt x="49" y="51"/>
                  </a:lnTo>
                  <a:lnTo>
                    <a:pt x="47" y="52"/>
                  </a:lnTo>
                  <a:lnTo>
                    <a:pt x="44" y="54"/>
                  </a:lnTo>
                  <a:lnTo>
                    <a:pt x="42" y="56"/>
                  </a:lnTo>
                  <a:lnTo>
                    <a:pt x="41" y="59"/>
                  </a:lnTo>
                  <a:lnTo>
                    <a:pt x="2" y="124"/>
                  </a:lnTo>
                  <a:lnTo>
                    <a:pt x="1" y="126"/>
                  </a:lnTo>
                  <a:lnTo>
                    <a:pt x="0" y="129"/>
                  </a:lnTo>
                  <a:lnTo>
                    <a:pt x="0" y="132"/>
                  </a:lnTo>
                  <a:lnTo>
                    <a:pt x="1" y="136"/>
                  </a:lnTo>
                  <a:lnTo>
                    <a:pt x="2" y="139"/>
                  </a:lnTo>
                  <a:lnTo>
                    <a:pt x="3" y="141"/>
                  </a:lnTo>
                  <a:lnTo>
                    <a:pt x="6" y="143"/>
                  </a:lnTo>
                  <a:lnTo>
                    <a:pt x="8" y="144"/>
                  </a:lnTo>
                  <a:lnTo>
                    <a:pt x="36" y="160"/>
                  </a:lnTo>
                  <a:lnTo>
                    <a:pt x="34" y="172"/>
                  </a:lnTo>
                  <a:lnTo>
                    <a:pt x="34" y="183"/>
                  </a:lnTo>
                  <a:lnTo>
                    <a:pt x="34" y="195"/>
                  </a:lnTo>
                  <a:lnTo>
                    <a:pt x="36" y="207"/>
                  </a:lnTo>
                  <a:lnTo>
                    <a:pt x="8" y="223"/>
                  </a:lnTo>
                  <a:lnTo>
                    <a:pt x="6" y="224"/>
                  </a:lnTo>
                  <a:lnTo>
                    <a:pt x="3" y="227"/>
                  </a:lnTo>
                  <a:lnTo>
                    <a:pt x="1" y="230"/>
                  </a:lnTo>
                  <a:lnTo>
                    <a:pt x="0" y="233"/>
                  </a:lnTo>
                  <a:lnTo>
                    <a:pt x="0" y="235"/>
                  </a:lnTo>
                  <a:lnTo>
                    <a:pt x="0" y="237"/>
                  </a:lnTo>
                  <a:lnTo>
                    <a:pt x="1" y="240"/>
                  </a:lnTo>
                  <a:lnTo>
                    <a:pt x="2" y="243"/>
                  </a:lnTo>
                  <a:lnTo>
                    <a:pt x="40" y="309"/>
                  </a:lnTo>
                  <a:lnTo>
                    <a:pt x="42" y="311"/>
                  </a:lnTo>
                  <a:lnTo>
                    <a:pt x="44" y="313"/>
                  </a:lnTo>
                  <a:lnTo>
                    <a:pt x="46" y="314"/>
                  </a:lnTo>
                  <a:lnTo>
                    <a:pt x="48" y="315"/>
                  </a:lnTo>
                  <a:lnTo>
                    <a:pt x="55" y="316"/>
                  </a:lnTo>
                  <a:lnTo>
                    <a:pt x="60" y="314"/>
                  </a:lnTo>
                  <a:lnTo>
                    <a:pt x="90" y="297"/>
                  </a:lnTo>
                  <a:lnTo>
                    <a:pt x="99" y="304"/>
                  </a:lnTo>
                  <a:lnTo>
                    <a:pt x="109" y="310"/>
                  </a:lnTo>
                  <a:lnTo>
                    <a:pt x="120" y="316"/>
                  </a:lnTo>
                  <a:lnTo>
                    <a:pt x="131" y="321"/>
                  </a:lnTo>
                  <a:lnTo>
                    <a:pt x="131" y="354"/>
                  </a:lnTo>
                  <a:lnTo>
                    <a:pt x="132" y="356"/>
                  </a:lnTo>
                  <a:lnTo>
                    <a:pt x="132" y="359"/>
                  </a:lnTo>
                  <a:lnTo>
                    <a:pt x="134" y="361"/>
                  </a:lnTo>
                  <a:lnTo>
                    <a:pt x="135" y="363"/>
                  </a:lnTo>
                  <a:lnTo>
                    <a:pt x="137" y="366"/>
                  </a:lnTo>
                  <a:lnTo>
                    <a:pt x="140" y="368"/>
                  </a:lnTo>
                  <a:lnTo>
                    <a:pt x="143" y="368"/>
                  </a:lnTo>
                  <a:lnTo>
                    <a:pt x="146" y="369"/>
                  </a:lnTo>
                  <a:lnTo>
                    <a:pt x="222" y="369"/>
                  </a:lnTo>
                  <a:lnTo>
                    <a:pt x="225" y="368"/>
                  </a:lnTo>
                  <a:lnTo>
                    <a:pt x="227" y="368"/>
                  </a:lnTo>
                  <a:lnTo>
                    <a:pt x="229" y="366"/>
                  </a:lnTo>
                  <a:lnTo>
                    <a:pt x="232" y="363"/>
                  </a:lnTo>
                  <a:lnTo>
                    <a:pt x="233" y="361"/>
                  </a:lnTo>
                  <a:lnTo>
                    <a:pt x="236" y="359"/>
                  </a:lnTo>
                  <a:lnTo>
                    <a:pt x="236" y="356"/>
                  </a:lnTo>
                  <a:lnTo>
                    <a:pt x="237" y="354"/>
                  </a:lnTo>
                  <a:lnTo>
                    <a:pt x="237" y="321"/>
                  </a:lnTo>
                  <a:lnTo>
                    <a:pt x="246" y="316"/>
                  </a:lnTo>
                  <a:lnTo>
                    <a:pt x="256" y="311"/>
                  </a:lnTo>
                  <a:lnTo>
                    <a:pt x="266" y="305"/>
                  </a:lnTo>
                  <a:lnTo>
                    <a:pt x="274" y="298"/>
                  </a:lnTo>
                  <a:lnTo>
                    <a:pt x="302" y="313"/>
                  </a:lnTo>
                  <a:lnTo>
                    <a:pt x="305" y="315"/>
                  </a:lnTo>
                  <a:lnTo>
                    <a:pt x="307" y="315"/>
                  </a:lnTo>
                  <a:lnTo>
                    <a:pt x="310" y="316"/>
                  </a:lnTo>
                  <a:lnTo>
                    <a:pt x="314" y="316"/>
                  </a:lnTo>
                  <a:lnTo>
                    <a:pt x="319" y="313"/>
                  </a:lnTo>
                  <a:lnTo>
                    <a:pt x="322" y="309"/>
                  </a:lnTo>
                  <a:lnTo>
                    <a:pt x="360" y="243"/>
                  </a:lnTo>
                  <a:lnTo>
                    <a:pt x="362" y="240"/>
                  </a:lnTo>
                  <a:lnTo>
                    <a:pt x="362" y="237"/>
                  </a:lnTo>
                  <a:lnTo>
                    <a:pt x="362" y="234"/>
                  </a:lnTo>
                  <a:lnTo>
                    <a:pt x="362" y="232"/>
                  </a:lnTo>
                  <a:lnTo>
                    <a:pt x="361" y="229"/>
                  </a:lnTo>
                  <a:lnTo>
                    <a:pt x="359" y="227"/>
                  </a:lnTo>
                  <a:lnTo>
                    <a:pt x="357" y="224"/>
                  </a:lnTo>
                  <a:lnTo>
                    <a:pt x="354" y="2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5" name="Rectangle 4"/>
          <p:cNvSpPr/>
          <p:nvPr/>
        </p:nvSpPr>
        <p:spPr>
          <a:xfrm>
            <a:off x="8536366" y="814424"/>
            <a:ext cx="475492" cy="46845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066620" y="1758664"/>
            <a:ext cx="485011" cy="435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715198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 hidden="1">
            <a:extLst>
              <a:ext uri="{FF2B5EF4-FFF2-40B4-BE49-F238E27FC236}">
                <a16:creationId xmlns:a16="http://schemas.microsoft.com/office/drawing/2014/main" xmlns="" id="{2AC0C949-7A02-4C95-8017-D82E7E71C4F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5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D0986099-F5F2-4E8B-BE17-81194861A00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>
            <a:off x="8196649" y="522898"/>
            <a:ext cx="3995351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xmlns="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Big </a:t>
            </a:r>
            <a:r>
              <a:rPr 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Data as a platform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/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xmlns="" id="{83E690F4-843A-47A5-8620-4FB01C0D8E6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9059" y="855297"/>
            <a:ext cx="7420000" cy="5716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140928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rapezoid 43">
            <a:extLst>
              <a:ext uri="{FF2B5EF4-FFF2-40B4-BE49-F238E27FC236}">
                <a16:creationId xmlns:a16="http://schemas.microsoft.com/office/drawing/2014/main" xmlns="" id="{7E139379-1914-4446-8D6D-984A47041A5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 rot="5400000">
            <a:off x="3927930" y="2673357"/>
            <a:ext cx="4336142" cy="2044685"/>
          </a:xfrm>
          <a:prstGeom prst="trapezoid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itle 8" hidden="1">
            <a:extLst>
              <a:ext uri="{FF2B5EF4-FFF2-40B4-BE49-F238E27FC236}">
                <a16:creationId xmlns:a16="http://schemas.microsoft.com/office/drawing/2014/main" xmlns="" id="{9FDB6406-0CDB-4213-A1B6-DE47D953FED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3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D0986099-F5F2-4E8B-BE17-81194861A00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xmlns="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Why Big data?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/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xmlns="" id="{83E690F4-843A-47A5-8620-4FB01C0D8E6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rapezoid 1">
            <a:extLst>
              <a:ext uri="{FF2B5EF4-FFF2-40B4-BE49-F238E27FC236}">
                <a16:creationId xmlns:a16="http://schemas.microsoft.com/office/drawing/2014/main" xmlns="" id="{5B804E9F-B6B5-41F9-9B63-9AF435FDC2B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 rot="5400000">
            <a:off x="-405667" y="2673357"/>
            <a:ext cx="4336142" cy="2044685"/>
          </a:xfrm>
          <a:prstGeom prst="trapezoid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Trapezoid 42">
            <a:extLst>
              <a:ext uri="{FF2B5EF4-FFF2-40B4-BE49-F238E27FC236}">
                <a16:creationId xmlns:a16="http://schemas.microsoft.com/office/drawing/2014/main" xmlns="" id="{0092C447-C8E1-4B12-B012-E6D21CBB1FB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 rot="5400000">
            <a:off x="1761132" y="2673357"/>
            <a:ext cx="4336142" cy="2044685"/>
          </a:xfrm>
          <a:prstGeom prst="trapezoid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Trapezoid 44">
            <a:extLst>
              <a:ext uri="{FF2B5EF4-FFF2-40B4-BE49-F238E27FC236}">
                <a16:creationId xmlns:a16="http://schemas.microsoft.com/office/drawing/2014/main" xmlns="" id="{F79B51BB-1B30-4ED8-B26D-21EE8BC675B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 rot="5400000">
            <a:off x="6094728" y="2631261"/>
            <a:ext cx="4336142" cy="2044685"/>
          </a:xfrm>
          <a:prstGeom prst="trapezoid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Trapezoid 45">
            <a:extLst>
              <a:ext uri="{FF2B5EF4-FFF2-40B4-BE49-F238E27FC236}">
                <a16:creationId xmlns:a16="http://schemas.microsoft.com/office/drawing/2014/main" xmlns="" id="{89DA262E-0502-4E65-8ABA-E063880EAC4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 rot="5400000">
            <a:off x="8263685" y="2673357"/>
            <a:ext cx="4336142" cy="2044685"/>
          </a:xfrm>
          <a:prstGeom prst="trapezoid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3F19BFA5-D0CA-4CF0-8499-504D956B6563}"/>
              </a:ext>
            </a:extLst>
          </p:cNvPr>
          <p:cNvSpPr/>
          <p:nvPr/>
        </p:nvSpPr>
        <p:spPr>
          <a:xfrm>
            <a:off x="1075526" y="3778222"/>
            <a:ext cx="1371600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</a:rPr>
              <a:t>MARKETINGS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xmlns="" id="{1751D31D-3535-411D-8BAC-95CCC90AB185}"/>
              </a:ext>
            </a:extLst>
          </p:cNvPr>
          <p:cNvSpPr/>
          <p:nvPr/>
        </p:nvSpPr>
        <p:spPr>
          <a:xfrm>
            <a:off x="3212483" y="3791401"/>
            <a:ext cx="13716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</a:rPr>
              <a:t>TECHNICAL ENGINEERING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xmlns="" id="{FA4D735A-8F75-4E2A-8F1A-CC303B0718BA}"/>
              </a:ext>
            </a:extLst>
          </p:cNvPr>
          <p:cNvSpPr/>
          <p:nvPr/>
        </p:nvSpPr>
        <p:spPr>
          <a:xfrm>
            <a:off x="5420664" y="3791401"/>
            <a:ext cx="1371600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</a:rPr>
              <a:t>FINANCE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xmlns="" id="{54AB9282-0505-49EB-AABF-998083225E3A}"/>
              </a:ext>
            </a:extLst>
          </p:cNvPr>
          <p:cNvSpPr/>
          <p:nvPr/>
        </p:nvSpPr>
        <p:spPr>
          <a:xfrm>
            <a:off x="7578078" y="3791401"/>
            <a:ext cx="1371600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</a:rPr>
              <a:t>ECONOMICS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xmlns="" id="{D668C4B5-BCEC-465A-ADA5-6A054B15F7A3}"/>
              </a:ext>
            </a:extLst>
          </p:cNvPr>
          <p:cNvSpPr/>
          <p:nvPr/>
        </p:nvSpPr>
        <p:spPr>
          <a:xfrm>
            <a:off x="9760330" y="3794571"/>
            <a:ext cx="13716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</a:rPr>
              <a:t>SOCIAL </a:t>
            </a:r>
          </a:p>
          <a:p>
            <a:pPr algn="ctr"/>
            <a:r>
              <a:rPr lang="en-US" sz="1600" b="1" dirty="0" smtClean="0">
                <a:solidFill>
                  <a:schemeClr val="bg1"/>
                </a:solidFill>
              </a:rPr>
              <a:t>LIFE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56" name="Freeform 4197" descr="Icon of shopping cart.">
            <a:extLst>
              <a:ext uri="{FF2B5EF4-FFF2-40B4-BE49-F238E27FC236}">
                <a16:creationId xmlns:a16="http://schemas.microsoft.com/office/drawing/2014/main" xmlns="" id="{DEC447B3-FDD1-438D-A671-84CC56DF3DFC}"/>
              </a:ext>
            </a:extLst>
          </p:cNvPr>
          <p:cNvSpPr>
            <a:spLocks noEditPoints="1"/>
          </p:cNvSpPr>
          <p:nvPr/>
        </p:nvSpPr>
        <p:spPr bwMode="auto">
          <a:xfrm>
            <a:off x="1571159" y="3204683"/>
            <a:ext cx="380334" cy="348640"/>
          </a:xfrm>
          <a:custGeom>
            <a:avLst/>
            <a:gdLst>
              <a:gd name="T0" fmla="*/ 540 w 901"/>
              <a:gd name="T1" fmla="*/ 161 h 826"/>
              <a:gd name="T2" fmla="*/ 360 w 901"/>
              <a:gd name="T3" fmla="*/ 255 h 826"/>
              <a:gd name="T4" fmla="*/ 360 w 901"/>
              <a:gd name="T5" fmla="*/ 255 h 826"/>
              <a:gd name="T6" fmla="*/ 201 w 901"/>
              <a:gd name="T7" fmla="*/ 255 h 826"/>
              <a:gd name="T8" fmla="*/ 749 w 901"/>
              <a:gd name="T9" fmla="*/ 46 h 826"/>
              <a:gd name="T10" fmla="*/ 692 w 901"/>
              <a:gd name="T11" fmla="*/ 248 h 826"/>
              <a:gd name="T12" fmla="*/ 568 w 901"/>
              <a:gd name="T13" fmla="*/ 103 h 826"/>
              <a:gd name="T14" fmla="*/ 556 w 901"/>
              <a:gd name="T15" fmla="*/ 104 h 826"/>
              <a:gd name="T16" fmla="*/ 341 w 901"/>
              <a:gd name="T17" fmla="*/ 135 h 826"/>
              <a:gd name="T18" fmla="*/ 333 w 901"/>
              <a:gd name="T19" fmla="*/ 141 h 826"/>
              <a:gd name="T20" fmla="*/ 330 w 901"/>
              <a:gd name="T21" fmla="*/ 255 h 826"/>
              <a:gd name="T22" fmla="*/ 120 w 901"/>
              <a:gd name="T23" fmla="*/ 4 h 826"/>
              <a:gd name="T24" fmla="*/ 109 w 901"/>
              <a:gd name="T25" fmla="*/ 0 h 826"/>
              <a:gd name="T26" fmla="*/ 5 w 901"/>
              <a:gd name="T27" fmla="*/ 48 h 826"/>
              <a:gd name="T28" fmla="*/ 0 w 901"/>
              <a:gd name="T29" fmla="*/ 58 h 826"/>
              <a:gd name="T30" fmla="*/ 82 w 901"/>
              <a:gd name="T31" fmla="*/ 255 h 826"/>
              <a:gd name="T32" fmla="*/ 5 w 901"/>
              <a:gd name="T33" fmla="*/ 259 h 826"/>
              <a:gd name="T34" fmla="*/ 0 w 901"/>
              <a:gd name="T35" fmla="*/ 271 h 826"/>
              <a:gd name="T36" fmla="*/ 120 w 901"/>
              <a:gd name="T37" fmla="*/ 643 h 826"/>
              <a:gd name="T38" fmla="*/ 589 w 901"/>
              <a:gd name="T39" fmla="*/ 676 h 826"/>
              <a:gd name="T40" fmla="*/ 157 w 901"/>
              <a:gd name="T41" fmla="*/ 679 h 826"/>
              <a:gd name="T42" fmla="*/ 131 w 901"/>
              <a:gd name="T43" fmla="*/ 693 h 826"/>
              <a:gd name="T44" fmla="*/ 113 w 901"/>
              <a:gd name="T45" fmla="*/ 716 h 826"/>
              <a:gd name="T46" fmla="*/ 105 w 901"/>
              <a:gd name="T47" fmla="*/ 744 h 826"/>
              <a:gd name="T48" fmla="*/ 108 w 901"/>
              <a:gd name="T49" fmla="*/ 774 h 826"/>
              <a:gd name="T50" fmla="*/ 122 w 901"/>
              <a:gd name="T51" fmla="*/ 798 h 826"/>
              <a:gd name="T52" fmla="*/ 144 w 901"/>
              <a:gd name="T53" fmla="*/ 818 h 826"/>
              <a:gd name="T54" fmla="*/ 172 w 901"/>
              <a:gd name="T55" fmla="*/ 826 h 826"/>
              <a:gd name="T56" fmla="*/ 202 w 901"/>
              <a:gd name="T57" fmla="*/ 823 h 826"/>
              <a:gd name="T58" fmla="*/ 228 w 901"/>
              <a:gd name="T59" fmla="*/ 809 h 826"/>
              <a:gd name="T60" fmla="*/ 246 w 901"/>
              <a:gd name="T61" fmla="*/ 787 h 826"/>
              <a:gd name="T62" fmla="*/ 255 w 901"/>
              <a:gd name="T63" fmla="*/ 759 h 826"/>
              <a:gd name="T64" fmla="*/ 246 w 901"/>
              <a:gd name="T65" fmla="*/ 716 h 826"/>
              <a:gd name="T66" fmla="*/ 514 w 901"/>
              <a:gd name="T67" fmla="*/ 727 h 826"/>
              <a:gd name="T68" fmla="*/ 512 w 901"/>
              <a:gd name="T69" fmla="*/ 766 h 826"/>
              <a:gd name="T70" fmla="*/ 523 w 901"/>
              <a:gd name="T71" fmla="*/ 793 h 826"/>
              <a:gd name="T72" fmla="*/ 543 w 901"/>
              <a:gd name="T73" fmla="*/ 813 h 826"/>
              <a:gd name="T74" fmla="*/ 570 w 901"/>
              <a:gd name="T75" fmla="*/ 825 h 826"/>
              <a:gd name="T76" fmla="*/ 601 w 901"/>
              <a:gd name="T77" fmla="*/ 825 h 826"/>
              <a:gd name="T78" fmla="*/ 628 w 901"/>
              <a:gd name="T79" fmla="*/ 813 h 826"/>
              <a:gd name="T80" fmla="*/ 648 w 901"/>
              <a:gd name="T81" fmla="*/ 793 h 826"/>
              <a:gd name="T82" fmla="*/ 659 w 901"/>
              <a:gd name="T83" fmla="*/ 766 h 826"/>
              <a:gd name="T84" fmla="*/ 658 w 901"/>
              <a:gd name="T85" fmla="*/ 730 h 826"/>
              <a:gd name="T86" fmla="*/ 635 w 901"/>
              <a:gd name="T87" fmla="*/ 695 h 826"/>
              <a:gd name="T88" fmla="*/ 630 w 901"/>
              <a:gd name="T89" fmla="*/ 635 h 826"/>
              <a:gd name="T90" fmla="*/ 886 w 901"/>
              <a:gd name="T91" fmla="*/ 75 h 826"/>
              <a:gd name="T92" fmla="*/ 897 w 901"/>
              <a:gd name="T93" fmla="*/ 70 h 826"/>
              <a:gd name="T94" fmla="*/ 901 w 901"/>
              <a:gd name="T95" fmla="*/ 60 h 826"/>
              <a:gd name="T96" fmla="*/ 897 w 901"/>
              <a:gd name="T97" fmla="*/ 49 h 826"/>
              <a:gd name="T98" fmla="*/ 886 w 901"/>
              <a:gd name="T99" fmla="*/ 45 h 8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901" h="826">
                <a:moveTo>
                  <a:pt x="442" y="255"/>
                </a:moveTo>
                <a:lnTo>
                  <a:pt x="540" y="161"/>
                </a:lnTo>
                <a:lnTo>
                  <a:pt x="540" y="161"/>
                </a:lnTo>
                <a:lnTo>
                  <a:pt x="540" y="161"/>
                </a:lnTo>
                <a:lnTo>
                  <a:pt x="562" y="139"/>
                </a:lnTo>
                <a:lnTo>
                  <a:pt x="659" y="255"/>
                </a:lnTo>
                <a:lnTo>
                  <a:pt x="442" y="255"/>
                </a:lnTo>
                <a:close/>
                <a:moveTo>
                  <a:pt x="360" y="255"/>
                </a:moveTo>
                <a:lnTo>
                  <a:pt x="360" y="165"/>
                </a:lnTo>
                <a:lnTo>
                  <a:pt x="493" y="165"/>
                </a:lnTo>
                <a:lnTo>
                  <a:pt x="399" y="255"/>
                </a:lnTo>
                <a:lnTo>
                  <a:pt x="360" y="255"/>
                </a:lnTo>
                <a:close/>
                <a:moveTo>
                  <a:pt x="114" y="255"/>
                </a:moveTo>
                <a:lnTo>
                  <a:pt x="34" y="67"/>
                </a:lnTo>
                <a:lnTo>
                  <a:pt x="101" y="35"/>
                </a:lnTo>
                <a:lnTo>
                  <a:pt x="201" y="255"/>
                </a:lnTo>
                <a:lnTo>
                  <a:pt x="114" y="255"/>
                </a:lnTo>
                <a:close/>
                <a:moveTo>
                  <a:pt x="886" y="45"/>
                </a:moveTo>
                <a:lnTo>
                  <a:pt x="753" y="45"/>
                </a:lnTo>
                <a:lnTo>
                  <a:pt x="749" y="46"/>
                </a:lnTo>
                <a:lnTo>
                  <a:pt x="745" y="48"/>
                </a:lnTo>
                <a:lnTo>
                  <a:pt x="740" y="51"/>
                </a:lnTo>
                <a:lnTo>
                  <a:pt x="739" y="57"/>
                </a:lnTo>
                <a:lnTo>
                  <a:pt x="692" y="248"/>
                </a:lnTo>
                <a:lnTo>
                  <a:pt x="575" y="107"/>
                </a:lnTo>
                <a:lnTo>
                  <a:pt x="573" y="105"/>
                </a:lnTo>
                <a:lnTo>
                  <a:pt x="571" y="104"/>
                </a:lnTo>
                <a:lnTo>
                  <a:pt x="568" y="103"/>
                </a:lnTo>
                <a:lnTo>
                  <a:pt x="564" y="102"/>
                </a:lnTo>
                <a:lnTo>
                  <a:pt x="561" y="102"/>
                </a:lnTo>
                <a:lnTo>
                  <a:pt x="559" y="103"/>
                </a:lnTo>
                <a:lnTo>
                  <a:pt x="556" y="104"/>
                </a:lnTo>
                <a:lnTo>
                  <a:pt x="554" y="106"/>
                </a:lnTo>
                <a:lnTo>
                  <a:pt x="524" y="135"/>
                </a:lnTo>
                <a:lnTo>
                  <a:pt x="345" y="135"/>
                </a:lnTo>
                <a:lnTo>
                  <a:pt x="341" y="135"/>
                </a:lnTo>
                <a:lnTo>
                  <a:pt x="339" y="136"/>
                </a:lnTo>
                <a:lnTo>
                  <a:pt x="336" y="138"/>
                </a:lnTo>
                <a:lnTo>
                  <a:pt x="334" y="139"/>
                </a:lnTo>
                <a:lnTo>
                  <a:pt x="333" y="141"/>
                </a:lnTo>
                <a:lnTo>
                  <a:pt x="331" y="144"/>
                </a:lnTo>
                <a:lnTo>
                  <a:pt x="331" y="147"/>
                </a:lnTo>
                <a:lnTo>
                  <a:pt x="330" y="150"/>
                </a:lnTo>
                <a:lnTo>
                  <a:pt x="330" y="255"/>
                </a:lnTo>
                <a:lnTo>
                  <a:pt x="234" y="255"/>
                </a:lnTo>
                <a:lnTo>
                  <a:pt x="123" y="8"/>
                </a:lnTo>
                <a:lnTo>
                  <a:pt x="122" y="6"/>
                </a:lnTo>
                <a:lnTo>
                  <a:pt x="120" y="4"/>
                </a:lnTo>
                <a:lnTo>
                  <a:pt x="117" y="2"/>
                </a:lnTo>
                <a:lnTo>
                  <a:pt x="114" y="1"/>
                </a:lnTo>
                <a:lnTo>
                  <a:pt x="111" y="0"/>
                </a:lnTo>
                <a:lnTo>
                  <a:pt x="109" y="0"/>
                </a:lnTo>
                <a:lnTo>
                  <a:pt x="106" y="0"/>
                </a:lnTo>
                <a:lnTo>
                  <a:pt x="102" y="1"/>
                </a:lnTo>
                <a:lnTo>
                  <a:pt x="8" y="46"/>
                </a:lnTo>
                <a:lnTo>
                  <a:pt x="5" y="48"/>
                </a:lnTo>
                <a:lnTo>
                  <a:pt x="3" y="50"/>
                </a:lnTo>
                <a:lnTo>
                  <a:pt x="2" y="52"/>
                </a:lnTo>
                <a:lnTo>
                  <a:pt x="1" y="54"/>
                </a:lnTo>
                <a:lnTo>
                  <a:pt x="0" y="58"/>
                </a:lnTo>
                <a:lnTo>
                  <a:pt x="0" y="60"/>
                </a:lnTo>
                <a:lnTo>
                  <a:pt x="0" y="63"/>
                </a:lnTo>
                <a:lnTo>
                  <a:pt x="1" y="66"/>
                </a:lnTo>
                <a:lnTo>
                  <a:pt x="82" y="255"/>
                </a:lnTo>
                <a:lnTo>
                  <a:pt x="15" y="255"/>
                </a:lnTo>
                <a:lnTo>
                  <a:pt x="11" y="256"/>
                </a:lnTo>
                <a:lnTo>
                  <a:pt x="7" y="257"/>
                </a:lnTo>
                <a:lnTo>
                  <a:pt x="5" y="259"/>
                </a:lnTo>
                <a:lnTo>
                  <a:pt x="2" y="261"/>
                </a:lnTo>
                <a:lnTo>
                  <a:pt x="1" y="265"/>
                </a:lnTo>
                <a:lnTo>
                  <a:pt x="0" y="268"/>
                </a:lnTo>
                <a:lnTo>
                  <a:pt x="0" y="271"/>
                </a:lnTo>
                <a:lnTo>
                  <a:pt x="1" y="275"/>
                </a:lnTo>
                <a:lnTo>
                  <a:pt x="114" y="635"/>
                </a:lnTo>
                <a:lnTo>
                  <a:pt x="116" y="640"/>
                </a:lnTo>
                <a:lnTo>
                  <a:pt x="120" y="643"/>
                </a:lnTo>
                <a:lnTo>
                  <a:pt x="123" y="645"/>
                </a:lnTo>
                <a:lnTo>
                  <a:pt x="128" y="646"/>
                </a:lnTo>
                <a:lnTo>
                  <a:pt x="596" y="646"/>
                </a:lnTo>
                <a:lnTo>
                  <a:pt x="589" y="676"/>
                </a:lnTo>
                <a:lnTo>
                  <a:pt x="180" y="676"/>
                </a:lnTo>
                <a:lnTo>
                  <a:pt x="172" y="676"/>
                </a:lnTo>
                <a:lnTo>
                  <a:pt x="165" y="677"/>
                </a:lnTo>
                <a:lnTo>
                  <a:pt x="157" y="679"/>
                </a:lnTo>
                <a:lnTo>
                  <a:pt x="151" y="682"/>
                </a:lnTo>
                <a:lnTo>
                  <a:pt x="144" y="685"/>
                </a:lnTo>
                <a:lnTo>
                  <a:pt x="138" y="689"/>
                </a:lnTo>
                <a:lnTo>
                  <a:pt x="131" y="693"/>
                </a:lnTo>
                <a:lnTo>
                  <a:pt x="127" y="698"/>
                </a:lnTo>
                <a:lnTo>
                  <a:pt x="122" y="703"/>
                </a:lnTo>
                <a:lnTo>
                  <a:pt x="117" y="709"/>
                </a:lnTo>
                <a:lnTo>
                  <a:pt x="113" y="716"/>
                </a:lnTo>
                <a:lnTo>
                  <a:pt x="110" y="722"/>
                </a:lnTo>
                <a:lnTo>
                  <a:pt x="108" y="729"/>
                </a:lnTo>
                <a:lnTo>
                  <a:pt x="106" y="736"/>
                </a:lnTo>
                <a:lnTo>
                  <a:pt x="105" y="744"/>
                </a:lnTo>
                <a:lnTo>
                  <a:pt x="105" y="751"/>
                </a:lnTo>
                <a:lnTo>
                  <a:pt x="105" y="759"/>
                </a:lnTo>
                <a:lnTo>
                  <a:pt x="106" y="766"/>
                </a:lnTo>
                <a:lnTo>
                  <a:pt x="108" y="774"/>
                </a:lnTo>
                <a:lnTo>
                  <a:pt x="110" y="780"/>
                </a:lnTo>
                <a:lnTo>
                  <a:pt x="113" y="787"/>
                </a:lnTo>
                <a:lnTo>
                  <a:pt x="117" y="793"/>
                </a:lnTo>
                <a:lnTo>
                  <a:pt x="122" y="798"/>
                </a:lnTo>
                <a:lnTo>
                  <a:pt x="127" y="804"/>
                </a:lnTo>
                <a:lnTo>
                  <a:pt x="131" y="809"/>
                </a:lnTo>
                <a:lnTo>
                  <a:pt x="138" y="813"/>
                </a:lnTo>
                <a:lnTo>
                  <a:pt x="144" y="818"/>
                </a:lnTo>
                <a:lnTo>
                  <a:pt x="151" y="821"/>
                </a:lnTo>
                <a:lnTo>
                  <a:pt x="157" y="823"/>
                </a:lnTo>
                <a:lnTo>
                  <a:pt x="165" y="825"/>
                </a:lnTo>
                <a:lnTo>
                  <a:pt x="172" y="826"/>
                </a:lnTo>
                <a:lnTo>
                  <a:pt x="180" y="826"/>
                </a:lnTo>
                <a:lnTo>
                  <a:pt x="187" y="826"/>
                </a:lnTo>
                <a:lnTo>
                  <a:pt x="195" y="825"/>
                </a:lnTo>
                <a:lnTo>
                  <a:pt x="202" y="823"/>
                </a:lnTo>
                <a:lnTo>
                  <a:pt x="209" y="821"/>
                </a:lnTo>
                <a:lnTo>
                  <a:pt x="215" y="818"/>
                </a:lnTo>
                <a:lnTo>
                  <a:pt x="221" y="813"/>
                </a:lnTo>
                <a:lnTo>
                  <a:pt x="228" y="809"/>
                </a:lnTo>
                <a:lnTo>
                  <a:pt x="233" y="804"/>
                </a:lnTo>
                <a:lnTo>
                  <a:pt x="238" y="798"/>
                </a:lnTo>
                <a:lnTo>
                  <a:pt x="242" y="793"/>
                </a:lnTo>
                <a:lnTo>
                  <a:pt x="246" y="787"/>
                </a:lnTo>
                <a:lnTo>
                  <a:pt x="249" y="780"/>
                </a:lnTo>
                <a:lnTo>
                  <a:pt x="251" y="774"/>
                </a:lnTo>
                <a:lnTo>
                  <a:pt x="254" y="766"/>
                </a:lnTo>
                <a:lnTo>
                  <a:pt x="255" y="759"/>
                </a:lnTo>
                <a:lnTo>
                  <a:pt x="255" y="751"/>
                </a:lnTo>
                <a:lnTo>
                  <a:pt x="254" y="738"/>
                </a:lnTo>
                <a:lnTo>
                  <a:pt x="250" y="727"/>
                </a:lnTo>
                <a:lnTo>
                  <a:pt x="246" y="716"/>
                </a:lnTo>
                <a:lnTo>
                  <a:pt x="240" y="706"/>
                </a:lnTo>
                <a:lnTo>
                  <a:pt x="526" y="706"/>
                </a:lnTo>
                <a:lnTo>
                  <a:pt x="519" y="716"/>
                </a:lnTo>
                <a:lnTo>
                  <a:pt x="514" y="727"/>
                </a:lnTo>
                <a:lnTo>
                  <a:pt x="511" y="738"/>
                </a:lnTo>
                <a:lnTo>
                  <a:pt x="510" y="751"/>
                </a:lnTo>
                <a:lnTo>
                  <a:pt x="511" y="759"/>
                </a:lnTo>
                <a:lnTo>
                  <a:pt x="512" y="766"/>
                </a:lnTo>
                <a:lnTo>
                  <a:pt x="514" y="774"/>
                </a:lnTo>
                <a:lnTo>
                  <a:pt x="516" y="780"/>
                </a:lnTo>
                <a:lnTo>
                  <a:pt x="519" y="787"/>
                </a:lnTo>
                <a:lnTo>
                  <a:pt x="523" y="793"/>
                </a:lnTo>
                <a:lnTo>
                  <a:pt x="528" y="798"/>
                </a:lnTo>
                <a:lnTo>
                  <a:pt x="532" y="804"/>
                </a:lnTo>
                <a:lnTo>
                  <a:pt x="538" y="809"/>
                </a:lnTo>
                <a:lnTo>
                  <a:pt x="543" y="813"/>
                </a:lnTo>
                <a:lnTo>
                  <a:pt x="549" y="818"/>
                </a:lnTo>
                <a:lnTo>
                  <a:pt x="556" y="821"/>
                </a:lnTo>
                <a:lnTo>
                  <a:pt x="563" y="823"/>
                </a:lnTo>
                <a:lnTo>
                  <a:pt x="570" y="825"/>
                </a:lnTo>
                <a:lnTo>
                  <a:pt x="577" y="826"/>
                </a:lnTo>
                <a:lnTo>
                  <a:pt x="586" y="826"/>
                </a:lnTo>
                <a:lnTo>
                  <a:pt x="593" y="826"/>
                </a:lnTo>
                <a:lnTo>
                  <a:pt x="601" y="825"/>
                </a:lnTo>
                <a:lnTo>
                  <a:pt x="607" y="823"/>
                </a:lnTo>
                <a:lnTo>
                  <a:pt x="615" y="821"/>
                </a:lnTo>
                <a:lnTo>
                  <a:pt x="621" y="818"/>
                </a:lnTo>
                <a:lnTo>
                  <a:pt x="628" y="813"/>
                </a:lnTo>
                <a:lnTo>
                  <a:pt x="633" y="809"/>
                </a:lnTo>
                <a:lnTo>
                  <a:pt x="638" y="804"/>
                </a:lnTo>
                <a:lnTo>
                  <a:pt x="644" y="798"/>
                </a:lnTo>
                <a:lnTo>
                  <a:pt x="648" y="793"/>
                </a:lnTo>
                <a:lnTo>
                  <a:pt x="651" y="787"/>
                </a:lnTo>
                <a:lnTo>
                  <a:pt x="654" y="780"/>
                </a:lnTo>
                <a:lnTo>
                  <a:pt x="658" y="774"/>
                </a:lnTo>
                <a:lnTo>
                  <a:pt x="659" y="766"/>
                </a:lnTo>
                <a:lnTo>
                  <a:pt x="660" y="759"/>
                </a:lnTo>
                <a:lnTo>
                  <a:pt x="661" y="751"/>
                </a:lnTo>
                <a:lnTo>
                  <a:pt x="660" y="740"/>
                </a:lnTo>
                <a:lnTo>
                  <a:pt x="658" y="730"/>
                </a:lnTo>
                <a:lnTo>
                  <a:pt x="653" y="720"/>
                </a:lnTo>
                <a:lnTo>
                  <a:pt x="649" y="710"/>
                </a:lnTo>
                <a:lnTo>
                  <a:pt x="643" y="702"/>
                </a:lnTo>
                <a:lnTo>
                  <a:pt x="635" y="695"/>
                </a:lnTo>
                <a:lnTo>
                  <a:pt x="627" y="689"/>
                </a:lnTo>
                <a:lnTo>
                  <a:pt x="618" y="684"/>
                </a:lnTo>
                <a:lnTo>
                  <a:pt x="629" y="637"/>
                </a:lnTo>
                <a:lnTo>
                  <a:pt x="630" y="635"/>
                </a:lnTo>
                <a:lnTo>
                  <a:pt x="630" y="634"/>
                </a:lnTo>
                <a:lnTo>
                  <a:pt x="717" y="274"/>
                </a:lnTo>
                <a:lnTo>
                  <a:pt x="765" y="75"/>
                </a:lnTo>
                <a:lnTo>
                  <a:pt x="886" y="75"/>
                </a:lnTo>
                <a:lnTo>
                  <a:pt x="889" y="75"/>
                </a:lnTo>
                <a:lnTo>
                  <a:pt x="891" y="74"/>
                </a:lnTo>
                <a:lnTo>
                  <a:pt x="895" y="73"/>
                </a:lnTo>
                <a:lnTo>
                  <a:pt x="897" y="70"/>
                </a:lnTo>
                <a:lnTo>
                  <a:pt x="899" y="68"/>
                </a:lnTo>
                <a:lnTo>
                  <a:pt x="900" y="66"/>
                </a:lnTo>
                <a:lnTo>
                  <a:pt x="901" y="63"/>
                </a:lnTo>
                <a:lnTo>
                  <a:pt x="901" y="60"/>
                </a:lnTo>
                <a:lnTo>
                  <a:pt x="901" y="57"/>
                </a:lnTo>
                <a:lnTo>
                  <a:pt x="900" y="54"/>
                </a:lnTo>
                <a:lnTo>
                  <a:pt x="899" y="51"/>
                </a:lnTo>
                <a:lnTo>
                  <a:pt x="897" y="49"/>
                </a:lnTo>
                <a:lnTo>
                  <a:pt x="895" y="47"/>
                </a:lnTo>
                <a:lnTo>
                  <a:pt x="891" y="46"/>
                </a:lnTo>
                <a:lnTo>
                  <a:pt x="889" y="45"/>
                </a:lnTo>
                <a:lnTo>
                  <a:pt x="886" y="4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7" name="Freeform 4344" descr="Icon of wrench. ">
            <a:extLst>
              <a:ext uri="{FF2B5EF4-FFF2-40B4-BE49-F238E27FC236}">
                <a16:creationId xmlns:a16="http://schemas.microsoft.com/office/drawing/2014/main" xmlns="" id="{C131659B-1A41-4821-9349-1E69BBBB560E}"/>
              </a:ext>
            </a:extLst>
          </p:cNvPr>
          <p:cNvSpPr>
            <a:spLocks/>
          </p:cNvSpPr>
          <p:nvPr/>
        </p:nvSpPr>
        <p:spPr bwMode="auto">
          <a:xfrm>
            <a:off x="3711285" y="3205184"/>
            <a:ext cx="373996" cy="373996"/>
          </a:xfrm>
          <a:custGeom>
            <a:avLst/>
            <a:gdLst>
              <a:gd name="T0" fmla="*/ 853 w 886"/>
              <a:gd name="T1" fmla="*/ 137 h 886"/>
              <a:gd name="T2" fmla="*/ 842 w 886"/>
              <a:gd name="T3" fmla="*/ 134 h 886"/>
              <a:gd name="T4" fmla="*/ 833 w 886"/>
              <a:gd name="T5" fmla="*/ 138 h 886"/>
              <a:gd name="T6" fmla="*/ 646 w 886"/>
              <a:gd name="T7" fmla="*/ 172 h 886"/>
              <a:gd name="T8" fmla="*/ 754 w 886"/>
              <a:gd name="T9" fmla="*/ 46 h 886"/>
              <a:gd name="T10" fmla="*/ 754 w 886"/>
              <a:gd name="T11" fmla="*/ 37 h 886"/>
              <a:gd name="T12" fmla="*/ 747 w 886"/>
              <a:gd name="T13" fmla="*/ 29 h 886"/>
              <a:gd name="T14" fmla="*/ 704 w 886"/>
              <a:gd name="T15" fmla="*/ 12 h 886"/>
              <a:gd name="T16" fmla="*/ 659 w 886"/>
              <a:gd name="T17" fmla="*/ 2 h 886"/>
              <a:gd name="T18" fmla="*/ 615 w 886"/>
              <a:gd name="T19" fmla="*/ 0 h 886"/>
              <a:gd name="T20" fmla="*/ 577 w 886"/>
              <a:gd name="T21" fmla="*/ 6 h 886"/>
              <a:gd name="T22" fmla="*/ 539 w 886"/>
              <a:gd name="T23" fmla="*/ 15 h 886"/>
              <a:gd name="T24" fmla="*/ 505 w 886"/>
              <a:gd name="T25" fmla="*/ 31 h 886"/>
              <a:gd name="T26" fmla="*/ 473 w 886"/>
              <a:gd name="T27" fmla="*/ 52 h 886"/>
              <a:gd name="T28" fmla="*/ 443 w 886"/>
              <a:gd name="T29" fmla="*/ 76 h 886"/>
              <a:gd name="T30" fmla="*/ 405 w 886"/>
              <a:gd name="T31" fmla="*/ 124 h 886"/>
              <a:gd name="T32" fmla="*/ 380 w 886"/>
              <a:gd name="T33" fmla="*/ 178 h 886"/>
              <a:gd name="T34" fmla="*/ 368 w 886"/>
              <a:gd name="T35" fmla="*/ 235 h 886"/>
              <a:gd name="T36" fmla="*/ 368 w 886"/>
              <a:gd name="T37" fmla="*/ 293 h 886"/>
              <a:gd name="T38" fmla="*/ 382 w 886"/>
              <a:gd name="T39" fmla="*/ 351 h 886"/>
              <a:gd name="T40" fmla="*/ 21 w 886"/>
              <a:gd name="T41" fmla="*/ 738 h 886"/>
              <a:gd name="T42" fmla="*/ 7 w 886"/>
              <a:gd name="T43" fmla="*/ 762 h 886"/>
              <a:gd name="T44" fmla="*/ 1 w 886"/>
              <a:gd name="T45" fmla="*/ 787 h 886"/>
              <a:gd name="T46" fmla="*/ 2 w 886"/>
              <a:gd name="T47" fmla="*/ 813 h 886"/>
              <a:gd name="T48" fmla="*/ 11 w 886"/>
              <a:gd name="T49" fmla="*/ 838 h 886"/>
              <a:gd name="T50" fmla="*/ 27 w 886"/>
              <a:gd name="T51" fmla="*/ 860 h 886"/>
              <a:gd name="T52" fmla="*/ 48 w 886"/>
              <a:gd name="T53" fmla="*/ 875 h 886"/>
              <a:gd name="T54" fmla="*/ 73 w 886"/>
              <a:gd name="T55" fmla="*/ 884 h 886"/>
              <a:gd name="T56" fmla="*/ 99 w 886"/>
              <a:gd name="T57" fmla="*/ 885 h 886"/>
              <a:gd name="T58" fmla="*/ 125 w 886"/>
              <a:gd name="T59" fmla="*/ 879 h 886"/>
              <a:gd name="T60" fmla="*/ 148 w 886"/>
              <a:gd name="T61" fmla="*/ 866 h 886"/>
              <a:gd name="T62" fmla="*/ 530 w 886"/>
              <a:gd name="T63" fmla="*/ 502 h 886"/>
              <a:gd name="T64" fmla="*/ 570 w 886"/>
              <a:gd name="T65" fmla="*/ 515 h 886"/>
              <a:gd name="T66" fmla="*/ 612 w 886"/>
              <a:gd name="T67" fmla="*/ 520 h 886"/>
              <a:gd name="T68" fmla="*/ 626 w 886"/>
              <a:gd name="T69" fmla="*/ 520 h 886"/>
              <a:gd name="T70" fmla="*/ 664 w 886"/>
              <a:gd name="T71" fmla="*/ 518 h 886"/>
              <a:gd name="T72" fmla="*/ 702 w 886"/>
              <a:gd name="T73" fmla="*/ 509 h 886"/>
              <a:gd name="T74" fmla="*/ 737 w 886"/>
              <a:gd name="T75" fmla="*/ 496 h 886"/>
              <a:gd name="T76" fmla="*/ 769 w 886"/>
              <a:gd name="T77" fmla="*/ 477 h 886"/>
              <a:gd name="T78" fmla="*/ 800 w 886"/>
              <a:gd name="T79" fmla="*/ 454 h 886"/>
              <a:gd name="T80" fmla="*/ 837 w 886"/>
              <a:gd name="T81" fmla="*/ 413 h 886"/>
              <a:gd name="T82" fmla="*/ 867 w 886"/>
              <a:gd name="T83" fmla="*/ 360 h 886"/>
              <a:gd name="T84" fmla="*/ 883 w 886"/>
              <a:gd name="T85" fmla="*/ 301 h 886"/>
              <a:gd name="T86" fmla="*/ 885 w 886"/>
              <a:gd name="T87" fmla="*/ 241 h 886"/>
              <a:gd name="T88" fmla="*/ 873 w 886"/>
              <a:gd name="T89" fmla="*/ 181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886" h="886">
                <a:moveTo>
                  <a:pt x="857" y="143"/>
                </a:moveTo>
                <a:lnTo>
                  <a:pt x="855" y="139"/>
                </a:lnTo>
                <a:lnTo>
                  <a:pt x="853" y="137"/>
                </a:lnTo>
                <a:lnTo>
                  <a:pt x="849" y="135"/>
                </a:lnTo>
                <a:lnTo>
                  <a:pt x="846" y="133"/>
                </a:lnTo>
                <a:lnTo>
                  <a:pt x="842" y="134"/>
                </a:lnTo>
                <a:lnTo>
                  <a:pt x="839" y="135"/>
                </a:lnTo>
                <a:lnTo>
                  <a:pt x="836" y="136"/>
                </a:lnTo>
                <a:lnTo>
                  <a:pt x="833" y="138"/>
                </a:lnTo>
                <a:lnTo>
                  <a:pt x="712" y="259"/>
                </a:lnTo>
                <a:lnTo>
                  <a:pt x="646" y="259"/>
                </a:lnTo>
                <a:lnTo>
                  <a:pt x="646" y="172"/>
                </a:lnTo>
                <a:lnTo>
                  <a:pt x="751" y="53"/>
                </a:lnTo>
                <a:lnTo>
                  <a:pt x="753" y="49"/>
                </a:lnTo>
                <a:lnTo>
                  <a:pt x="754" y="46"/>
                </a:lnTo>
                <a:lnTo>
                  <a:pt x="755" y="43"/>
                </a:lnTo>
                <a:lnTo>
                  <a:pt x="755" y="39"/>
                </a:lnTo>
                <a:lnTo>
                  <a:pt x="754" y="37"/>
                </a:lnTo>
                <a:lnTo>
                  <a:pt x="752" y="33"/>
                </a:lnTo>
                <a:lnTo>
                  <a:pt x="750" y="31"/>
                </a:lnTo>
                <a:lnTo>
                  <a:pt x="747" y="29"/>
                </a:lnTo>
                <a:lnTo>
                  <a:pt x="733" y="23"/>
                </a:lnTo>
                <a:lnTo>
                  <a:pt x="719" y="16"/>
                </a:lnTo>
                <a:lnTo>
                  <a:pt x="704" y="12"/>
                </a:lnTo>
                <a:lnTo>
                  <a:pt x="689" y="8"/>
                </a:lnTo>
                <a:lnTo>
                  <a:pt x="674" y="5"/>
                </a:lnTo>
                <a:lnTo>
                  <a:pt x="659" y="2"/>
                </a:lnTo>
                <a:lnTo>
                  <a:pt x="643" y="1"/>
                </a:lnTo>
                <a:lnTo>
                  <a:pt x="628" y="0"/>
                </a:lnTo>
                <a:lnTo>
                  <a:pt x="615" y="0"/>
                </a:lnTo>
                <a:lnTo>
                  <a:pt x="602" y="1"/>
                </a:lnTo>
                <a:lnTo>
                  <a:pt x="589" y="3"/>
                </a:lnTo>
                <a:lnTo>
                  <a:pt x="577" y="6"/>
                </a:lnTo>
                <a:lnTo>
                  <a:pt x="564" y="8"/>
                </a:lnTo>
                <a:lnTo>
                  <a:pt x="552" y="11"/>
                </a:lnTo>
                <a:lnTo>
                  <a:pt x="539" y="15"/>
                </a:lnTo>
                <a:lnTo>
                  <a:pt x="527" y="19"/>
                </a:lnTo>
                <a:lnTo>
                  <a:pt x="516" y="25"/>
                </a:lnTo>
                <a:lnTo>
                  <a:pt x="505" y="31"/>
                </a:lnTo>
                <a:lnTo>
                  <a:pt x="493" y="37"/>
                </a:lnTo>
                <a:lnTo>
                  <a:pt x="482" y="44"/>
                </a:lnTo>
                <a:lnTo>
                  <a:pt x="473" y="52"/>
                </a:lnTo>
                <a:lnTo>
                  <a:pt x="462" y="59"/>
                </a:lnTo>
                <a:lnTo>
                  <a:pt x="452" y="68"/>
                </a:lnTo>
                <a:lnTo>
                  <a:pt x="443" y="76"/>
                </a:lnTo>
                <a:lnTo>
                  <a:pt x="429" y="91"/>
                </a:lnTo>
                <a:lnTo>
                  <a:pt x="416" y="107"/>
                </a:lnTo>
                <a:lnTo>
                  <a:pt x="405" y="124"/>
                </a:lnTo>
                <a:lnTo>
                  <a:pt x="396" y="141"/>
                </a:lnTo>
                <a:lnTo>
                  <a:pt x="387" y="160"/>
                </a:lnTo>
                <a:lnTo>
                  <a:pt x="380" y="178"/>
                </a:lnTo>
                <a:lnTo>
                  <a:pt x="374" y="196"/>
                </a:lnTo>
                <a:lnTo>
                  <a:pt x="370" y="215"/>
                </a:lnTo>
                <a:lnTo>
                  <a:pt x="368" y="235"/>
                </a:lnTo>
                <a:lnTo>
                  <a:pt x="366" y="254"/>
                </a:lnTo>
                <a:lnTo>
                  <a:pt x="367" y="274"/>
                </a:lnTo>
                <a:lnTo>
                  <a:pt x="368" y="293"/>
                </a:lnTo>
                <a:lnTo>
                  <a:pt x="371" y="313"/>
                </a:lnTo>
                <a:lnTo>
                  <a:pt x="376" y="332"/>
                </a:lnTo>
                <a:lnTo>
                  <a:pt x="382" y="351"/>
                </a:lnTo>
                <a:lnTo>
                  <a:pt x="390" y="369"/>
                </a:lnTo>
                <a:lnTo>
                  <a:pt x="27" y="732"/>
                </a:lnTo>
                <a:lnTo>
                  <a:pt x="21" y="738"/>
                </a:lnTo>
                <a:lnTo>
                  <a:pt x="16" y="746"/>
                </a:lnTo>
                <a:lnTo>
                  <a:pt x="11" y="753"/>
                </a:lnTo>
                <a:lnTo>
                  <a:pt x="7" y="762"/>
                </a:lnTo>
                <a:lnTo>
                  <a:pt x="4" y="769"/>
                </a:lnTo>
                <a:lnTo>
                  <a:pt x="2" y="778"/>
                </a:lnTo>
                <a:lnTo>
                  <a:pt x="1" y="787"/>
                </a:lnTo>
                <a:lnTo>
                  <a:pt x="0" y="796"/>
                </a:lnTo>
                <a:lnTo>
                  <a:pt x="1" y="805"/>
                </a:lnTo>
                <a:lnTo>
                  <a:pt x="2" y="813"/>
                </a:lnTo>
                <a:lnTo>
                  <a:pt x="4" y="822"/>
                </a:lnTo>
                <a:lnTo>
                  <a:pt x="7" y="830"/>
                </a:lnTo>
                <a:lnTo>
                  <a:pt x="11" y="838"/>
                </a:lnTo>
                <a:lnTo>
                  <a:pt x="15" y="845"/>
                </a:lnTo>
                <a:lnTo>
                  <a:pt x="20" y="853"/>
                </a:lnTo>
                <a:lnTo>
                  <a:pt x="27" y="860"/>
                </a:lnTo>
                <a:lnTo>
                  <a:pt x="33" y="866"/>
                </a:lnTo>
                <a:lnTo>
                  <a:pt x="41" y="871"/>
                </a:lnTo>
                <a:lnTo>
                  <a:pt x="48" y="875"/>
                </a:lnTo>
                <a:lnTo>
                  <a:pt x="55" y="879"/>
                </a:lnTo>
                <a:lnTo>
                  <a:pt x="64" y="882"/>
                </a:lnTo>
                <a:lnTo>
                  <a:pt x="73" y="884"/>
                </a:lnTo>
                <a:lnTo>
                  <a:pt x="81" y="885"/>
                </a:lnTo>
                <a:lnTo>
                  <a:pt x="91" y="886"/>
                </a:lnTo>
                <a:lnTo>
                  <a:pt x="99" y="885"/>
                </a:lnTo>
                <a:lnTo>
                  <a:pt x="108" y="884"/>
                </a:lnTo>
                <a:lnTo>
                  <a:pt x="116" y="882"/>
                </a:lnTo>
                <a:lnTo>
                  <a:pt x="125" y="879"/>
                </a:lnTo>
                <a:lnTo>
                  <a:pt x="133" y="875"/>
                </a:lnTo>
                <a:lnTo>
                  <a:pt x="140" y="871"/>
                </a:lnTo>
                <a:lnTo>
                  <a:pt x="148" y="866"/>
                </a:lnTo>
                <a:lnTo>
                  <a:pt x="154" y="860"/>
                </a:lnTo>
                <a:lnTo>
                  <a:pt x="517" y="497"/>
                </a:lnTo>
                <a:lnTo>
                  <a:pt x="530" y="502"/>
                </a:lnTo>
                <a:lnTo>
                  <a:pt x="543" y="507"/>
                </a:lnTo>
                <a:lnTo>
                  <a:pt x="556" y="512"/>
                </a:lnTo>
                <a:lnTo>
                  <a:pt x="570" y="515"/>
                </a:lnTo>
                <a:lnTo>
                  <a:pt x="584" y="517"/>
                </a:lnTo>
                <a:lnTo>
                  <a:pt x="598" y="519"/>
                </a:lnTo>
                <a:lnTo>
                  <a:pt x="612" y="520"/>
                </a:lnTo>
                <a:lnTo>
                  <a:pt x="626" y="520"/>
                </a:lnTo>
                <a:lnTo>
                  <a:pt x="626" y="520"/>
                </a:lnTo>
                <a:lnTo>
                  <a:pt x="626" y="520"/>
                </a:lnTo>
                <a:lnTo>
                  <a:pt x="639" y="520"/>
                </a:lnTo>
                <a:lnTo>
                  <a:pt x="651" y="519"/>
                </a:lnTo>
                <a:lnTo>
                  <a:pt x="664" y="518"/>
                </a:lnTo>
                <a:lnTo>
                  <a:pt x="677" y="516"/>
                </a:lnTo>
                <a:lnTo>
                  <a:pt x="689" y="513"/>
                </a:lnTo>
                <a:lnTo>
                  <a:pt x="702" y="509"/>
                </a:lnTo>
                <a:lnTo>
                  <a:pt x="714" y="505"/>
                </a:lnTo>
                <a:lnTo>
                  <a:pt x="725" y="501"/>
                </a:lnTo>
                <a:lnTo>
                  <a:pt x="737" y="496"/>
                </a:lnTo>
                <a:lnTo>
                  <a:pt x="748" y="490"/>
                </a:lnTo>
                <a:lnTo>
                  <a:pt x="758" y="484"/>
                </a:lnTo>
                <a:lnTo>
                  <a:pt x="769" y="477"/>
                </a:lnTo>
                <a:lnTo>
                  <a:pt x="780" y="470"/>
                </a:lnTo>
                <a:lnTo>
                  <a:pt x="791" y="462"/>
                </a:lnTo>
                <a:lnTo>
                  <a:pt x="800" y="454"/>
                </a:lnTo>
                <a:lnTo>
                  <a:pt x="810" y="444"/>
                </a:lnTo>
                <a:lnTo>
                  <a:pt x="824" y="429"/>
                </a:lnTo>
                <a:lnTo>
                  <a:pt x="837" y="413"/>
                </a:lnTo>
                <a:lnTo>
                  <a:pt x="848" y="396"/>
                </a:lnTo>
                <a:lnTo>
                  <a:pt x="858" y="378"/>
                </a:lnTo>
                <a:lnTo>
                  <a:pt x="867" y="360"/>
                </a:lnTo>
                <a:lnTo>
                  <a:pt x="873" y="340"/>
                </a:lnTo>
                <a:lnTo>
                  <a:pt x="878" y="321"/>
                </a:lnTo>
                <a:lnTo>
                  <a:pt x="883" y="301"/>
                </a:lnTo>
                <a:lnTo>
                  <a:pt x="885" y="282"/>
                </a:lnTo>
                <a:lnTo>
                  <a:pt x="886" y="261"/>
                </a:lnTo>
                <a:lnTo>
                  <a:pt x="885" y="241"/>
                </a:lnTo>
                <a:lnTo>
                  <a:pt x="883" y="221"/>
                </a:lnTo>
                <a:lnTo>
                  <a:pt x="878" y="200"/>
                </a:lnTo>
                <a:lnTo>
                  <a:pt x="873" y="181"/>
                </a:lnTo>
                <a:lnTo>
                  <a:pt x="865" y="162"/>
                </a:lnTo>
                <a:lnTo>
                  <a:pt x="857" y="14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grpSp>
        <p:nvGrpSpPr>
          <p:cNvPr id="58" name="Group 57" descr="Icon of money. ">
            <a:extLst>
              <a:ext uri="{FF2B5EF4-FFF2-40B4-BE49-F238E27FC236}">
                <a16:creationId xmlns:a16="http://schemas.microsoft.com/office/drawing/2014/main" xmlns="" id="{8FB81822-E09C-4A9F-BCD2-4BB20E38DA03}"/>
              </a:ext>
            </a:extLst>
          </p:cNvPr>
          <p:cNvGrpSpPr/>
          <p:nvPr/>
        </p:nvGrpSpPr>
        <p:grpSpPr>
          <a:xfrm>
            <a:off x="5916296" y="3200959"/>
            <a:ext cx="380334" cy="382447"/>
            <a:chOff x="3746500" y="1344613"/>
            <a:chExt cx="285750" cy="287338"/>
          </a:xfrm>
          <a:solidFill>
            <a:schemeClr val="bg1"/>
          </a:solidFill>
        </p:grpSpPr>
        <p:sp>
          <p:nvSpPr>
            <p:cNvPr id="59" name="Freeform 497">
              <a:extLst>
                <a:ext uri="{FF2B5EF4-FFF2-40B4-BE49-F238E27FC236}">
                  <a16:creationId xmlns:a16="http://schemas.microsoft.com/office/drawing/2014/main" xmlns="" id="{4325703C-49C2-4EC8-BBAF-CE488FCB0CE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6500" y="1344613"/>
              <a:ext cx="285750" cy="182563"/>
            </a:xfrm>
            <a:custGeom>
              <a:avLst/>
              <a:gdLst>
                <a:gd name="T0" fmla="*/ 0 w 903"/>
                <a:gd name="T1" fmla="*/ 0 h 573"/>
                <a:gd name="T2" fmla="*/ 0 w 903"/>
                <a:gd name="T3" fmla="*/ 467 h 573"/>
                <a:gd name="T4" fmla="*/ 1 w 903"/>
                <a:gd name="T5" fmla="*/ 459 h 573"/>
                <a:gd name="T6" fmla="*/ 2 w 903"/>
                <a:gd name="T7" fmla="*/ 453 h 573"/>
                <a:gd name="T8" fmla="*/ 5 w 903"/>
                <a:gd name="T9" fmla="*/ 446 h 573"/>
                <a:gd name="T10" fmla="*/ 8 w 903"/>
                <a:gd name="T11" fmla="*/ 440 h 573"/>
                <a:gd name="T12" fmla="*/ 12 w 903"/>
                <a:gd name="T13" fmla="*/ 434 h 573"/>
                <a:gd name="T14" fmla="*/ 18 w 903"/>
                <a:gd name="T15" fmla="*/ 428 h 573"/>
                <a:gd name="T16" fmla="*/ 23 w 903"/>
                <a:gd name="T17" fmla="*/ 423 h 573"/>
                <a:gd name="T18" fmla="*/ 30 w 903"/>
                <a:gd name="T19" fmla="*/ 419 h 573"/>
                <a:gd name="T20" fmla="*/ 30 w 903"/>
                <a:gd name="T21" fmla="*/ 30 h 573"/>
                <a:gd name="T22" fmla="*/ 873 w 903"/>
                <a:gd name="T23" fmla="*/ 30 h 573"/>
                <a:gd name="T24" fmla="*/ 873 w 903"/>
                <a:gd name="T25" fmla="*/ 543 h 573"/>
                <a:gd name="T26" fmla="*/ 481 w 903"/>
                <a:gd name="T27" fmla="*/ 543 h 573"/>
                <a:gd name="T28" fmla="*/ 481 w 903"/>
                <a:gd name="T29" fmla="*/ 573 h 573"/>
                <a:gd name="T30" fmla="*/ 903 w 903"/>
                <a:gd name="T31" fmla="*/ 573 h 573"/>
                <a:gd name="T32" fmla="*/ 903 w 903"/>
                <a:gd name="T33" fmla="*/ 0 h 573"/>
                <a:gd name="T34" fmla="*/ 0 w 903"/>
                <a:gd name="T35" fmla="*/ 0 h 5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03" h="573">
                  <a:moveTo>
                    <a:pt x="0" y="0"/>
                  </a:moveTo>
                  <a:lnTo>
                    <a:pt x="0" y="467"/>
                  </a:lnTo>
                  <a:lnTo>
                    <a:pt x="1" y="459"/>
                  </a:lnTo>
                  <a:lnTo>
                    <a:pt x="2" y="453"/>
                  </a:lnTo>
                  <a:lnTo>
                    <a:pt x="5" y="446"/>
                  </a:lnTo>
                  <a:lnTo>
                    <a:pt x="8" y="440"/>
                  </a:lnTo>
                  <a:lnTo>
                    <a:pt x="12" y="434"/>
                  </a:lnTo>
                  <a:lnTo>
                    <a:pt x="18" y="428"/>
                  </a:lnTo>
                  <a:lnTo>
                    <a:pt x="23" y="423"/>
                  </a:lnTo>
                  <a:lnTo>
                    <a:pt x="30" y="419"/>
                  </a:lnTo>
                  <a:lnTo>
                    <a:pt x="30" y="30"/>
                  </a:lnTo>
                  <a:lnTo>
                    <a:pt x="873" y="30"/>
                  </a:lnTo>
                  <a:lnTo>
                    <a:pt x="873" y="543"/>
                  </a:lnTo>
                  <a:lnTo>
                    <a:pt x="481" y="543"/>
                  </a:lnTo>
                  <a:lnTo>
                    <a:pt x="481" y="573"/>
                  </a:lnTo>
                  <a:lnTo>
                    <a:pt x="903" y="573"/>
                  </a:lnTo>
                  <a:lnTo>
                    <a:pt x="90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0" name="Freeform 498">
              <a:extLst>
                <a:ext uri="{FF2B5EF4-FFF2-40B4-BE49-F238E27FC236}">
                  <a16:creationId xmlns:a16="http://schemas.microsoft.com/office/drawing/2014/main" xmlns="" id="{A721923B-8DD3-47E1-B174-6D9950E778E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75075" y="1373188"/>
              <a:ext cx="228600" cy="125413"/>
            </a:xfrm>
            <a:custGeom>
              <a:avLst/>
              <a:gdLst>
                <a:gd name="T0" fmla="*/ 330 w 723"/>
                <a:gd name="T1" fmla="*/ 283 h 392"/>
                <a:gd name="T2" fmla="*/ 295 w 723"/>
                <a:gd name="T3" fmla="*/ 263 h 392"/>
                <a:gd name="T4" fmla="*/ 269 w 723"/>
                <a:gd name="T5" fmla="*/ 232 h 392"/>
                <a:gd name="T6" fmla="*/ 257 w 723"/>
                <a:gd name="T7" fmla="*/ 192 h 392"/>
                <a:gd name="T8" fmla="*/ 260 w 723"/>
                <a:gd name="T9" fmla="*/ 151 h 392"/>
                <a:gd name="T10" fmla="*/ 281 w 723"/>
                <a:gd name="T11" fmla="*/ 115 h 392"/>
                <a:gd name="T12" fmla="*/ 312 w 723"/>
                <a:gd name="T13" fmla="*/ 90 h 392"/>
                <a:gd name="T14" fmla="*/ 350 w 723"/>
                <a:gd name="T15" fmla="*/ 77 h 392"/>
                <a:gd name="T16" fmla="*/ 392 w 723"/>
                <a:gd name="T17" fmla="*/ 81 h 392"/>
                <a:gd name="T18" fmla="*/ 429 w 723"/>
                <a:gd name="T19" fmla="*/ 100 h 392"/>
                <a:gd name="T20" fmla="*/ 454 w 723"/>
                <a:gd name="T21" fmla="*/ 131 h 392"/>
                <a:gd name="T22" fmla="*/ 466 w 723"/>
                <a:gd name="T23" fmla="*/ 171 h 392"/>
                <a:gd name="T24" fmla="*/ 462 w 723"/>
                <a:gd name="T25" fmla="*/ 213 h 392"/>
                <a:gd name="T26" fmla="*/ 443 w 723"/>
                <a:gd name="T27" fmla="*/ 248 h 392"/>
                <a:gd name="T28" fmla="*/ 412 w 723"/>
                <a:gd name="T29" fmla="*/ 274 h 392"/>
                <a:gd name="T30" fmla="*/ 372 w 723"/>
                <a:gd name="T31" fmla="*/ 287 h 392"/>
                <a:gd name="T32" fmla="*/ 96 w 723"/>
                <a:gd name="T33" fmla="*/ 151 h 392"/>
                <a:gd name="T34" fmla="*/ 68 w 723"/>
                <a:gd name="T35" fmla="*/ 131 h 392"/>
                <a:gd name="T36" fmla="*/ 61 w 723"/>
                <a:gd name="T37" fmla="*/ 97 h 392"/>
                <a:gd name="T38" fmla="*/ 80 w 723"/>
                <a:gd name="T39" fmla="*/ 69 h 392"/>
                <a:gd name="T40" fmla="*/ 114 w 723"/>
                <a:gd name="T41" fmla="*/ 63 h 392"/>
                <a:gd name="T42" fmla="*/ 143 w 723"/>
                <a:gd name="T43" fmla="*/ 81 h 392"/>
                <a:gd name="T44" fmla="*/ 150 w 723"/>
                <a:gd name="T45" fmla="*/ 115 h 392"/>
                <a:gd name="T46" fmla="*/ 131 w 723"/>
                <a:gd name="T47" fmla="*/ 144 h 392"/>
                <a:gd name="T48" fmla="*/ 106 w 723"/>
                <a:gd name="T49" fmla="*/ 152 h 392"/>
                <a:gd name="T50" fmla="*/ 642 w 723"/>
                <a:gd name="T51" fmla="*/ 249 h 392"/>
                <a:gd name="T52" fmla="*/ 661 w 723"/>
                <a:gd name="T53" fmla="*/ 278 h 392"/>
                <a:gd name="T54" fmla="*/ 655 w 723"/>
                <a:gd name="T55" fmla="*/ 313 h 392"/>
                <a:gd name="T56" fmla="*/ 626 w 723"/>
                <a:gd name="T57" fmla="*/ 331 h 392"/>
                <a:gd name="T58" fmla="*/ 592 w 723"/>
                <a:gd name="T59" fmla="*/ 324 h 392"/>
                <a:gd name="T60" fmla="*/ 573 w 723"/>
                <a:gd name="T61" fmla="*/ 297 h 392"/>
                <a:gd name="T62" fmla="*/ 580 w 723"/>
                <a:gd name="T63" fmla="*/ 262 h 392"/>
                <a:gd name="T64" fmla="*/ 608 w 723"/>
                <a:gd name="T65" fmla="*/ 243 h 392"/>
                <a:gd name="T66" fmla="*/ 669 w 723"/>
                <a:gd name="T67" fmla="*/ 392 h 392"/>
                <a:gd name="T68" fmla="*/ 691 w 723"/>
                <a:gd name="T69" fmla="*/ 386 h 392"/>
                <a:gd name="T70" fmla="*/ 709 w 723"/>
                <a:gd name="T71" fmla="*/ 371 h 392"/>
                <a:gd name="T72" fmla="*/ 720 w 723"/>
                <a:gd name="T73" fmla="*/ 350 h 392"/>
                <a:gd name="T74" fmla="*/ 723 w 723"/>
                <a:gd name="T75" fmla="*/ 62 h 392"/>
                <a:gd name="T76" fmla="*/ 718 w 723"/>
                <a:gd name="T77" fmla="*/ 38 h 392"/>
                <a:gd name="T78" fmla="*/ 705 w 723"/>
                <a:gd name="T79" fmla="*/ 19 h 392"/>
                <a:gd name="T80" fmla="*/ 686 w 723"/>
                <a:gd name="T81" fmla="*/ 6 h 392"/>
                <a:gd name="T82" fmla="*/ 663 w 723"/>
                <a:gd name="T83" fmla="*/ 2 h 392"/>
                <a:gd name="T84" fmla="*/ 43 w 723"/>
                <a:gd name="T85" fmla="*/ 4 h 392"/>
                <a:gd name="T86" fmla="*/ 22 w 723"/>
                <a:gd name="T87" fmla="*/ 14 h 392"/>
                <a:gd name="T88" fmla="*/ 7 w 723"/>
                <a:gd name="T89" fmla="*/ 33 h 392"/>
                <a:gd name="T90" fmla="*/ 1 w 723"/>
                <a:gd name="T91" fmla="*/ 55 h 392"/>
                <a:gd name="T92" fmla="*/ 46 w 723"/>
                <a:gd name="T93" fmla="*/ 294 h 392"/>
                <a:gd name="T94" fmla="*/ 151 w 723"/>
                <a:gd name="T95" fmla="*/ 287 h 392"/>
                <a:gd name="T96" fmla="*/ 244 w 723"/>
                <a:gd name="T97" fmla="*/ 293 h 392"/>
                <a:gd name="T98" fmla="*/ 326 w 723"/>
                <a:gd name="T99" fmla="*/ 312 h 392"/>
                <a:gd name="T100" fmla="*/ 373 w 723"/>
                <a:gd name="T101" fmla="*/ 337 h 392"/>
                <a:gd name="T102" fmla="*/ 389 w 723"/>
                <a:gd name="T103" fmla="*/ 362 h 3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23" h="392">
                  <a:moveTo>
                    <a:pt x="361" y="287"/>
                  </a:moveTo>
                  <a:lnTo>
                    <a:pt x="350" y="287"/>
                  </a:lnTo>
                  <a:lnTo>
                    <a:pt x="341" y="285"/>
                  </a:lnTo>
                  <a:lnTo>
                    <a:pt x="330" y="283"/>
                  </a:lnTo>
                  <a:lnTo>
                    <a:pt x="320" y="278"/>
                  </a:lnTo>
                  <a:lnTo>
                    <a:pt x="312" y="274"/>
                  </a:lnTo>
                  <a:lnTo>
                    <a:pt x="302" y="269"/>
                  </a:lnTo>
                  <a:lnTo>
                    <a:pt x="295" y="263"/>
                  </a:lnTo>
                  <a:lnTo>
                    <a:pt x="287" y="256"/>
                  </a:lnTo>
                  <a:lnTo>
                    <a:pt x="281" y="248"/>
                  </a:lnTo>
                  <a:lnTo>
                    <a:pt x="274" y="241"/>
                  </a:lnTo>
                  <a:lnTo>
                    <a:pt x="269" y="232"/>
                  </a:lnTo>
                  <a:lnTo>
                    <a:pt x="265" y="223"/>
                  </a:lnTo>
                  <a:lnTo>
                    <a:pt x="260" y="213"/>
                  </a:lnTo>
                  <a:lnTo>
                    <a:pt x="258" y="203"/>
                  </a:lnTo>
                  <a:lnTo>
                    <a:pt x="257" y="192"/>
                  </a:lnTo>
                  <a:lnTo>
                    <a:pt x="256" y="182"/>
                  </a:lnTo>
                  <a:lnTo>
                    <a:pt x="257" y="171"/>
                  </a:lnTo>
                  <a:lnTo>
                    <a:pt x="258" y="160"/>
                  </a:lnTo>
                  <a:lnTo>
                    <a:pt x="260" y="151"/>
                  </a:lnTo>
                  <a:lnTo>
                    <a:pt x="265" y="141"/>
                  </a:lnTo>
                  <a:lnTo>
                    <a:pt x="269" y="131"/>
                  </a:lnTo>
                  <a:lnTo>
                    <a:pt x="274" y="123"/>
                  </a:lnTo>
                  <a:lnTo>
                    <a:pt x="281" y="115"/>
                  </a:lnTo>
                  <a:lnTo>
                    <a:pt x="287" y="108"/>
                  </a:lnTo>
                  <a:lnTo>
                    <a:pt x="295" y="100"/>
                  </a:lnTo>
                  <a:lnTo>
                    <a:pt x="302" y="95"/>
                  </a:lnTo>
                  <a:lnTo>
                    <a:pt x="312" y="90"/>
                  </a:lnTo>
                  <a:lnTo>
                    <a:pt x="320" y="84"/>
                  </a:lnTo>
                  <a:lnTo>
                    <a:pt x="330" y="81"/>
                  </a:lnTo>
                  <a:lnTo>
                    <a:pt x="341" y="79"/>
                  </a:lnTo>
                  <a:lnTo>
                    <a:pt x="350" y="77"/>
                  </a:lnTo>
                  <a:lnTo>
                    <a:pt x="361" y="77"/>
                  </a:lnTo>
                  <a:lnTo>
                    <a:pt x="372" y="77"/>
                  </a:lnTo>
                  <a:lnTo>
                    <a:pt x="383" y="79"/>
                  </a:lnTo>
                  <a:lnTo>
                    <a:pt x="392" y="81"/>
                  </a:lnTo>
                  <a:lnTo>
                    <a:pt x="403" y="84"/>
                  </a:lnTo>
                  <a:lnTo>
                    <a:pt x="412" y="90"/>
                  </a:lnTo>
                  <a:lnTo>
                    <a:pt x="420" y="95"/>
                  </a:lnTo>
                  <a:lnTo>
                    <a:pt x="429" y="100"/>
                  </a:lnTo>
                  <a:lnTo>
                    <a:pt x="436" y="108"/>
                  </a:lnTo>
                  <a:lnTo>
                    <a:pt x="443" y="115"/>
                  </a:lnTo>
                  <a:lnTo>
                    <a:pt x="449" y="123"/>
                  </a:lnTo>
                  <a:lnTo>
                    <a:pt x="454" y="131"/>
                  </a:lnTo>
                  <a:lnTo>
                    <a:pt x="459" y="141"/>
                  </a:lnTo>
                  <a:lnTo>
                    <a:pt x="462" y="151"/>
                  </a:lnTo>
                  <a:lnTo>
                    <a:pt x="465" y="160"/>
                  </a:lnTo>
                  <a:lnTo>
                    <a:pt x="466" y="171"/>
                  </a:lnTo>
                  <a:lnTo>
                    <a:pt x="467" y="182"/>
                  </a:lnTo>
                  <a:lnTo>
                    <a:pt x="466" y="192"/>
                  </a:lnTo>
                  <a:lnTo>
                    <a:pt x="465" y="203"/>
                  </a:lnTo>
                  <a:lnTo>
                    <a:pt x="462" y="213"/>
                  </a:lnTo>
                  <a:lnTo>
                    <a:pt x="459" y="223"/>
                  </a:lnTo>
                  <a:lnTo>
                    <a:pt x="454" y="232"/>
                  </a:lnTo>
                  <a:lnTo>
                    <a:pt x="449" y="241"/>
                  </a:lnTo>
                  <a:lnTo>
                    <a:pt x="443" y="248"/>
                  </a:lnTo>
                  <a:lnTo>
                    <a:pt x="436" y="256"/>
                  </a:lnTo>
                  <a:lnTo>
                    <a:pt x="429" y="263"/>
                  </a:lnTo>
                  <a:lnTo>
                    <a:pt x="420" y="269"/>
                  </a:lnTo>
                  <a:lnTo>
                    <a:pt x="412" y="274"/>
                  </a:lnTo>
                  <a:lnTo>
                    <a:pt x="403" y="278"/>
                  </a:lnTo>
                  <a:lnTo>
                    <a:pt x="392" y="283"/>
                  </a:lnTo>
                  <a:lnTo>
                    <a:pt x="383" y="285"/>
                  </a:lnTo>
                  <a:lnTo>
                    <a:pt x="372" y="287"/>
                  </a:lnTo>
                  <a:lnTo>
                    <a:pt x="361" y="287"/>
                  </a:lnTo>
                  <a:lnTo>
                    <a:pt x="361" y="287"/>
                  </a:lnTo>
                  <a:close/>
                  <a:moveTo>
                    <a:pt x="106" y="152"/>
                  </a:moveTo>
                  <a:lnTo>
                    <a:pt x="96" y="151"/>
                  </a:lnTo>
                  <a:lnTo>
                    <a:pt x="88" y="149"/>
                  </a:lnTo>
                  <a:lnTo>
                    <a:pt x="80" y="144"/>
                  </a:lnTo>
                  <a:lnTo>
                    <a:pt x="74" y="139"/>
                  </a:lnTo>
                  <a:lnTo>
                    <a:pt x="68" y="131"/>
                  </a:lnTo>
                  <a:lnTo>
                    <a:pt x="64" y="124"/>
                  </a:lnTo>
                  <a:lnTo>
                    <a:pt x="61" y="115"/>
                  </a:lnTo>
                  <a:lnTo>
                    <a:pt x="61" y="107"/>
                  </a:lnTo>
                  <a:lnTo>
                    <a:pt x="61" y="97"/>
                  </a:lnTo>
                  <a:lnTo>
                    <a:pt x="64" y="88"/>
                  </a:lnTo>
                  <a:lnTo>
                    <a:pt x="68" y="81"/>
                  </a:lnTo>
                  <a:lnTo>
                    <a:pt x="74" y="74"/>
                  </a:lnTo>
                  <a:lnTo>
                    <a:pt x="80" y="69"/>
                  </a:lnTo>
                  <a:lnTo>
                    <a:pt x="88" y="65"/>
                  </a:lnTo>
                  <a:lnTo>
                    <a:pt x="96" y="63"/>
                  </a:lnTo>
                  <a:lnTo>
                    <a:pt x="106" y="62"/>
                  </a:lnTo>
                  <a:lnTo>
                    <a:pt x="114" y="63"/>
                  </a:lnTo>
                  <a:lnTo>
                    <a:pt x="123" y="65"/>
                  </a:lnTo>
                  <a:lnTo>
                    <a:pt x="131" y="69"/>
                  </a:lnTo>
                  <a:lnTo>
                    <a:pt x="137" y="74"/>
                  </a:lnTo>
                  <a:lnTo>
                    <a:pt x="143" y="81"/>
                  </a:lnTo>
                  <a:lnTo>
                    <a:pt x="147" y="88"/>
                  </a:lnTo>
                  <a:lnTo>
                    <a:pt x="150" y="97"/>
                  </a:lnTo>
                  <a:lnTo>
                    <a:pt x="151" y="107"/>
                  </a:lnTo>
                  <a:lnTo>
                    <a:pt x="150" y="115"/>
                  </a:lnTo>
                  <a:lnTo>
                    <a:pt x="148" y="124"/>
                  </a:lnTo>
                  <a:lnTo>
                    <a:pt x="143" y="131"/>
                  </a:lnTo>
                  <a:lnTo>
                    <a:pt x="137" y="139"/>
                  </a:lnTo>
                  <a:lnTo>
                    <a:pt x="131" y="144"/>
                  </a:lnTo>
                  <a:lnTo>
                    <a:pt x="123" y="149"/>
                  </a:lnTo>
                  <a:lnTo>
                    <a:pt x="114" y="151"/>
                  </a:lnTo>
                  <a:lnTo>
                    <a:pt x="106" y="152"/>
                  </a:lnTo>
                  <a:lnTo>
                    <a:pt x="106" y="152"/>
                  </a:lnTo>
                  <a:close/>
                  <a:moveTo>
                    <a:pt x="617" y="242"/>
                  </a:moveTo>
                  <a:lnTo>
                    <a:pt x="626" y="243"/>
                  </a:lnTo>
                  <a:lnTo>
                    <a:pt x="635" y="245"/>
                  </a:lnTo>
                  <a:lnTo>
                    <a:pt x="642" y="249"/>
                  </a:lnTo>
                  <a:lnTo>
                    <a:pt x="650" y="255"/>
                  </a:lnTo>
                  <a:lnTo>
                    <a:pt x="655" y="262"/>
                  </a:lnTo>
                  <a:lnTo>
                    <a:pt x="659" y="270"/>
                  </a:lnTo>
                  <a:lnTo>
                    <a:pt x="661" y="278"/>
                  </a:lnTo>
                  <a:lnTo>
                    <a:pt x="663" y="287"/>
                  </a:lnTo>
                  <a:lnTo>
                    <a:pt x="661" y="297"/>
                  </a:lnTo>
                  <a:lnTo>
                    <a:pt x="659" y="305"/>
                  </a:lnTo>
                  <a:lnTo>
                    <a:pt x="655" y="313"/>
                  </a:lnTo>
                  <a:lnTo>
                    <a:pt x="650" y="319"/>
                  </a:lnTo>
                  <a:lnTo>
                    <a:pt x="642" y="324"/>
                  </a:lnTo>
                  <a:lnTo>
                    <a:pt x="635" y="329"/>
                  </a:lnTo>
                  <a:lnTo>
                    <a:pt x="626" y="331"/>
                  </a:lnTo>
                  <a:lnTo>
                    <a:pt x="617" y="332"/>
                  </a:lnTo>
                  <a:lnTo>
                    <a:pt x="608" y="331"/>
                  </a:lnTo>
                  <a:lnTo>
                    <a:pt x="600" y="329"/>
                  </a:lnTo>
                  <a:lnTo>
                    <a:pt x="592" y="324"/>
                  </a:lnTo>
                  <a:lnTo>
                    <a:pt x="585" y="319"/>
                  </a:lnTo>
                  <a:lnTo>
                    <a:pt x="580" y="313"/>
                  </a:lnTo>
                  <a:lnTo>
                    <a:pt x="576" y="305"/>
                  </a:lnTo>
                  <a:lnTo>
                    <a:pt x="573" y="297"/>
                  </a:lnTo>
                  <a:lnTo>
                    <a:pt x="572" y="287"/>
                  </a:lnTo>
                  <a:lnTo>
                    <a:pt x="573" y="278"/>
                  </a:lnTo>
                  <a:lnTo>
                    <a:pt x="576" y="270"/>
                  </a:lnTo>
                  <a:lnTo>
                    <a:pt x="580" y="262"/>
                  </a:lnTo>
                  <a:lnTo>
                    <a:pt x="585" y="255"/>
                  </a:lnTo>
                  <a:lnTo>
                    <a:pt x="592" y="249"/>
                  </a:lnTo>
                  <a:lnTo>
                    <a:pt x="600" y="245"/>
                  </a:lnTo>
                  <a:lnTo>
                    <a:pt x="608" y="243"/>
                  </a:lnTo>
                  <a:lnTo>
                    <a:pt x="617" y="242"/>
                  </a:lnTo>
                  <a:close/>
                  <a:moveTo>
                    <a:pt x="391" y="392"/>
                  </a:moveTo>
                  <a:lnTo>
                    <a:pt x="663" y="392"/>
                  </a:lnTo>
                  <a:lnTo>
                    <a:pt x="669" y="392"/>
                  </a:lnTo>
                  <a:lnTo>
                    <a:pt x="674" y="391"/>
                  </a:lnTo>
                  <a:lnTo>
                    <a:pt x="681" y="390"/>
                  </a:lnTo>
                  <a:lnTo>
                    <a:pt x="686" y="388"/>
                  </a:lnTo>
                  <a:lnTo>
                    <a:pt x="691" y="386"/>
                  </a:lnTo>
                  <a:lnTo>
                    <a:pt x="697" y="382"/>
                  </a:lnTo>
                  <a:lnTo>
                    <a:pt x="701" y="379"/>
                  </a:lnTo>
                  <a:lnTo>
                    <a:pt x="705" y="375"/>
                  </a:lnTo>
                  <a:lnTo>
                    <a:pt x="709" y="371"/>
                  </a:lnTo>
                  <a:lnTo>
                    <a:pt x="713" y="366"/>
                  </a:lnTo>
                  <a:lnTo>
                    <a:pt x="715" y="361"/>
                  </a:lnTo>
                  <a:lnTo>
                    <a:pt x="718" y="356"/>
                  </a:lnTo>
                  <a:lnTo>
                    <a:pt x="720" y="350"/>
                  </a:lnTo>
                  <a:lnTo>
                    <a:pt x="721" y="345"/>
                  </a:lnTo>
                  <a:lnTo>
                    <a:pt x="723" y="338"/>
                  </a:lnTo>
                  <a:lnTo>
                    <a:pt x="723" y="332"/>
                  </a:lnTo>
                  <a:lnTo>
                    <a:pt x="723" y="62"/>
                  </a:lnTo>
                  <a:lnTo>
                    <a:pt x="723" y="55"/>
                  </a:lnTo>
                  <a:lnTo>
                    <a:pt x="721" y="49"/>
                  </a:lnTo>
                  <a:lnTo>
                    <a:pt x="720" y="43"/>
                  </a:lnTo>
                  <a:lnTo>
                    <a:pt x="718" y="38"/>
                  </a:lnTo>
                  <a:lnTo>
                    <a:pt x="715" y="33"/>
                  </a:lnTo>
                  <a:lnTo>
                    <a:pt x="713" y="27"/>
                  </a:lnTo>
                  <a:lnTo>
                    <a:pt x="709" y="23"/>
                  </a:lnTo>
                  <a:lnTo>
                    <a:pt x="705" y="19"/>
                  </a:lnTo>
                  <a:lnTo>
                    <a:pt x="701" y="14"/>
                  </a:lnTo>
                  <a:lnTo>
                    <a:pt x="697" y="11"/>
                  </a:lnTo>
                  <a:lnTo>
                    <a:pt x="691" y="8"/>
                  </a:lnTo>
                  <a:lnTo>
                    <a:pt x="686" y="6"/>
                  </a:lnTo>
                  <a:lnTo>
                    <a:pt x="681" y="4"/>
                  </a:lnTo>
                  <a:lnTo>
                    <a:pt x="674" y="3"/>
                  </a:lnTo>
                  <a:lnTo>
                    <a:pt x="669" y="2"/>
                  </a:lnTo>
                  <a:lnTo>
                    <a:pt x="663" y="2"/>
                  </a:lnTo>
                  <a:lnTo>
                    <a:pt x="61" y="0"/>
                  </a:lnTo>
                  <a:lnTo>
                    <a:pt x="54" y="2"/>
                  </a:lnTo>
                  <a:lnTo>
                    <a:pt x="48" y="3"/>
                  </a:lnTo>
                  <a:lnTo>
                    <a:pt x="43" y="4"/>
                  </a:lnTo>
                  <a:lnTo>
                    <a:pt x="37" y="6"/>
                  </a:lnTo>
                  <a:lnTo>
                    <a:pt x="32" y="8"/>
                  </a:lnTo>
                  <a:lnTo>
                    <a:pt x="27" y="11"/>
                  </a:lnTo>
                  <a:lnTo>
                    <a:pt x="22" y="14"/>
                  </a:lnTo>
                  <a:lnTo>
                    <a:pt x="18" y="19"/>
                  </a:lnTo>
                  <a:lnTo>
                    <a:pt x="14" y="23"/>
                  </a:lnTo>
                  <a:lnTo>
                    <a:pt x="10" y="27"/>
                  </a:lnTo>
                  <a:lnTo>
                    <a:pt x="7" y="33"/>
                  </a:lnTo>
                  <a:lnTo>
                    <a:pt x="5" y="38"/>
                  </a:lnTo>
                  <a:lnTo>
                    <a:pt x="3" y="43"/>
                  </a:lnTo>
                  <a:lnTo>
                    <a:pt x="2" y="49"/>
                  </a:lnTo>
                  <a:lnTo>
                    <a:pt x="1" y="55"/>
                  </a:lnTo>
                  <a:lnTo>
                    <a:pt x="0" y="62"/>
                  </a:lnTo>
                  <a:lnTo>
                    <a:pt x="0" y="304"/>
                  </a:lnTo>
                  <a:lnTo>
                    <a:pt x="22" y="299"/>
                  </a:lnTo>
                  <a:lnTo>
                    <a:pt x="46" y="294"/>
                  </a:lnTo>
                  <a:lnTo>
                    <a:pt x="68" y="291"/>
                  </a:lnTo>
                  <a:lnTo>
                    <a:pt x="90" y="290"/>
                  </a:lnTo>
                  <a:lnTo>
                    <a:pt x="126" y="288"/>
                  </a:lnTo>
                  <a:lnTo>
                    <a:pt x="151" y="287"/>
                  </a:lnTo>
                  <a:lnTo>
                    <a:pt x="172" y="288"/>
                  </a:lnTo>
                  <a:lnTo>
                    <a:pt x="206" y="289"/>
                  </a:lnTo>
                  <a:lnTo>
                    <a:pt x="225" y="291"/>
                  </a:lnTo>
                  <a:lnTo>
                    <a:pt x="244" y="293"/>
                  </a:lnTo>
                  <a:lnTo>
                    <a:pt x="266" y="297"/>
                  </a:lnTo>
                  <a:lnTo>
                    <a:pt x="286" y="300"/>
                  </a:lnTo>
                  <a:lnTo>
                    <a:pt x="306" y="305"/>
                  </a:lnTo>
                  <a:lnTo>
                    <a:pt x="326" y="312"/>
                  </a:lnTo>
                  <a:lnTo>
                    <a:pt x="344" y="318"/>
                  </a:lnTo>
                  <a:lnTo>
                    <a:pt x="360" y="327"/>
                  </a:lnTo>
                  <a:lnTo>
                    <a:pt x="366" y="332"/>
                  </a:lnTo>
                  <a:lnTo>
                    <a:pt x="373" y="337"/>
                  </a:lnTo>
                  <a:lnTo>
                    <a:pt x="378" y="343"/>
                  </a:lnTo>
                  <a:lnTo>
                    <a:pt x="383" y="349"/>
                  </a:lnTo>
                  <a:lnTo>
                    <a:pt x="387" y="356"/>
                  </a:lnTo>
                  <a:lnTo>
                    <a:pt x="389" y="362"/>
                  </a:lnTo>
                  <a:lnTo>
                    <a:pt x="391" y="369"/>
                  </a:lnTo>
                  <a:lnTo>
                    <a:pt x="391" y="377"/>
                  </a:lnTo>
                  <a:lnTo>
                    <a:pt x="391" y="39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1" name="Freeform 499">
              <a:extLst>
                <a:ext uri="{FF2B5EF4-FFF2-40B4-BE49-F238E27FC236}">
                  <a16:creationId xmlns:a16="http://schemas.microsoft.com/office/drawing/2014/main" xmlns="" id="{A8E6691B-D48E-4F27-BFB8-39275098B1B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6025" y="1598613"/>
              <a:ext cx="133350" cy="33338"/>
            </a:xfrm>
            <a:custGeom>
              <a:avLst/>
              <a:gdLst>
                <a:gd name="T0" fmla="*/ 0 w 421"/>
                <a:gd name="T1" fmla="*/ 44 h 104"/>
                <a:gd name="T2" fmla="*/ 2 w 421"/>
                <a:gd name="T3" fmla="*/ 52 h 104"/>
                <a:gd name="T4" fmla="*/ 5 w 421"/>
                <a:gd name="T5" fmla="*/ 56 h 104"/>
                <a:gd name="T6" fmla="*/ 6 w 421"/>
                <a:gd name="T7" fmla="*/ 59 h 104"/>
                <a:gd name="T8" fmla="*/ 11 w 421"/>
                <a:gd name="T9" fmla="*/ 65 h 104"/>
                <a:gd name="T10" fmla="*/ 13 w 421"/>
                <a:gd name="T11" fmla="*/ 65 h 104"/>
                <a:gd name="T12" fmla="*/ 31 w 421"/>
                <a:gd name="T13" fmla="*/ 76 h 104"/>
                <a:gd name="T14" fmla="*/ 32 w 421"/>
                <a:gd name="T15" fmla="*/ 77 h 104"/>
                <a:gd name="T16" fmla="*/ 41 w 421"/>
                <a:gd name="T17" fmla="*/ 80 h 104"/>
                <a:gd name="T18" fmla="*/ 45 w 421"/>
                <a:gd name="T19" fmla="*/ 81 h 104"/>
                <a:gd name="T20" fmla="*/ 53 w 421"/>
                <a:gd name="T21" fmla="*/ 84 h 104"/>
                <a:gd name="T22" fmla="*/ 61 w 421"/>
                <a:gd name="T23" fmla="*/ 86 h 104"/>
                <a:gd name="T24" fmla="*/ 66 w 421"/>
                <a:gd name="T25" fmla="*/ 87 h 104"/>
                <a:gd name="T26" fmla="*/ 98 w 421"/>
                <a:gd name="T27" fmla="*/ 95 h 104"/>
                <a:gd name="T28" fmla="*/ 133 w 421"/>
                <a:gd name="T29" fmla="*/ 99 h 104"/>
                <a:gd name="T30" fmla="*/ 197 w 421"/>
                <a:gd name="T31" fmla="*/ 104 h 104"/>
                <a:gd name="T32" fmla="*/ 211 w 421"/>
                <a:gd name="T33" fmla="*/ 104 h 104"/>
                <a:gd name="T34" fmla="*/ 225 w 421"/>
                <a:gd name="T35" fmla="*/ 104 h 104"/>
                <a:gd name="T36" fmla="*/ 289 w 421"/>
                <a:gd name="T37" fmla="*/ 99 h 104"/>
                <a:gd name="T38" fmla="*/ 322 w 421"/>
                <a:gd name="T39" fmla="*/ 95 h 104"/>
                <a:gd name="T40" fmla="*/ 356 w 421"/>
                <a:gd name="T41" fmla="*/ 87 h 104"/>
                <a:gd name="T42" fmla="*/ 360 w 421"/>
                <a:gd name="T43" fmla="*/ 86 h 104"/>
                <a:gd name="T44" fmla="*/ 368 w 421"/>
                <a:gd name="T45" fmla="*/ 84 h 104"/>
                <a:gd name="T46" fmla="*/ 376 w 421"/>
                <a:gd name="T47" fmla="*/ 81 h 104"/>
                <a:gd name="T48" fmla="*/ 379 w 421"/>
                <a:gd name="T49" fmla="*/ 80 h 104"/>
                <a:gd name="T50" fmla="*/ 390 w 421"/>
                <a:gd name="T51" fmla="*/ 77 h 104"/>
                <a:gd name="T52" fmla="*/ 391 w 421"/>
                <a:gd name="T53" fmla="*/ 76 h 104"/>
                <a:gd name="T54" fmla="*/ 409 w 421"/>
                <a:gd name="T55" fmla="*/ 65 h 104"/>
                <a:gd name="T56" fmla="*/ 409 w 421"/>
                <a:gd name="T57" fmla="*/ 65 h 104"/>
                <a:gd name="T58" fmla="*/ 416 w 421"/>
                <a:gd name="T59" fmla="*/ 59 h 104"/>
                <a:gd name="T60" fmla="*/ 417 w 421"/>
                <a:gd name="T61" fmla="*/ 56 h 104"/>
                <a:gd name="T62" fmla="*/ 420 w 421"/>
                <a:gd name="T63" fmla="*/ 52 h 104"/>
                <a:gd name="T64" fmla="*/ 421 w 421"/>
                <a:gd name="T65" fmla="*/ 44 h 104"/>
                <a:gd name="T66" fmla="*/ 410 w 421"/>
                <a:gd name="T67" fmla="*/ 4 h 104"/>
                <a:gd name="T68" fmla="*/ 386 w 421"/>
                <a:gd name="T69" fmla="*/ 10 h 104"/>
                <a:gd name="T70" fmla="*/ 344 w 421"/>
                <a:gd name="T71" fmla="*/ 19 h 104"/>
                <a:gd name="T72" fmla="*/ 284 w 421"/>
                <a:gd name="T73" fmla="*/ 25 h 104"/>
                <a:gd name="T74" fmla="*/ 231 w 421"/>
                <a:gd name="T75" fmla="*/ 28 h 104"/>
                <a:gd name="T76" fmla="*/ 191 w 421"/>
                <a:gd name="T77" fmla="*/ 28 h 104"/>
                <a:gd name="T78" fmla="*/ 138 w 421"/>
                <a:gd name="T79" fmla="*/ 25 h 104"/>
                <a:gd name="T80" fmla="*/ 78 w 421"/>
                <a:gd name="T81" fmla="*/ 19 h 104"/>
                <a:gd name="T82" fmla="*/ 35 w 421"/>
                <a:gd name="T83" fmla="*/ 10 h 104"/>
                <a:gd name="T84" fmla="*/ 10 w 421"/>
                <a:gd name="T85" fmla="*/ 4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21" h="104">
                  <a:moveTo>
                    <a:pt x="0" y="0"/>
                  </a:moveTo>
                  <a:lnTo>
                    <a:pt x="0" y="44"/>
                  </a:lnTo>
                  <a:lnTo>
                    <a:pt x="1" y="48"/>
                  </a:lnTo>
                  <a:lnTo>
                    <a:pt x="2" y="52"/>
                  </a:lnTo>
                  <a:lnTo>
                    <a:pt x="3" y="54"/>
                  </a:lnTo>
                  <a:lnTo>
                    <a:pt x="5" y="56"/>
                  </a:lnTo>
                  <a:lnTo>
                    <a:pt x="5" y="57"/>
                  </a:lnTo>
                  <a:lnTo>
                    <a:pt x="6" y="59"/>
                  </a:lnTo>
                  <a:lnTo>
                    <a:pt x="8" y="62"/>
                  </a:lnTo>
                  <a:lnTo>
                    <a:pt x="11" y="65"/>
                  </a:lnTo>
                  <a:lnTo>
                    <a:pt x="11" y="65"/>
                  </a:lnTo>
                  <a:lnTo>
                    <a:pt x="13" y="65"/>
                  </a:lnTo>
                  <a:lnTo>
                    <a:pt x="20" y="70"/>
                  </a:lnTo>
                  <a:lnTo>
                    <a:pt x="31" y="76"/>
                  </a:lnTo>
                  <a:lnTo>
                    <a:pt x="31" y="76"/>
                  </a:lnTo>
                  <a:lnTo>
                    <a:pt x="32" y="77"/>
                  </a:lnTo>
                  <a:lnTo>
                    <a:pt x="36" y="79"/>
                  </a:lnTo>
                  <a:lnTo>
                    <a:pt x="41" y="80"/>
                  </a:lnTo>
                  <a:lnTo>
                    <a:pt x="44" y="81"/>
                  </a:lnTo>
                  <a:lnTo>
                    <a:pt x="45" y="81"/>
                  </a:lnTo>
                  <a:lnTo>
                    <a:pt x="49" y="83"/>
                  </a:lnTo>
                  <a:lnTo>
                    <a:pt x="53" y="84"/>
                  </a:lnTo>
                  <a:lnTo>
                    <a:pt x="58" y="85"/>
                  </a:lnTo>
                  <a:lnTo>
                    <a:pt x="61" y="86"/>
                  </a:lnTo>
                  <a:lnTo>
                    <a:pt x="64" y="87"/>
                  </a:lnTo>
                  <a:lnTo>
                    <a:pt x="66" y="87"/>
                  </a:lnTo>
                  <a:lnTo>
                    <a:pt x="82" y="92"/>
                  </a:lnTo>
                  <a:lnTo>
                    <a:pt x="98" y="95"/>
                  </a:lnTo>
                  <a:lnTo>
                    <a:pt x="115" y="97"/>
                  </a:lnTo>
                  <a:lnTo>
                    <a:pt x="133" y="99"/>
                  </a:lnTo>
                  <a:lnTo>
                    <a:pt x="166" y="102"/>
                  </a:lnTo>
                  <a:lnTo>
                    <a:pt x="197" y="104"/>
                  </a:lnTo>
                  <a:lnTo>
                    <a:pt x="203" y="104"/>
                  </a:lnTo>
                  <a:lnTo>
                    <a:pt x="211" y="104"/>
                  </a:lnTo>
                  <a:lnTo>
                    <a:pt x="217" y="104"/>
                  </a:lnTo>
                  <a:lnTo>
                    <a:pt x="225" y="104"/>
                  </a:lnTo>
                  <a:lnTo>
                    <a:pt x="255" y="102"/>
                  </a:lnTo>
                  <a:lnTo>
                    <a:pt x="289" y="99"/>
                  </a:lnTo>
                  <a:lnTo>
                    <a:pt x="306" y="97"/>
                  </a:lnTo>
                  <a:lnTo>
                    <a:pt x="322" y="95"/>
                  </a:lnTo>
                  <a:lnTo>
                    <a:pt x="340" y="92"/>
                  </a:lnTo>
                  <a:lnTo>
                    <a:pt x="356" y="87"/>
                  </a:lnTo>
                  <a:lnTo>
                    <a:pt x="358" y="87"/>
                  </a:lnTo>
                  <a:lnTo>
                    <a:pt x="360" y="86"/>
                  </a:lnTo>
                  <a:lnTo>
                    <a:pt x="364" y="85"/>
                  </a:lnTo>
                  <a:lnTo>
                    <a:pt x="368" y="84"/>
                  </a:lnTo>
                  <a:lnTo>
                    <a:pt x="372" y="83"/>
                  </a:lnTo>
                  <a:lnTo>
                    <a:pt x="376" y="81"/>
                  </a:lnTo>
                  <a:lnTo>
                    <a:pt x="378" y="81"/>
                  </a:lnTo>
                  <a:lnTo>
                    <a:pt x="379" y="80"/>
                  </a:lnTo>
                  <a:lnTo>
                    <a:pt x="385" y="79"/>
                  </a:lnTo>
                  <a:lnTo>
                    <a:pt x="390" y="77"/>
                  </a:lnTo>
                  <a:lnTo>
                    <a:pt x="390" y="76"/>
                  </a:lnTo>
                  <a:lnTo>
                    <a:pt x="391" y="76"/>
                  </a:lnTo>
                  <a:lnTo>
                    <a:pt x="401" y="70"/>
                  </a:lnTo>
                  <a:lnTo>
                    <a:pt x="409" y="65"/>
                  </a:lnTo>
                  <a:lnTo>
                    <a:pt x="409" y="65"/>
                  </a:lnTo>
                  <a:lnTo>
                    <a:pt x="409" y="65"/>
                  </a:lnTo>
                  <a:lnTo>
                    <a:pt x="413" y="62"/>
                  </a:lnTo>
                  <a:lnTo>
                    <a:pt x="416" y="59"/>
                  </a:lnTo>
                  <a:lnTo>
                    <a:pt x="417" y="57"/>
                  </a:lnTo>
                  <a:lnTo>
                    <a:pt x="417" y="56"/>
                  </a:lnTo>
                  <a:lnTo>
                    <a:pt x="419" y="54"/>
                  </a:lnTo>
                  <a:lnTo>
                    <a:pt x="420" y="52"/>
                  </a:lnTo>
                  <a:lnTo>
                    <a:pt x="421" y="48"/>
                  </a:lnTo>
                  <a:lnTo>
                    <a:pt x="421" y="44"/>
                  </a:lnTo>
                  <a:lnTo>
                    <a:pt x="421" y="0"/>
                  </a:lnTo>
                  <a:lnTo>
                    <a:pt x="410" y="4"/>
                  </a:lnTo>
                  <a:lnTo>
                    <a:pt x="399" y="7"/>
                  </a:lnTo>
                  <a:lnTo>
                    <a:pt x="386" y="10"/>
                  </a:lnTo>
                  <a:lnTo>
                    <a:pt x="373" y="13"/>
                  </a:lnTo>
                  <a:lnTo>
                    <a:pt x="344" y="19"/>
                  </a:lnTo>
                  <a:lnTo>
                    <a:pt x="314" y="23"/>
                  </a:lnTo>
                  <a:lnTo>
                    <a:pt x="284" y="25"/>
                  </a:lnTo>
                  <a:lnTo>
                    <a:pt x="256" y="27"/>
                  </a:lnTo>
                  <a:lnTo>
                    <a:pt x="231" y="28"/>
                  </a:lnTo>
                  <a:lnTo>
                    <a:pt x="211" y="28"/>
                  </a:lnTo>
                  <a:lnTo>
                    <a:pt x="191" y="28"/>
                  </a:lnTo>
                  <a:lnTo>
                    <a:pt x="166" y="27"/>
                  </a:lnTo>
                  <a:lnTo>
                    <a:pt x="138" y="25"/>
                  </a:lnTo>
                  <a:lnTo>
                    <a:pt x="108" y="23"/>
                  </a:lnTo>
                  <a:lnTo>
                    <a:pt x="78" y="19"/>
                  </a:lnTo>
                  <a:lnTo>
                    <a:pt x="49" y="13"/>
                  </a:lnTo>
                  <a:lnTo>
                    <a:pt x="35" y="10"/>
                  </a:lnTo>
                  <a:lnTo>
                    <a:pt x="22" y="7"/>
                  </a:lnTo>
                  <a:lnTo>
                    <a:pt x="10" y="4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2" name="Freeform 500">
              <a:extLst>
                <a:ext uri="{FF2B5EF4-FFF2-40B4-BE49-F238E27FC236}">
                  <a16:creationId xmlns:a16="http://schemas.microsoft.com/office/drawing/2014/main" xmlns="" id="{5839F0C0-A423-4156-855A-E09BBC0F168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6025" y="1474788"/>
              <a:ext cx="133350" cy="28575"/>
            </a:xfrm>
            <a:custGeom>
              <a:avLst/>
              <a:gdLst>
                <a:gd name="T0" fmla="*/ 420 w 420"/>
                <a:gd name="T1" fmla="*/ 58 h 90"/>
                <a:gd name="T2" fmla="*/ 419 w 420"/>
                <a:gd name="T3" fmla="*/ 55 h 90"/>
                <a:gd name="T4" fmla="*/ 418 w 420"/>
                <a:gd name="T5" fmla="*/ 50 h 90"/>
                <a:gd name="T6" fmla="*/ 416 w 420"/>
                <a:gd name="T7" fmla="*/ 47 h 90"/>
                <a:gd name="T8" fmla="*/ 413 w 420"/>
                <a:gd name="T9" fmla="*/ 44 h 90"/>
                <a:gd name="T10" fmla="*/ 406 w 420"/>
                <a:gd name="T11" fmla="*/ 37 h 90"/>
                <a:gd name="T12" fmla="*/ 397 w 420"/>
                <a:gd name="T13" fmla="*/ 32 h 90"/>
                <a:gd name="T14" fmla="*/ 386 w 420"/>
                <a:gd name="T15" fmla="*/ 27 h 90"/>
                <a:gd name="T16" fmla="*/ 374 w 420"/>
                <a:gd name="T17" fmla="*/ 22 h 90"/>
                <a:gd name="T18" fmla="*/ 360 w 420"/>
                <a:gd name="T19" fmla="*/ 18 h 90"/>
                <a:gd name="T20" fmla="*/ 345 w 420"/>
                <a:gd name="T21" fmla="*/ 14 h 90"/>
                <a:gd name="T22" fmla="*/ 313 w 420"/>
                <a:gd name="T23" fmla="*/ 9 h 90"/>
                <a:gd name="T24" fmla="*/ 277 w 420"/>
                <a:gd name="T25" fmla="*/ 3 h 90"/>
                <a:gd name="T26" fmla="*/ 243 w 420"/>
                <a:gd name="T27" fmla="*/ 1 h 90"/>
                <a:gd name="T28" fmla="*/ 210 w 420"/>
                <a:gd name="T29" fmla="*/ 0 h 90"/>
                <a:gd name="T30" fmla="*/ 172 w 420"/>
                <a:gd name="T31" fmla="*/ 1 h 90"/>
                <a:gd name="T32" fmla="*/ 133 w 420"/>
                <a:gd name="T33" fmla="*/ 4 h 90"/>
                <a:gd name="T34" fmla="*/ 113 w 420"/>
                <a:gd name="T35" fmla="*/ 7 h 90"/>
                <a:gd name="T36" fmla="*/ 94 w 420"/>
                <a:gd name="T37" fmla="*/ 11 h 90"/>
                <a:gd name="T38" fmla="*/ 76 w 420"/>
                <a:gd name="T39" fmla="*/ 14 h 90"/>
                <a:gd name="T40" fmla="*/ 59 w 420"/>
                <a:gd name="T41" fmla="*/ 18 h 90"/>
                <a:gd name="T42" fmla="*/ 59 w 420"/>
                <a:gd name="T43" fmla="*/ 18 h 90"/>
                <a:gd name="T44" fmla="*/ 55 w 420"/>
                <a:gd name="T45" fmla="*/ 19 h 90"/>
                <a:gd name="T46" fmla="*/ 52 w 420"/>
                <a:gd name="T47" fmla="*/ 20 h 90"/>
                <a:gd name="T48" fmla="*/ 48 w 420"/>
                <a:gd name="T49" fmla="*/ 21 h 90"/>
                <a:gd name="T50" fmla="*/ 44 w 420"/>
                <a:gd name="T51" fmla="*/ 22 h 90"/>
                <a:gd name="T52" fmla="*/ 43 w 420"/>
                <a:gd name="T53" fmla="*/ 24 h 90"/>
                <a:gd name="T54" fmla="*/ 40 w 420"/>
                <a:gd name="T55" fmla="*/ 24 h 90"/>
                <a:gd name="T56" fmla="*/ 35 w 420"/>
                <a:gd name="T57" fmla="*/ 26 h 90"/>
                <a:gd name="T58" fmla="*/ 31 w 420"/>
                <a:gd name="T59" fmla="*/ 28 h 90"/>
                <a:gd name="T60" fmla="*/ 30 w 420"/>
                <a:gd name="T61" fmla="*/ 28 h 90"/>
                <a:gd name="T62" fmla="*/ 30 w 420"/>
                <a:gd name="T63" fmla="*/ 28 h 90"/>
                <a:gd name="T64" fmla="*/ 19 w 420"/>
                <a:gd name="T65" fmla="*/ 33 h 90"/>
                <a:gd name="T66" fmla="*/ 12 w 420"/>
                <a:gd name="T67" fmla="*/ 40 h 90"/>
                <a:gd name="T68" fmla="*/ 10 w 420"/>
                <a:gd name="T69" fmla="*/ 40 h 90"/>
                <a:gd name="T70" fmla="*/ 10 w 420"/>
                <a:gd name="T71" fmla="*/ 40 h 90"/>
                <a:gd name="T72" fmla="*/ 7 w 420"/>
                <a:gd name="T73" fmla="*/ 43 h 90"/>
                <a:gd name="T74" fmla="*/ 5 w 420"/>
                <a:gd name="T75" fmla="*/ 46 h 90"/>
                <a:gd name="T76" fmla="*/ 4 w 420"/>
                <a:gd name="T77" fmla="*/ 47 h 90"/>
                <a:gd name="T78" fmla="*/ 4 w 420"/>
                <a:gd name="T79" fmla="*/ 48 h 90"/>
                <a:gd name="T80" fmla="*/ 2 w 420"/>
                <a:gd name="T81" fmla="*/ 50 h 90"/>
                <a:gd name="T82" fmla="*/ 1 w 420"/>
                <a:gd name="T83" fmla="*/ 52 h 90"/>
                <a:gd name="T84" fmla="*/ 0 w 420"/>
                <a:gd name="T85" fmla="*/ 56 h 90"/>
                <a:gd name="T86" fmla="*/ 0 w 420"/>
                <a:gd name="T87" fmla="*/ 58 h 90"/>
                <a:gd name="T88" fmla="*/ 8 w 420"/>
                <a:gd name="T89" fmla="*/ 63 h 90"/>
                <a:gd name="T90" fmla="*/ 22 w 420"/>
                <a:gd name="T91" fmla="*/ 68 h 90"/>
                <a:gd name="T92" fmla="*/ 43 w 420"/>
                <a:gd name="T93" fmla="*/ 74 h 90"/>
                <a:gd name="T94" fmla="*/ 67 w 420"/>
                <a:gd name="T95" fmla="*/ 78 h 90"/>
                <a:gd name="T96" fmla="*/ 96 w 420"/>
                <a:gd name="T97" fmla="*/ 84 h 90"/>
                <a:gd name="T98" fmla="*/ 131 w 420"/>
                <a:gd name="T99" fmla="*/ 87 h 90"/>
                <a:gd name="T100" fmla="*/ 168 w 420"/>
                <a:gd name="T101" fmla="*/ 90 h 90"/>
                <a:gd name="T102" fmla="*/ 210 w 420"/>
                <a:gd name="T103" fmla="*/ 90 h 90"/>
                <a:gd name="T104" fmla="*/ 251 w 420"/>
                <a:gd name="T105" fmla="*/ 90 h 90"/>
                <a:gd name="T106" fmla="*/ 289 w 420"/>
                <a:gd name="T107" fmla="*/ 87 h 90"/>
                <a:gd name="T108" fmla="*/ 323 w 420"/>
                <a:gd name="T109" fmla="*/ 84 h 90"/>
                <a:gd name="T110" fmla="*/ 353 w 420"/>
                <a:gd name="T111" fmla="*/ 78 h 90"/>
                <a:gd name="T112" fmla="*/ 377 w 420"/>
                <a:gd name="T113" fmla="*/ 74 h 90"/>
                <a:gd name="T114" fmla="*/ 398 w 420"/>
                <a:gd name="T115" fmla="*/ 68 h 90"/>
                <a:gd name="T116" fmla="*/ 412 w 420"/>
                <a:gd name="T117" fmla="*/ 62 h 90"/>
                <a:gd name="T118" fmla="*/ 420 w 420"/>
                <a:gd name="T119" fmla="*/ 58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20" h="90">
                  <a:moveTo>
                    <a:pt x="420" y="58"/>
                  </a:moveTo>
                  <a:lnTo>
                    <a:pt x="419" y="55"/>
                  </a:lnTo>
                  <a:lnTo>
                    <a:pt x="418" y="50"/>
                  </a:lnTo>
                  <a:lnTo>
                    <a:pt x="416" y="47"/>
                  </a:lnTo>
                  <a:lnTo>
                    <a:pt x="413" y="44"/>
                  </a:lnTo>
                  <a:lnTo>
                    <a:pt x="406" y="37"/>
                  </a:lnTo>
                  <a:lnTo>
                    <a:pt x="397" y="32"/>
                  </a:lnTo>
                  <a:lnTo>
                    <a:pt x="386" y="27"/>
                  </a:lnTo>
                  <a:lnTo>
                    <a:pt x="374" y="22"/>
                  </a:lnTo>
                  <a:lnTo>
                    <a:pt x="360" y="18"/>
                  </a:lnTo>
                  <a:lnTo>
                    <a:pt x="345" y="14"/>
                  </a:lnTo>
                  <a:lnTo>
                    <a:pt x="313" y="9"/>
                  </a:lnTo>
                  <a:lnTo>
                    <a:pt x="277" y="3"/>
                  </a:lnTo>
                  <a:lnTo>
                    <a:pt x="243" y="1"/>
                  </a:lnTo>
                  <a:lnTo>
                    <a:pt x="210" y="0"/>
                  </a:lnTo>
                  <a:lnTo>
                    <a:pt x="172" y="1"/>
                  </a:lnTo>
                  <a:lnTo>
                    <a:pt x="133" y="4"/>
                  </a:lnTo>
                  <a:lnTo>
                    <a:pt x="113" y="7"/>
                  </a:lnTo>
                  <a:lnTo>
                    <a:pt x="94" y="11"/>
                  </a:lnTo>
                  <a:lnTo>
                    <a:pt x="76" y="14"/>
                  </a:lnTo>
                  <a:lnTo>
                    <a:pt x="59" y="18"/>
                  </a:lnTo>
                  <a:lnTo>
                    <a:pt x="59" y="18"/>
                  </a:lnTo>
                  <a:lnTo>
                    <a:pt x="55" y="19"/>
                  </a:lnTo>
                  <a:lnTo>
                    <a:pt x="52" y="20"/>
                  </a:lnTo>
                  <a:lnTo>
                    <a:pt x="48" y="21"/>
                  </a:lnTo>
                  <a:lnTo>
                    <a:pt x="44" y="22"/>
                  </a:lnTo>
                  <a:lnTo>
                    <a:pt x="43" y="24"/>
                  </a:lnTo>
                  <a:lnTo>
                    <a:pt x="40" y="24"/>
                  </a:lnTo>
                  <a:lnTo>
                    <a:pt x="35" y="26"/>
                  </a:lnTo>
                  <a:lnTo>
                    <a:pt x="31" y="28"/>
                  </a:lnTo>
                  <a:lnTo>
                    <a:pt x="30" y="28"/>
                  </a:lnTo>
                  <a:lnTo>
                    <a:pt x="30" y="28"/>
                  </a:lnTo>
                  <a:lnTo>
                    <a:pt x="19" y="33"/>
                  </a:lnTo>
                  <a:lnTo>
                    <a:pt x="12" y="40"/>
                  </a:lnTo>
                  <a:lnTo>
                    <a:pt x="10" y="40"/>
                  </a:lnTo>
                  <a:lnTo>
                    <a:pt x="10" y="40"/>
                  </a:lnTo>
                  <a:lnTo>
                    <a:pt x="7" y="43"/>
                  </a:lnTo>
                  <a:lnTo>
                    <a:pt x="5" y="46"/>
                  </a:lnTo>
                  <a:lnTo>
                    <a:pt x="4" y="47"/>
                  </a:lnTo>
                  <a:lnTo>
                    <a:pt x="4" y="48"/>
                  </a:lnTo>
                  <a:lnTo>
                    <a:pt x="2" y="50"/>
                  </a:lnTo>
                  <a:lnTo>
                    <a:pt x="1" y="52"/>
                  </a:lnTo>
                  <a:lnTo>
                    <a:pt x="0" y="56"/>
                  </a:lnTo>
                  <a:lnTo>
                    <a:pt x="0" y="58"/>
                  </a:lnTo>
                  <a:lnTo>
                    <a:pt x="8" y="63"/>
                  </a:lnTo>
                  <a:lnTo>
                    <a:pt x="22" y="68"/>
                  </a:lnTo>
                  <a:lnTo>
                    <a:pt x="43" y="74"/>
                  </a:lnTo>
                  <a:lnTo>
                    <a:pt x="67" y="78"/>
                  </a:lnTo>
                  <a:lnTo>
                    <a:pt x="96" y="84"/>
                  </a:lnTo>
                  <a:lnTo>
                    <a:pt x="131" y="87"/>
                  </a:lnTo>
                  <a:lnTo>
                    <a:pt x="168" y="90"/>
                  </a:lnTo>
                  <a:lnTo>
                    <a:pt x="210" y="90"/>
                  </a:lnTo>
                  <a:lnTo>
                    <a:pt x="251" y="90"/>
                  </a:lnTo>
                  <a:lnTo>
                    <a:pt x="289" y="87"/>
                  </a:lnTo>
                  <a:lnTo>
                    <a:pt x="323" y="84"/>
                  </a:lnTo>
                  <a:lnTo>
                    <a:pt x="353" y="78"/>
                  </a:lnTo>
                  <a:lnTo>
                    <a:pt x="377" y="74"/>
                  </a:lnTo>
                  <a:lnTo>
                    <a:pt x="398" y="68"/>
                  </a:lnTo>
                  <a:lnTo>
                    <a:pt x="412" y="62"/>
                  </a:lnTo>
                  <a:lnTo>
                    <a:pt x="420" y="5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3" name="Freeform 501">
              <a:extLst>
                <a:ext uri="{FF2B5EF4-FFF2-40B4-BE49-F238E27FC236}">
                  <a16:creationId xmlns:a16="http://schemas.microsoft.com/office/drawing/2014/main" xmlns="" id="{DBE218E2-EA47-43F9-AF50-BC58701E5E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6025" y="1503363"/>
              <a:ext cx="133350" cy="23813"/>
            </a:xfrm>
            <a:custGeom>
              <a:avLst/>
              <a:gdLst>
                <a:gd name="T0" fmla="*/ 0 w 421"/>
                <a:gd name="T1" fmla="*/ 0 h 75"/>
                <a:gd name="T2" fmla="*/ 0 w 421"/>
                <a:gd name="T3" fmla="*/ 42 h 75"/>
                <a:gd name="T4" fmla="*/ 8 w 421"/>
                <a:gd name="T5" fmla="*/ 46 h 75"/>
                <a:gd name="T6" fmla="*/ 22 w 421"/>
                <a:gd name="T7" fmla="*/ 52 h 75"/>
                <a:gd name="T8" fmla="*/ 43 w 421"/>
                <a:gd name="T9" fmla="*/ 57 h 75"/>
                <a:gd name="T10" fmla="*/ 67 w 421"/>
                <a:gd name="T11" fmla="*/ 62 h 75"/>
                <a:gd name="T12" fmla="*/ 97 w 421"/>
                <a:gd name="T13" fmla="*/ 68 h 75"/>
                <a:gd name="T14" fmla="*/ 130 w 421"/>
                <a:gd name="T15" fmla="*/ 71 h 75"/>
                <a:gd name="T16" fmla="*/ 169 w 421"/>
                <a:gd name="T17" fmla="*/ 74 h 75"/>
                <a:gd name="T18" fmla="*/ 211 w 421"/>
                <a:gd name="T19" fmla="*/ 75 h 75"/>
                <a:gd name="T20" fmla="*/ 253 w 421"/>
                <a:gd name="T21" fmla="*/ 74 h 75"/>
                <a:gd name="T22" fmla="*/ 290 w 421"/>
                <a:gd name="T23" fmla="*/ 71 h 75"/>
                <a:gd name="T24" fmla="*/ 325 w 421"/>
                <a:gd name="T25" fmla="*/ 68 h 75"/>
                <a:gd name="T26" fmla="*/ 355 w 421"/>
                <a:gd name="T27" fmla="*/ 62 h 75"/>
                <a:gd name="T28" fmla="*/ 379 w 421"/>
                <a:gd name="T29" fmla="*/ 57 h 75"/>
                <a:gd name="T30" fmla="*/ 399 w 421"/>
                <a:gd name="T31" fmla="*/ 52 h 75"/>
                <a:gd name="T32" fmla="*/ 414 w 421"/>
                <a:gd name="T33" fmla="*/ 46 h 75"/>
                <a:gd name="T34" fmla="*/ 421 w 421"/>
                <a:gd name="T35" fmla="*/ 42 h 75"/>
                <a:gd name="T36" fmla="*/ 421 w 421"/>
                <a:gd name="T37" fmla="*/ 0 h 75"/>
                <a:gd name="T38" fmla="*/ 410 w 421"/>
                <a:gd name="T39" fmla="*/ 4 h 75"/>
                <a:gd name="T40" fmla="*/ 399 w 421"/>
                <a:gd name="T41" fmla="*/ 8 h 75"/>
                <a:gd name="T42" fmla="*/ 386 w 421"/>
                <a:gd name="T43" fmla="*/ 12 h 75"/>
                <a:gd name="T44" fmla="*/ 373 w 421"/>
                <a:gd name="T45" fmla="*/ 14 h 75"/>
                <a:gd name="T46" fmla="*/ 344 w 421"/>
                <a:gd name="T47" fmla="*/ 19 h 75"/>
                <a:gd name="T48" fmla="*/ 314 w 421"/>
                <a:gd name="T49" fmla="*/ 24 h 75"/>
                <a:gd name="T50" fmla="*/ 284 w 421"/>
                <a:gd name="T51" fmla="*/ 27 h 75"/>
                <a:gd name="T52" fmla="*/ 256 w 421"/>
                <a:gd name="T53" fmla="*/ 28 h 75"/>
                <a:gd name="T54" fmla="*/ 231 w 421"/>
                <a:gd name="T55" fmla="*/ 29 h 75"/>
                <a:gd name="T56" fmla="*/ 211 w 421"/>
                <a:gd name="T57" fmla="*/ 30 h 75"/>
                <a:gd name="T58" fmla="*/ 191 w 421"/>
                <a:gd name="T59" fmla="*/ 29 h 75"/>
                <a:gd name="T60" fmla="*/ 166 w 421"/>
                <a:gd name="T61" fmla="*/ 28 h 75"/>
                <a:gd name="T62" fmla="*/ 138 w 421"/>
                <a:gd name="T63" fmla="*/ 27 h 75"/>
                <a:gd name="T64" fmla="*/ 108 w 421"/>
                <a:gd name="T65" fmla="*/ 24 h 75"/>
                <a:gd name="T66" fmla="*/ 78 w 421"/>
                <a:gd name="T67" fmla="*/ 19 h 75"/>
                <a:gd name="T68" fmla="*/ 49 w 421"/>
                <a:gd name="T69" fmla="*/ 15 h 75"/>
                <a:gd name="T70" fmla="*/ 35 w 421"/>
                <a:gd name="T71" fmla="*/ 12 h 75"/>
                <a:gd name="T72" fmla="*/ 22 w 421"/>
                <a:gd name="T73" fmla="*/ 8 h 75"/>
                <a:gd name="T74" fmla="*/ 10 w 421"/>
                <a:gd name="T75" fmla="*/ 4 h 75"/>
                <a:gd name="T76" fmla="*/ 0 w 421"/>
                <a:gd name="T77" fmla="*/ 0 h 75"/>
                <a:gd name="T78" fmla="*/ 0 w 421"/>
                <a:gd name="T79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421" h="75">
                  <a:moveTo>
                    <a:pt x="0" y="0"/>
                  </a:moveTo>
                  <a:lnTo>
                    <a:pt x="0" y="42"/>
                  </a:lnTo>
                  <a:lnTo>
                    <a:pt x="8" y="46"/>
                  </a:lnTo>
                  <a:lnTo>
                    <a:pt x="22" y="52"/>
                  </a:lnTo>
                  <a:lnTo>
                    <a:pt x="43" y="57"/>
                  </a:lnTo>
                  <a:lnTo>
                    <a:pt x="67" y="62"/>
                  </a:lnTo>
                  <a:lnTo>
                    <a:pt x="97" y="68"/>
                  </a:lnTo>
                  <a:lnTo>
                    <a:pt x="130" y="71"/>
                  </a:lnTo>
                  <a:lnTo>
                    <a:pt x="169" y="74"/>
                  </a:lnTo>
                  <a:lnTo>
                    <a:pt x="211" y="75"/>
                  </a:lnTo>
                  <a:lnTo>
                    <a:pt x="253" y="74"/>
                  </a:lnTo>
                  <a:lnTo>
                    <a:pt x="290" y="71"/>
                  </a:lnTo>
                  <a:lnTo>
                    <a:pt x="325" y="68"/>
                  </a:lnTo>
                  <a:lnTo>
                    <a:pt x="355" y="62"/>
                  </a:lnTo>
                  <a:lnTo>
                    <a:pt x="379" y="57"/>
                  </a:lnTo>
                  <a:lnTo>
                    <a:pt x="399" y="52"/>
                  </a:lnTo>
                  <a:lnTo>
                    <a:pt x="414" y="46"/>
                  </a:lnTo>
                  <a:lnTo>
                    <a:pt x="421" y="42"/>
                  </a:lnTo>
                  <a:lnTo>
                    <a:pt x="421" y="0"/>
                  </a:lnTo>
                  <a:lnTo>
                    <a:pt x="410" y="4"/>
                  </a:lnTo>
                  <a:lnTo>
                    <a:pt x="399" y="8"/>
                  </a:lnTo>
                  <a:lnTo>
                    <a:pt x="386" y="12"/>
                  </a:lnTo>
                  <a:lnTo>
                    <a:pt x="373" y="14"/>
                  </a:lnTo>
                  <a:lnTo>
                    <a:pt x="344" y="19"/>
                  </a:lnTo>
                  <a:lnTo>
                    <a:pt x="314" y="24"/>
                  </a:lnTo>
                  <a:lnTo>
                    <a:pt x="284" y="27"/>
                  </a:lnTo>
                  <a:lnTo>
                    <a:pt x="256" y="28"/>
                  </a:lnTo>
                  <a:lnTo>
                    <a:pt x="231" y="29"/>
                  </a:lnTo>
                  <a:lnTo>
                    <a:pt x="211" y="30"/>
                  </a:lnTo>
                  <a:lnTo>
                    <a:pt x="191" y="29"/>
                  </a:lnTo>
                  <a:lnTo>
                    <a:pt x="166" y="28"/>
                  </a:lnTo>
                  <a:lnTo>
                    <a:pt x="138" y="27"/>
                  </a:lnTo>
                  <a:lnTo>
                    <a:pt x="108" y="24"/>
                  </a:lnTo>
                  <a:lnTo>
                    <a:pt x="78" y="19"/>
                  </a:lnTo>
                  <a:lnTo>
                    <a:pt x="49" y="15"/>
                  </a:lnTo>
                  <a:lnTo>
                    <a:pt x="35" y="12"/>
                  </a:lnTo>
                  <a:lnTo>
                    <a:pt x="22" y="8"/>
                  </a:lnTo>
                  <a:lnTo>
                    <a:pt x="10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4" name="Freeform 502">
              <a:extLst>
                <a:ext uri="{FF2B5EF4-FFF2-40B4-BE49-F238E27FC236}">
                  <a16:creationId xmlns:a16="http://schemas.microsoft.com/office/drawing/2014/main" xmlns="" id="{FB53FF3C-7C81-42D7-820B-328F83511B8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6025" y="1574800"/>
              <a:ext cx="133350" cy="23813"/>
            </a:xfrm>
            <a:custGeom>
              <a:avLst/>
              <a:gdLst>
                <a:gd name="T0" fmla="*/ 0 w 421"/>
                <a:gd name="T1" fmla="*/ 0 h 75"/>
                <a:gd name="T2" fmla="*/ 0 w 421"/>
                <a:gd name="T3" fmla="*/ 42 h 75"/>
                <a:gd name="T4" fmla="*/ 8 w 421"/>
                <a:gd name="T5" fmla="*/ 48 h 75"/>
                <a:gd name="T6" fmla="*/ 22 w 421"/>
                <a:gd name="T7" fmla="*/ 53 h 75"/>
                <a:gd name="T8" fmla="*/ 43 w 421"/>
                <a:gd name="T9" fmla="*/ 58 h 75"/>
                <a:gd name="T10" fmla="*/ 67 w 421"/>
                <a:gd name="T11" fmla="*/ 64 h 75"/>
                <a:gd name="T12" fmla="*/ 97 w 421"/>
                <a:gd name="T13" fmla="*/ 68 h 75"/>
                <a:gd name="T14" fmla="*/ 130 w 421"/>
                <a:gd name="T15" fmla="*/ 72 h 75"/>
                <a:gd name="T16" fmla="*/ 169 w 421"/>
                <a:gd name="T17" fmla="*/ 74 h 75"/>
                <a:gd name="T18" fmla="*/ 211 w 421"/>
                <a:gd name="T19" fmla="*/ 75 h 75"/>
                <a:gd name="T20" fmla="*/ 253 w 421"/>
                <a:gd name="T21" fmla="*/ 74 h 75"/>
                <a:gd name="T22" fmla="*/ 290 w 421"/>
                <a:gd name="T23" fmla="*/ 72 h 75"/>
                <a:gd name="T24" fmla="*/ 325 w 421"/>
                <a:gd name="T25" fmla="*/ 68 h 75"/>
                <a:gd name="T26" fmla="*/ 355 w 421"/>
                <a:gd name="T27" fmla="*/ 64 h 75"/>
                <a:gd name="T28" fmla="*/ 379 w 421"/>
                <a:gd name="T29" fmla="*/ 58 h 75"/>
                <a:gd name="T30" fmla="*/ 399 w 421"/>
                <a:gd name="T31" fmla="*/ 53 h 75"/>
                <a:gd name="T32" fmla="*/ 414 w 421"/>
                <a:gd name="T33" fmla="*/ 48 h 75"/>
                <a:gd name="T34" fmla="*/ 421 w 421"/>
                <a:gd name="T35" fmla="*/ 42 h 75"/>
                <a:gd name="T36" fmla="*/ 421 w 421"/>
                <a:gd name="T37" fmla="*/ 0 h 75"/>
                <a:gd name="T38" fmla="*/ 410 w 421"/>
                <a:gd name="T39" fmla="*/ 5 h 75"/>
                <a:gd name="T40" fmla="*/ 399 w 421"/>
                <a:gd name="T41" fmla="*/ 9 h 75"/>
                <a:gd name="T42" fmla="*/ 386 w 421"/>
                <a:gd name="T43" fmla="*/ 12 h 75"/>
                <a:gd name="T44" fmla="*/ 373 w 421"/>
                <a:gd name="T45" fmla="*/ 15 h 75"/>
                <a:gd name="T46" fmla="*/ 344 w 421"/>
                <a:gd name="T47" fmla="*/ 21 h 75"/>
                <a:gd name="T48" fmla="*/ 314 w 421"/>
                <a:gd name="T49" fmla="*/ 24 h 75"/>
                <a:gd name="T50" fmla="*/ 284 w 421"/>
                <a:gd name="T51" fmla="*/ 27 h 75"/>
                <a:gd name="T52" fmla="*/ 256 w 421"/>
                <a:gd name="T53" fmla="*/ 29 h 75"/>
                <a:gd name="T54" fmla="*/ 231 w 421"/>
                <a:gd name="T55" fmla="*/ 30 h 75"/>
                <a:gd name="T56" fmla="*/ 211 w 421"/>
                <a:gd name="T57" fmla="*/ 30 h 75"/>
                <a:gd name="T58" fmla="*/ 191 w 421"/>
                <a:gd name="T59" fmla="*/ 30 h 75"/>
                <a:gd name="T60" fmla="*/ 166 w 421"/>
                <a:gd name="T61" fmla="*/ 29 h 75"/>
                <a:gd name="T62" fmla="*/ 138 w 421"/>
                <a:gd name="T63" fmla="*/ 27 h 75"/>
                <a:gd name="T64" fmla="*/ 108 w 421"/>
                <a:gd name="T65" fmla="*/ 24 h 75"/>
                <a:gd name="T66" fmla="*/ 78 w 421"/>
                <a:gd name="T67" fmla="*/ 21 h 75"/>
                <a:gd name="T68" fmla="*/ 49 w 421"/>
                <a:gd name="T69" fmla="*/ 15 h 75"/>
                <a:gd name="T70" fmla="*/ 35 w 421"/>
                <a:gd name="T71" fmla="*/ 12 h 75"/>
                <a:gd name="T72" fmla="*/ 22 w 421"/>
                <a:gd name="T73" fmla="*/ 9 h 75"/>
                <a:gd name="T74" fmla="*/ 10 w 421"/>
                <a:gd name="T75" fmla="*/ 5 h 75"/>
                <a:gd name="T76" fmla="*/ 0 w 421"/>
                <a:gd name="T77" fmla="*/ 1 h 75"/>
                <a:gd name="T78" fmla="*/ 0 w 421"/>
                <a:gd name="T79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421" h="75">
                  <a:moveTo>
                    <a:pt x="0" y="0"/>
                  </a:moveTo>
                  <a:lnTo>
                    <a:pt x="0" y="42"/>
                  </a:lnTo>
                  <a:lnTo>
                    <a:pt x="8" y="48"/>
                  </a:lnTo>
                  <a:lnTo>
                    <a:pt x="22" y="53"/>
                  </a:lnTo>
                  <a:lnTo>
                    <a:pt x="43" y="58"/>
                  </a:lnTo>
                  <a:lnTo>
                    <a:pt x="67" y="64"/>
                  </a:lnTo>
                  <a:lnTo>
                    <a:pt x="97" y="68"/>
                  </a:lnTo>
                  <a:lnTo>
                    <a:pt x="130" y="72"/>
                  </a:lnTo>
                  <a:lnTo>
                    <a:pt x="169" y="74"/>
                  </a:lnTo>
                  <a:lnTo>
                    <a:pt x="211" y="75"/>
                  </a:lnTo>
                  <a:lnTo>
                    <a:pt x="253" y="74"/>
                  </a:lnTo>
                  <a:lnTo>
                    <a:pt x="290" y="72"/>
                  </a:lnTo>
                  <a:lnTo>
                    <a:pt x="325" y="68"/>
                  </a:lnTo>
                  <a:lnTo>
                    <a:pt x="355" y="64"/>
                  </a:lnTo>
                  <a:lnTo>
                    <a:pt x="379" y="58"/>
                  </a:lnTo>
                  <a:lnTo>
                    <a:pt x="399" y="53"/>
                  </a:lnTo>
                  <a:lnTo>
                    <a:pt x="414" y="48"/>
                  </a:lnTo>
                  <a:lnTo>
                    <a:pt x="421" y="42"/>
                  </a:lnTo>
                  <a:lnTo>
                    <a:pt x="421" y="0"/>
                  </a:lnTo>
                  <a:lnTo>
                    <a:pt x="410" y="5"/>
                  </a:lnTo>
                  <a:lnTo>
                    <a:pt x="399" y="9"/>
                  </a:lnTo>
                  <a:lnTo>
                    <a:pt x="386" y="12"/>
                  </a:lnTo>
                  <a:lnTo>
                    <a:pt x="373" y="15"/>
                  </a:lnTo>
                  <a:lnTo>
                    <a:pt x="344" y="21"/>
                  </a:lnTo>
                  <a:lnTo>
                    <a:pt x="314" y="24"/>
                  </a:lnTo>
                  <a:lnTo>
                    <a:pt x="284" y="27"/>
                  </a:lnTo>
                  <a:lnTo>
                    <a:pt x="256" y="29"/>
                  </a:lnTo>
                  <a:lnTo>
                    <a:pt x="231" y="30"/>
                  </a:lnTo>
                  <a:lnTo>
                    <a:pt x="211" y="30"/>
                  </a:lnTo>
                  <a:lnTo>
                    <a:pt x="191" y="30"/>
                  </a:lnTo>
                  <a:lnTo>
                    <a:pt x="166" y="29"/>
                  </a:lnTo>
                  <a:lnTo>
                    <a:pt x="138" y="27"/>
                  </a:lnTo>
                  <a:lnTo>
                    <a:pt x="108" y="24"/>
                  </a:lnTo>
                  <a:lnTo>
                    <a:pt x="78" y="21"/>
                  </a:lnTo>
                  <a:lnTo>
                    <a:pt x="49" y="15"/>
                  </a:lnTo>
                  <a:lnTo>
                    <a:pt x="35" y="12"/>
                  </a:lnTo>
                  <a:lnTo>
                    <a:pt x="22" y="9"/>
                  </a:lnTo>
                  <a:lnTo>
                    <a:pt x="10" y="5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5" name="Freeform 503">
              <a:extLst>
                <a:ext uri="{FF2B5EF4-FFF2-40B4-BE49-F238E27FC236}">
                  <a16:creationId xmlns:a16="http://schemas.microsoft.com/office/drawing/2014/main" xmlns="" id="{B2AFC166-3690-491C-BE8E-D33917F47E7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6025" y="1550988"/>
              <a:ext cx="133350" cy="23813"/>
            </a:xfrm>
            <a:custGeom>
              <a:avLst/>
              <a:gdLst>
                <a:gd name="T0" fmla="*/ 0 w 421"/>
                <a:gd name="T1" fmla="*/ 0 h 75"/>
                <a:gd name="T2" fmla="*/ 0 w 421"/>
                <a:gd name="T3" fmla="*/ 42 h 75"/>
                <a:gd name="T4" fmla="*/ 8 w 421"/>
                <a:gd name="T5" fmla="*/ 47 h 75"/>
                <a:gd name="T6" fmla="*/ 22 w 421"/>
                <a:gd name="T7" fmla="*/ 53 h 75"/>
                <a:gd name="T8" fmla="*/ 43 w 421"/>
                <a:gd name="T9" fmla="*/ 58 h 75"/>
                <a:gd name="T10" fmla="*/ 67 w 421"/>
                <a:gd name="T11" fmla="*/ 64 h 75"/>
                <a:gd name="T12" fmla="*/ 97 w 421"/>
                <a:gd name="T13" fmla="*/ 68 h 75"/>
                <a:gd name="T14" fmla="*/ 130 w 421"/>
                <a:gd name="T15" fmla="*/ 72 h 75"/>
                <a:gd name="T16" fmla="*/ 169 w 421"/>
                <a:gd name="T17" fmla="*/ 74 h 75"/>
                <a:gd name="T18" fmla="*/ 211 w 421"/>
                <a:gd name="T19" fmla="*/ 75 h 75"/>
                <a:gd name="T20" fmla="*/ 253 w 421"/>
                <a:gd name="T21" fmla="*/ 74 h 75"/>
                <a:gd name="T22" fmla="*/ 290 w 421"/>
                <a:gd name="T23" fmla="*/ 72 h 75"/>
                <a:gd name="T24" fmla="*/ 325 w 421"/>
                <a:gd name="T25" fmla="*/ 68 h 75"/>
                <a:gd name="T26" fmla="*/ 355 w 421"/>
                <a:gd name="T27" fmla="*/ 64 h 75"/>
                <a:gd name="T28" fmla="*/ 379 w 421"/>
                <a:gd name="T29" fmla="*/ 58 h 75"/>
                <a:gd name="T30" fmla="*/ 399 w 421"/>
                <a:gd name="T31" fmla="*/ 53 h 75"/>
                <a:gd name="T32" fmla="*/ 414 w 421"/>
                <a:gd name="T33" fmla="*/ 47 h 75"/>
                <a:gd name="T34" fmla="*/ 421 w 421"/>
                <a:gd name="T35" fmla="*/ 42 h 75"/>
                <a:gd name="T36" fmla="*/ 421 w 421"/>
                <a:gd name="T37" fmla="*/ 0 h 75"/>
                <a:gd name="T38" fmla="*/ 410 w 421"/>
                <a:gd name="T39" fmla="*/ 5 h 75"/>
                <a:gd name="T40" fmla="*/ 399 w 421"/>
                <a:gd name="T41" fmla="*/ 9 h 75"/>
                <a:gd name="T42" fmla="*/ 386 w 421"/>
                <a:gd name="T43" fmla="*/ 12 h 75"/>
                <a:gd name="T44" fmla="*/ 373 w 421"/>
                <a:gd name="T45" fmla="*/ 15 h 75"/>
                <a:gd name="T46" fmla="*/ 344 w 421"/>
                <a:gd name="T47" fmla="*/ 21 h 75"/>
                <a:gd name="T48" fmla="*/ 314 w 421"/>
                <a:gd name="T49" fmla="*/ 24 h 75"/>
                <a:gd name="T50" fmla="*/ 284 w 421"/>
                <a:gd name="T51" fmla="*/ 27 h 75"/>
                <a:gd name="T52" fmla="*/ 256 w 421"/>
                <a:gd name="T53" fmla="*/ 29 h 75"/>
                <a:gd name="T54" fmla="*/ 231 w 421"/>
                <a:gd name="T55" fmla="*/ 30 h 75"/>
                <a:gd name="T56" fmla="*/ 211 w 421"/>
                <a:gd name="T57" fmla="*/ 30 h 75"/>
                <a:gd name="T58" fmla="*/ 191 w 421"/>
                <a:gd name="T59" fmla="*/ 30 h 75"/>
                <a:gd name="T60" fmla="*/ 166 w 421"/>
                <a:gd name="T61" fmla="*/ 29 h 75"/>
                <a:gd name="T62" fmla="*/ 138 w 421"/>
                <a:gd name="T63" fmla="*/ 27 h 75"/>
                <a:gd name="T64" fmla="*/ 108 w 421"/>
                <a:gd name="T65" fmla="*/ 24 h 75"/>
                <a:gd name="T66" fmla="*/ 78 w 421"/>
                <a:gd name="T67" fmla="*/ 21 h 75"/>
                <a:gd name="T68" fmla="*/ 49 w 421"/>
                <a:gd name="T69" fmla="*/ 15 h 75"/>
                <a:gd name="T70" fmla="*/ 35 w 421"/>
                <a:gd name="T71" fmla="*/ 12 h 75"/>
                <a:gd name="T72" fmla="*/ 22 w 421"/>
                <a:gd name="T73" fmla="*/ 9 h 75"/>
                <a:gd name="T74" fmla="*/ 10 w 421"/>
                <a:gd name="T75" fmla="*/ 5 h 75"/>
                <a:gd name="T76" fmla="*/ 0 w 421"/>
                <a:gd name="T77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421" h="75">
                  <a:moveTo>
                    <a:pt x="0" y="0"/>
                  </a:moveTo>
                  <a:lnTo>
                    <a:pt x="0" y="42"/>
                  </a:lnTo>
                  <a:lnTo>
                    <a:pt x="8" y="47"/>
                  </a:lnTo>
                  <a:lnTo>
                    <a:pt x="22" y="53"/>
                  </a:lnTo>
                  <a:lnTo>
                    <a:pt x="43" y="58"/>
                  </a:lnTo>
                  <a:lnTo>
                    <a:pt x="67" y="64"/>
                  </a:lnTo>
                  <a:lnTo>
                    <a:pt x="97" y="68"/>
                  </a:lnTo>
                  <a:lnTo>
                    <a:pt x="130" y="72"/>
                  </a:lnTo>
                  <a:lnTo>
                    <a:pt x="169" y="74"/>
                  </a:lnTo>
                  <a:lnTo>
                    <a:pt x="211" y="75"/>
                  </a:lnTo>
                  <a:lnTo>
                    <a:pt x="253" y="74"/>
                  </a:lnTo>
                  <a:lnTo>
                    <a:pt x="290" y="72"/>
                  </a:lnTo>
                  <a:lnTo>
                    <a:pt x="325" y="68"/>
                  </a:lnTo>
                  <a:lnTo>
                    <a:pt x="355" y="64"/>
                  </a:lnTo>
                  <a:lnTo>
                    <a:pt x="379" y="58"/>
                  </a:lnTo>
                  <a:lnTo>
                    <a:pt x="399" y="53"/>
                  </a:lnTo>
                  <a:lnTo>
                    <a:pt x="414" y="47"/>
                  </a:lnTo>
                  <a:lnTo>
                    <a:pt x="421" y="42"/>
                  </a:lnTo>
                  <a:lnTo>
                    <a:pt x="421" y="0"/>
                  </a:lnTo>
                  <a:lnTo>
                    <a:pt x="410" y="5"/>
                  </a:lnTo>
                  <a:lnTo>
                    <a:pt x="399" y="9"/>
                  </a:lnTo>
                  <a:lnTo>
                    <a:pt x="386" y="12"/>
                  </a:lnTo>
                  <a:lnTo>
                    <a:pt x="373" y="15"/>
                  </a:lnTo>
                  <a:lnTo>
                    <a:pt x="344" y="21"/>
                  </a:lnTo>
                  <a:lnTo>
                    <a:pt x="314" y="24"/>
                  </a:lnTo>
                  <a:lnTo>
                    <a:pt x="284" y="27"/>
                  </a:lnTo>
                  <a:lnTo>
                    <a:pt x="256" y="29"/>
                  </a:lnTo>
                  <a:lnTo>
                    <a:pt x="231" y="30"/>
                  </a:lnTo>
                  <a:lnTo>
                    <a:pt x="211" y="30"/>
                  </a:lnTo>
                  <a:lnTo>
                    <a:pt x="191" y="30"/>
                  </a:lnTo>
                  <a:lnTo>
                    <a:pt x="166" y="29"/>
                  </a:lnTo>
                  <a:lnTo>
                    <a:pt x="138" y="27"/>
                  </a:lnTo>
                  <a:lnTo>
                    <a:pt x="108" y="24"/>
                  </a:lnTo>
                  <a:lnTo>
                    <a:pt x="78" y="21"/>
                  </a:lnTo>
                  <a:lnTo>
                    <a:pt x="49" y="15"/>
                  </a:lnTo>
                  <a:lnTo>
                    <a:pt x="35" y="12"/>
                  </a:lnTo>
                  <a:lnTo>
                    <a:pt x="22" y="9"/>
                  </a:lnTo>
                  <a:lnTo>
                    <a:pt x="10" y="5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6" name="Freeform 504">
              <a:extLst>
                <a:ext uri="{FF2B5EF4-FFF2-40B4-BE49-F238E27FC236}">
                  <a16:creationId xmlns:a16="http://schemas.microsoft.com/office/drawing/2014/main" xmlns="" id="{9740A41F-89FD-44D8-9D1F-332E7D538ED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6025" y="1527175"/>
              <a:ext cx="133350" cy="23813"/>
            </a:xfrm>
            <a:custGeom>
              <a:avLst/>
              <a:gdLst>
                <a:gd name="T0" fmla="*/ 0 w 421"/>
                <a:gd name="T1" fmla="*/ 0 h 75"/>
                <a:gd name="T2" fmla="*/ 0 w 421"/>
                <a:gd name="T3" fmla="*/ 42 h 75"/>
                <a:gd name="T4" fmla="*/ 8 w 421"/>
                <a:gd name="T5" fmla="*/ 46 h 75"/>
                <a:gd name="T6" fmla="*/ 22 w 421"/>
                <a:gd name="T7" fmla="*/ 52 h 75"/>
                <a:gd name="T8" fmla="*/ 43 w 421"/>
                <a:gd name="T9" fmla="*/ 58 h 75"/>
                <a:gd name="T10" fmla="*/ 67 w 421"/>
                <a:gd name="T11" fmla="*/ 63 h 75"/>
                <a:gd name="T12" fmla="*/ 97 w 421"/>
                <a:gd name="T13" fmla="*/ 68 h 75"/>
                <a:gd name="T14" fmla="*/ 130 w 421"/>
                <a:gd name="T15" fmla="*/ 72 h 75"/>
                <a:gd name="T16" fmla="*/ 169 w 421"/>
                <a:gd name="T17" fmla="*/ 74 h 75"/>
                <a:gd name="T18" fmla="*/ 211 w 421"/>
                <a:gd name="T19" fmla="*/ 75 h 75"/>
                <a:gd name="T20" fmla="*/ 253 w 421"/>
                <a:gd name="T21" fmla="*/ 74 h 75"/>
                <a:gd name="T22" fmla="*/ 290 w 421"/>
                <a:gd name="T23" fmla="*/ 72 h 75"/>
                <a:gd name="T24" fmla="*/ 325 w 421"/>
                <a:gd name="T25" fmla="*/ 68 h 75"/>
                <a:gd name="T26" fmla="*/ 355 w 421"/>
                <a:gd name="T27" fmla="*/ 63 h 75"/>
                <a:gd name="T28" fmla="*/ 379 w 421"/>
                <a:gd name="T29" fmla="*/ 58 h 75"/>
                <a:gd name="T30" fmla="*/ 399 w 421"/>
                <a:gd name="T31" fmla="*/ 52 h 75"/>
                <a:gd name="T32" fmla="*/ 414 w 421"/>
                <a:gd name="T33" fmla="*/ 47 h 75"/>
                <a:gd name="T34" fmla="*/ 421 w 421"/>
                <a:gd name="T35" fmla="*/ 42 h 75"/>
                <a:gd name="T36" fmla="*/ 421 w 421"/>
                <a:gd name="T37" fmla="*/ 0 h 75"/>
                <a:gd name="T38" fmla="*/ 410 w 421"/>
                <a:gd name="T39" fmla="*/ 4 h 75"/>
                <a:gd name="T40" fmla="*/ 399 w 421"/>
                <a:gd name="T41" fmla="*/ 9 h 75"/>
                <a:gd name="T42" fmla="*/ 386 w 421"/>
                <a:gd name="T43" fmla="*/ 12 h 75"/>
                <a:gd name="T44" fmla="*/ 373 w 421"/>
                <a:gd name="T45" fmla="*/ 15 h 75"/>
                <a:gd name="T46" fmla="*/ 344 w 421"/>
                <a:gd name="T47" fmla="*/ 19 h 75"/>
                <a:gd name="T48" fmla="*/ 314 w 421"/>
                <a:gd name="T49" fmla="*/ 24 h 75"/>
                <a:gd name="T50" fmla="*/ 284 w 421"/>
                <a:gd name="T51" fmla="*/ 27 h 75"/>
                <a:gd name="T52" fmla="*/ 256 w 421"/>
                <a:gd name="T53" fmla="*/ 29 h 75"/>
                <a:gd name="T54" fmla="*/ 231 w 421"/>
                <a:gd name="T55" fmla="*/ 29 h 75"/>
                <a:gd name="T56" fmla="*/ 211 w 421"/>
                <a:gd name="T57" fmla="*/ 30 h 75"/>
                <a:gd name="T58" fmla="*/ 191 w 421"/>
                <a:gd name="T59" fmla="*/ 29 h 75"/>
                <a:gd name="T60" fmla="*/ 166 w 421"/>
                <a:gd name="T61" fmla="*/ 28 h 75"/>
                <a:gd name="T62" fmla="*/ 138 w 421"/>
                <a:gd name="T63" fmla="*/ 27 h 75"/>
                <a:gd name="T64" fmla="*/ 108 w 421"/>
                <a:gd name="T65" fmla="*/ 24 h 75"/>
                <a:gd name="T66" fmla="*/ 78 w 421"/>
                <a:gd name="T67" fmla="*/ 19 h 75"/>
                <a:gd name="T68" fmla="*/ 49 w 421"/>
                <a:gd name="T69" fmla="*/ 15 h 75"/>
                <a:gd name="T70" fmla="*/ 35 w 421"/>
                <a:gd name="T71" fmla="*/ 12 h 75"/>
                <a:gd name="T72" fmla="*/ 22 w 421"/>
                <a:gd name="T73" fmla="*/ 9 h 75"/>
                <a:gd name="T74" fmla="*/ 10 w 421"/>
                <a:gd name="T75" fmla="*/ 4 h 75"/>
                <a:gd name="T76" fmla="*/ 0 w 421"/>
                <a:gd name="T77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421" h="75">
                  <a:moveTo>
                    <a:pt x="0" y="0"/>
                  </a:moveTo>
                  <a:lnTo>
                    <a:pt x="0" y="42"/>
                  </a:lnTo>
                  <a:lnTo>
                    <a:pt x="8" y="46"/>
                  </a:lnTo>
                  <a:lnTo>
                    <a:pt x="22" y="52"/>
                  </a:lnTo>
                  <a:lnTo>
                    <a:pt x="43" y="58"/>
                  </a:lnTo>
                  <a:lnTo>
                    <a:pt x="67" y="63"/>
                  </a:lnTo>
                  <a:lnTo>
                    <a:pt x="97" y="68"/>
                  </a:lnTo>
                  <a:lnTo>
                    <a:pt x="130" y="72"/>
                  </a:lnTo>
                  <a:lnTo>
                    <a:pt x="169" y="74"/>
                  </a:lnTo>
                  <a:lnTo>
                    <a:pt x="211" y="75"/>
                  </a:lnTo>
                  <a:lnTo>
                    <a:pt x="253" y="74"/>
                  </a:lnTo>
                  <a:lnTo>
                    <a:pt x="290" y="72"/>
                  </a:lnTo>
                  <a:lnTo>
                    <a:pt x="325" y="68"/>
                  </a:lnTo>
                  <a:lnTo>
                    <a:pt x="355" y="63"/>
                  </a:lnTo>
                  <a:lnTo>
                    <a:pt x="379" y="58"/>
                  </a:lnTo>
                  <a:lnTo>
                    <a:pt x="399" y="52"/>
                  </a:lnTo>
                  <a:lnTo>
                    <a:pt x="414" y="47"/>
                  </a:lnTo>
                  <a:lnTo>
                    <a:pt x="421" y="42"/>
                  </a:lnTo>
                  <a:lnTo>
                    <a:pt x="421" y="0"/>
                  </a:lnTo>
                  <a:lnTo>
                    <a:pt x="410" y="4"/>
                  </a:lnTo>
                  <a:lnTo>
                    <a:pt x="399" y="9"/>
                  </a:lnTo>
                  <a:lnTo>
                    <a:pt x="386" y="12"/>
                  </a:lnTo>
                  <a:lnTo>
                    <a:pt x="373" y="15"/>
                  </a:lnTo>
                  <a:lnTo>
                    <a:pt x="344" y="19"/>
                  </a:lnTo>
                  <a:lnTo>
                    <a:pt x="314" y="24"/>
                  </a:lnTo>
                  <a:lnTo>
                    <a:pt x="284" y="27"/>
                  </a:lnTo>
                  <a:lnTo>
                    <a:pt x="256" y="29"/>
                  </a:lnTo>
                  <a:lnTo>
                    <a:pt x="231" y="29"/>
                  </a:lnTo>
                  <a:lnTo>
                    <a:pt x="211" y="30"/>
                  </a:lnTo>
                  <a:lnTo>
                    <a:pt x="191" y="29"/>
                  </a:lnTo>
                  <a:lnTo>
                    <a:pt x="166" y="28"/>
                  </a:lnTo>
                  <a:lnTo>
                    <a:pt x="138" y="27"/>
                  </a:lnTo>
                  <a:lnTo>
                    <a:pt x="108" y="24"/>
                  </a:lnTo>
                  <a:lnTo>
                    <a:pt x="78" y="19"/>
                  </a:lnTo>
                  <a:lnTo>
                    <a:pt x="49" y="15"/>
                  </a:lnTo>
                  <a:lnTo>
                    <a:pt x="35" y="12"/>
                  </a:lnTo>
                  <a:lnTo>
                    <a:pt x="22" y="9"/>
                  </a:lnTo>
                  <a:lnTo>
                    <a:pt x="10" y="4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67" name="Group 66" descr="Icon of abacus. ">
            <a:extLst>
              <a:ext uri="{FF2B5EF4-FFF2-40B4-BE49-F238E27FC236}">
                <a16:creationId xmlns:a16="http://schemas.microsoft.com/office/drawing/2014/main" xmlns="" id="{201B668C-AA5F-454E-8E64-CEA32A839FB8}"/>
              </a:ext>
            </a:extLst>
          </p:cNvPr>
          <p:cNvGrpSpPr/>
          <p:nvPr/>
        </p:nvGrpSpPr>
        <p:grpSpPr>
          <a:xfrm>
            <a:off x="8072655" y="3200959"/>
            <a:ext cx="382447" cy="382447"/>
            <a:chOff x="877888" y="771525"/>
            <a:chExt cx="287338" cy="287338"/>
          </a:xfrm>
          <a:solidFill>
            <a:schemeClr val="bg1"/>
          </a:solidFill>
        </p:grpSpPr>
        <p:sp>
          <p:nvSpPr>
            <p:cNvPr id="68" name="Freeform 324">
              <a:extLst>
                <a:ext uri="{FF2B5EF4-FFF2-40B4-BE49-F238E27FC236}">
                  <a16:creationId xmlns:a16="http://schemas.microsoft.com/office/drawing/2014/main" xmlns="" id="{EEBBB4D9-8AD5-4868-B9F5-568F0C326607}"/>
                </a:ext>
              </a:extLst>
            </p:cNvPr>
            <p:cNvSpPr>
              <a:spLocks/>
            </p:cNvSpPr>
            <p:nvPr/>
          </p:nvSpPr>
          <p:spPr bwMode="auto">
            <a:xfrm>
              <a:off x="877888" y="771525"/>
              <a:ext cx="61913" cy="287338"/>
            </a:xfrm>
            <a:custGeom>
              <a:avLst/>
              <a:gdLst>
                <a:gd name="T0" fmla="*/ 0 w 196"/>
                <a:gd name="T1" fmla="*/ 888 h 903"/>
                <a:gd name="T2" fmla="*/ 1 w 196"/>
                <a:gd name="T3" fmla="*/ 895 h 903"/>
                <a:gd name="T4" fmla="*/ 4 w 196"/>
                <a:gd name="T5" fmla="*/ 899 h 903"/>
                <a:gd name="T6" fmla="*/ 10 w 196"/>
                <a:gd name="T7" fmla="*/ 902 h 903"/>
                <a:gd name="T8" fmla="*/ 15 w 196"/>
                <a:gd name="T9" fmla="*/ 903 h 903"/>
                <a:gd name="T10" fmla="*/ 196 w 196"/>
                <a:gd name="T11" fmla="*/ 798 h 903"/>
                <a:gd name="T12" fmla="*/ 160 w 196"/>
                <a:gd name="T13" fmla="*/ 797 h 903"/>
                <a:gd name="T14" fmla="*/ 149 w 196"/>
                <a:gd name="T15" fmla="*/ 793 h 903"/>
                <a:gd name="T16" fmla="*/ 141 w 196"/>
                <a:gd name="T17" fmla="*/ 785 h 903"/>
                <a:gd name="T18" fmla="*/ 136 w 196"/>
                <a:gd name="T19" fmla="*/ 774 h 903"/>
                <a:gd name="T20" fmla="*/ 136 w 196"/>
                <a:gd name="T21" fmla="*/ 738 h 903"/>
                <a:gd name="T22" fmla="*/ 138 w 196"/>
                <a:gd name="T23" fmla="*/ 726 h 903"/>
                <a:gd name="T24" fmla="*/ 145 w 196"/>
                <a:gd name="T25" fmla="*/ 717 h 903"/>
                <a:gd name="T26" fmla="*/ 155 w 196"/>
                <a:gd name="T27" fmla="*/ 710 h 903"/>
                <a:gd name="T28" fmla="*/ 166 w 196"/>
                <a:gd name="T29" fmla="*/ 708 h 903"/>
                <a:gd name="T30" fmla="*/ 196 w 196"/>
                <a:gd name="T31" fmla="*/ 346 h 903"/>
                <a:gd name="T32" fmla="*/ 160 w 196"/>
                <a:gd name="T33" fmla="*/ 345 h 903"/>
                <a:gd name="T34" fmla="*/ 149 w 196"/>
                <a:gd name="T35" fmla="*/ 341 h 903"/>
                <a:gd name="T36" fmla="*/ 141 w 196"/>
                <a:gd name="T37" fmla="*/ 333 h 903"/>
                <a:gd name="T38" fmla="*/ 136 w 196"/>
                <a:gd name="T39" fmla="*/ 322 h 903"/>
                <a:gd name="T40" fmla="*/ 136 w 196"/>
                <a:gd name="T41" fmla="*/ 286 h 903"/>
                <a:gd name="T42" fmla="*/ 138 w 196"/>
                <a:gd name="T43" fmla="*/ 275 h 903"/>
                <a:gd name="T44" fmla="*/ 145 w 196"/>
                <a:gd name="T45" fmla="*/ 265 h 903"/>
                <a:gd name="T46" fmla="*/ 155 w 196"/>
                <a:gd name="T47" fmla="*/ 259 h 903"/>
                <a:gd name="T48" fmla="*/ 166 w 196"/>
                <a:gd name="T49" fmla="*/ 256 h 903"/>
                <a:gd name="T50" fmla="*/ 196 w 196"/>
                <a:gd name="T51" fmla="*/ 196 h 903"/>
                <a:gd name="T52" fmla="*/ 160 w 196"/>
                <a:gd name="T53" fmla="*/ 195 h 903"/>
                <a:gd name="T54" fmla="*/ 149 w 196"/>
                <a:gd name="T55" fmla="*/ 191 h 903"/>
                <a:gd name="T56" fmla="*/ 141 w 196"/>
                <a:gd name="T57" fmla="*/ 182 h 903"/>
                <a:gd name="T58" fmla="*/ 136 w 196"/>
                <a:gd name="T59" fmla="*/ 172 h 903"/>
                <a:gd name="T60" fmla="*/ 136 w 196"/>
                <a:gd name="T61" fmla="*/ 135 h 903"/>
                <a:gd name="T62" fmla="*/ 138 w 196"/>
                <a:gd name="T63" fmla="*/ 123 h 903"/>
                <a:gd name="T64" fmla="*/ 145 w 196"/>
                <a:gd name="T65" fmla="*/ 115 h 903"/>
                <a:gd name="T66" fmla="*/ 155 w 196"/>
                <a:gd name="T67" fmla="*/ 108 h 903"/>
                <a:gd name="T68" fmla="*/ 166 w 196"/>
                <a:gd name="T69" fmla="*/ 105 h 903"/>
                <a:gd name="T70" fmla="*/ 196 w 196"/>
                <a:gd name="T71" fmla="*/ 0 h 903"/>
                <a:gd name="T72" fmla="*/ 12 w 196"/>
                <a:gd name="T73" fmla="*/ 0 h 903"/>
                <a:gd name="T74" fmla="*/ 7 w 196"/>
                <a:gd name="T75" fmla="*/ 2 h 903"/>
                <a:gd name="T76" fmla="*/ 3 w 196"/>
                <a:gd name="T77" fmla="*/ 6 h 903"/>
                <a:gd name="T78" fmla="*/ 1 w 196"/>
                <a:gd name="T79" fmla="*/ 12 h 903"/>
                <a:gd name="T80" fmla="*/ 0 w 196"/>
                <a:gd name="T81" fmla="*/ 15 h 9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96" h="903">
                  <a:moveTo>
                    <a:pt x="0" y="15"/>
                  </a:moveTo>
                  <a:lnTo>
                    <a:pt x="0" y="888"/>
                  </a:lnTo>
                  <a:lnTo>
                    <a:pt x="1" y="891"/>
                  </a:lnTo>
                  <a:lnTo>
                    <a:pt x="1" y="895"/>
                  </a:lnTo>
                  <a:lnTo>
                    <a:pt x="3" y="897"/>
                  </a:lnTo>
                  <a:lnTo>
                    <a:pt x="4" y="899"/>
                  </a:lnTo>
                  <a:lnTo>
                    <a:pt x="7" y="901"/>
                  </a:lnTo>
                  <a:lnTo>
                    <a:pt x="10" y="902"/>
                  </a:lnTo>
                  <a:lnTo>
                    <a:pt x="12" y="903"/>
                  </a:lnTo>
                  <a:lnTo>
                    <a:pt x="15" y="903"/>
                  </a:lnTo>
                  <a:lnTo>
                    <a:pt x="196" y="903"/>
                  </a:lnTo>
                  <a:lnTo>
                    <a:pt x="196" y="798"/>
                  </a:lnTo>
                  <a:lnTo>
                    <a:pt x="166" y="798"/>
                  </a:lnTo>
                  <a:lnTo>
                    <a:pt x="160" y="797"/>
                  </a:lnTo>
                  <a:lnTo>
                    <a:pt x="155" y="796"/>
                  </a:lnTo>
                  <a:lnTo>
                    <a:pt x="149" y="793"/>
                  </a:lnTo>
                  <a:lnTo>
                    <a:pt x="145" y="789"/>
                  </a:lnTo>
                  <a:lnTo>
                    <a:pt x="141" y="785"/>
                  </a:lnTo>
                  <a:lnTo>
                    <a:pt x="138" y="780"/>
                  </a:lnTo>
                  <a:lnTo>
                    <a:pt x="136" y="774"/>
                  </a:lnTo>
                  <a:lnTo>
                    <a:pt x="136" y="768"/>
                  </a:lnTo>
                  <a:lnTo>
                    <a:pt x="136" y="738"/>
                  </a:lnTo>
                  <a:lnTo>
                    <a:pt x="136" y="732"/>
                  </a:lnTo>
                  <a:lnTo>
                    <a:pt x="138" y="726"/>
                  </a:lnTo>
                  <a:lnTo>
                    <a:pt x="141" y="721"/>
                  </a:lnTo>
                  <a:lnTo>
                    <a:pt x="145" y="717"/>
                  </a:lnTo>
                  <a:lnTo>
                    <a:pt x="149" y="713"/>
                  </a:lnTo>
                  <a:lnTo>
                    <a:pt x="155" y="710"/>
                  </a:lnTo>
                  <a:lnTo>
                    <a:pt x="160" y="708"/>
                  </a:lnTo>
                  <a:lnTo>
                    <a:pt x="166" y="708"/>
                  </a:lnTo>
                  <a:lnTo>
                    <a:pt x="196" y="708"/>
                  </a:lnTo>
                  <a:lnTo>
                    <a:pt x="196" y="346"/>
                  </a:lnTo>
                  <a:lnTo>
                    <a:pt x="166" y="346"/>
                  </a:lnTo>
                  <a:lnTo>
                    <a:pt x="160" y="345"/>
                  </a:lnTo>
                  <a:lnTo>
                    <a:pt x="155" y="344"/>
                  </a:lnTo>
                  <a:lnTo>
                    <a:pt x="149" y="341"/>
                  </a:lnTo>
                  <a:lnTo>
                    <a:pt x="145" y="338"/>
                  </a:lnTo>
                  <a:lnTo>
                    <a:pt x="141" y="333"/>
                  </a:lnTo>
                  <a:lnTo>
                    <a:pt x="138" y="328"/>
                  </a:lnTo>
                  <a:lnTo>
                    <a:pt x="136" y="322"/>
                  </a:lnTo>
                  <a:lnTo>
                    <a:pt x="136" y="316"/>
                  </a:lnTo>
                  <a:lnTo>
                    <a:pt x="136" y="286"/>
                  </a:lnTo>
                  <a:lnTo>
                    <a:pt x="136" y="280"/>
                  </a:lnTo>
                  <a:lnTo>
                    <a:pt x="138" y="275"/>
                  </a:lnTo>
                  <a:lnTo>
                    <a:pt x="141" y="269"/>
                  </a:lnTo>
                  <a:lnTo>
                    <a:pt x="145" y="265"/>
                  </a:lnTo>
                  <a:lnTo>
                    <a:pt x="149" y="261"/>
                  </a:lnTo>
                  <a:lnTo>
                    <a:pt x="155" y="259"/>
                  </a:lnTo>
                  <a:lnTo>
                    <a:pt x="160" y="256"/>
                  </a:lnTo>
                  <a:lnTo>
                    <a:pt x="166" y="256"/>
                  </a:lnTo>
                  <a:lnTo>
                    <a:pt x="196" y="256"/>
                  </a:lnTo>
                  <a:lnTo>
                    <a:pt x="196" y="196"/>
                  </a:lnTo>
                  <a:lnTo>
                    <a:pt x="166" y="196"/>
                  </a:lnTo>
                  <a:lnTo>
                    <a:pt x="160" y="195"/>
                  </a:lnTo>
                  <a:lnTo>
                    <a:pt x="155" y="193"/>
                  </a:lnTo>
                  <a:lnTo>
                    <a:pt x="149" y="191"/>
                  </a:lnTo>
                  <a:lnTo>
                    <a:pt x="145" y="187"/>
                  </a:lnTo>
                  <a:lnTo>
                    <a:pt x="141" y="182"/>
                  </a:lnTo>
                  <a:lnTo>
                    <a:pt x="138" y="177"/>
                  </a:lnTo>
                  <a:lnTo>
                    <a:pt x="136" y="172"/>
                  </a:lnTo>
                  <a:lnTo>
                    <a:pt x="136" y="165"/>
                  </a:lnTo>
                  <a:lnTo>
                    <a:pt x="136" y="135"/>
                  </a:lnTo>
                  <a:lnTo>
                    <a:pt x="136" y="130"/>
                  </a:lnTo>
                  <a:lnTo>
                    <a:pt x="138" y="123"/>
                  </a:lnTo>
                  <a:lnTo>
                    <a:pt x="141" y="119"/>
                  </a:lnTo>
                  <a:lnTo>
                    <a:pt x="145" y="115"/>
                  </a:lnTo>
                  <a:lnTo>
                    <a:pt x="149" y="110"/>
                  </a:lnTo>
                  <a:lnTo>
                    <a:pt x="155" y="108"/>
                  </a:lnTo>
                  <a:lnTo>
                    <a:pt x="160" y="106"/>
                  </a:lnTo>
                  <a:lnTo>
                    <a:pt x="166" y="105"/>
                  </a:lnTo>
                  <a:lnTo>
                    <a:pt x="196" y="105"/>
                  </a:lnTo>
                  <a:lnTo>
                    <a:pt x="196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10" y="1"/>
                  </a:lnTo>
                  <a:lnTo>
                    <a:pt x="7" y="2"/>
                  </a:lnTo>
                  <a:lnTo>
                    <a:pt x="4" y="4"/>
                  </a:lnTo>
                  <a:lnTo>
                    <a:pt x="3" y="6"/>
                  </a:lnTo>
                  <a:lnTo>
                    <a:pt x="1" y="10"/>
                  </a:lnTo>
                  <a:lnTo>
                    <a:pt x="1" y="12"/>
                  </a:lnTo>
                  <a:lnTo>
                    <a:pt x="0" y="15"/>
                  </a:lnTo>
                  <a:lnTo>
                    <a:pt x="0" y="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9" name="Freeform 325">
              <a:extLst>
                <a:ext uri="{FF2B5EF4-FFF2-40B4-BE49-F238E27FC236}">
                  <a16:creationId xmlns:a16="http://schemas.microsoft.com/office/drawing/2014/main" xmlns="" id="{4E9C428E-133B-4690-9ED6-8917E4F1E68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7113" y="771525"/>
              <a:ext cx="66675" cy="287338"/>
            </a:xfrm>
            <a:custGeom>
              <a:avLst/>
              <a:gdLst>
                <a:gd name="T0" fmla="*/ 30 w 211"/>
                <a:gd name="T1" fmla="*/ 105 h 903"/>
                <a:gd name="T2" fmla="*/ 41 w 211"/>
                <a:gd name="T3" fmla="*/ 107 h 903"/>
                <a:gd name="T4" fmla="*/ 51 w 211"/>
                <a:gd name="T5" fmla="*/ 115 h 903"/>
                <a:gd name="T6" fmla="*/ 58 w 211"/>
                <a:gd name="T7" fmla="*/ 123 h 903"/>
                <a:gd name="T8" fmla="*/ 60 w 211"/>
                <a:gd name="T9" fmla="*/ 135 h 903"/>
                <a:gd name="T10" fmla="*/ 60 w 211"/>
                <a:gd name="T11" fmla="*/ 172 h 903"/>
                <a:gd name="T12" fmla="*/ 55 w 211"/>
                <a:gd name="T13" fmla="*/ 182 h 903"/>
                <a:gd name="T14" fmla="*/ 47 w 211"/>
                <a:gd name="T15" fmla="*/ 191 h 903"/>
                <a:gd name="T16" fmla="*/ 36 w 211"/>
                <a:gd name="T17" fmla="*/ 195 h 903"/>
                <a:gd name="T18" fmla="*/ 0 w 211"/>
                <a:gd name="T19" fmla="*/ 196 h 903"/>
                <a:gd name="T20" fmla="*/ 30 w 211"/>
                <a:gd name="T21" fmla="*/ 557 h 903"/>
                <a:gd name="T22" fmla="*/ 41 w 211"/>
                <a:gd name="T23" fmla="*/ 560 h 903"/>
                <a:gd name="T24" fmla="*/ 51 w 211"/>
                <a:gd name="T25" fmla="*/ 566 h 903"/>
                <a:gd name="T26" fmla="*/ 58 w 211"/>
                <a:gd name="T27" fmla="*/ 576 h 903"/>
                <a:gd name="T28" fmla="*/ 60 w 211"/>
                <a:gd name="T29" fmla="*/ 587 h 903"/>
                <a:gd name="T30" fmla="*/ 60 w 211"/>
                <a:gd name="T31" fmla="*/ 623 h 903"/>
                <a:gd name="T32" fmla="*/ 55 w 211"/>
                <a:gd name="T33" fmla="*/ 634 h 903"/>
                <a:gd name="T34" fmla="*/ 47 w 211"/>
                <a:gd name="T35" fmla="*/ 643 h 903"/>
                <a:gd name="T36" fmla="*/ 36 w 211"/>
                <a:gd name="T37" fmla="*/ 647 h 903"/>
                <a:gd name="T38" fmla="*/ 0 w 211"/>
                <a:gd name="T39" fmla="*/ 648 h 903"/>
                <a:gd name="T40" fmla="*/ 30 w 211"/>
                <a:gd name="T41" fmla="*/ 708 h 903"/>
                <a:gd name="T42" fmla="*/ 41 w 211"/>
                <a:gd name="T43" fmla="*/ 710 h 903"/>
                <a:gd name="T44" fmla="*/ 51 w 211"/>
                <a:gd name="T45" fmla="*/ 717 h 903"/>
                <a:gd name="T46" fmla="*/ 58 w 211"/>
                <a:gd name="T47" fmla="*/ 726 h 903"/>
                <a:gd name="T48" fmla="*/ 60 w 211"/>
                <a:gd name="T49" fmla="*/ 738 h 903"/>
                <a:gd name="T50" fmla="*/ 60 w 211"/>
                <a:gd name="T51" fmla="*/ 773 h 903"/>
                <a:gd name="T52" fmla="*/ 55 w 211"/>
                <a:gd name="T53" fmla="*/ 785 h 903"/>
                <a:gd name="T54" fmla="*/ 47 w 211"/>
                <a:gd name="T55" fmla="*/ 793 h 903"/>
                <a:gd name="T56" fmla="*/ 36 w 211"/>
                <a:gd name="T57" fmla="*/ 797 h 903"/>
                <a:gd name="T58" fmla="*/ 0 w 211"/>
                <a:gd name="T59" fmla="*/ 798 h 903"/>
                <a:gd name="T60" fmla="*/ 211 w 211"/>
                <a:gd name="T61" fmla="*/ 903 h 903"/>
                <a:gd name="T62" fmla="*/ 181 w 211"/>
                <a:gd name="T63" fmla="*/ 497 h 903"/>
                <a:gd name="T64" fmla="*/ 169 w 211"/>
                <a:gd name="T65" fmla="*/ 495 h 903"/>
                <a:gd name="T66" fmla="*/ 159 w 211"/>
                <a:gd name="T67" fmla="*/ 488 h 903"/>
                <a:gd name="T68" fmla="*/ 153 w 211"/>
                <a:gd name="T69" fmla="*/ 478 h 903"/>
                <a:gd name="T70" fmla="*/ 151 w 211"/>
                <a:gd name="T71" fmla="*/ 467 h 903"/>
                <a:gd name="T72" fmla="*/ 151 w 211"/>
                <a:gd name="T73" fmla="*/ 430 h 903"/>
                <a:gd name="T74" fmla="*/ 155 w 211"/>
                <a:gd name="T75" fmla="*/ 419 h 903"/>
                <a:gd name="T76" fmla="*/ 164 w 211"/>
                <a:gd name="T77" fmla="*/ 412 h 903"/>
                <a:gd name="T78" fmla="*/ 174 w 211"/>
                <a:gd name="T79" fmla="*/ 408 h 903"/>
                <a:gd name="T80" fmla="*/ 211 w 211"/>
                <a:gd name="T81" fmla="*/ 407 h 903"/>
                <a:gd name="T82" fmla="*/ 181 w 211"/>
                <a:gd name="T83" fmla="*/ 346 h 903"/>
                <a:gd name="T84" fmla="*/ 169 w 211"/>
                <a:gd name="T85" fmla="*/ 344 h 903"/>
                <a:gd name="T86" fmla="*/ 159 w 211"/>
                <a:gd name="T87" fmla="*/ 338 h 903"/>
                <a:gd name="T88" fmla="*/ 153 w 211"/>
                <a:gd name="T89" fmla="*/ 328 h 903"/>
                <a:gd name="T90" fmla="*/ 151 w 211"/>
                <a:gd name="T91" fmla="*/ 316 h 903"/>
                <a:gd name="T92" fmla="*/ 151 w 211"/>
                <a:gd name="T93" fmla="*/ 280 h 903"/>
                <a:gd name="T94" fmla="*/ 155 w 211"/>
                <a:gd name="T95" fmla="*/ 269 h 903"/>
                <a:gd name="T96" fmla="*/ 164 w 211"/>
                <a:gd name="T97" fmla="*/ 261 h 903"/>
                <a:gd name="T98" fmla="*/ 174 w 211"/>
                <a:gd name="T99" fmla="*/ 256 h 903"/>
                <a:gd name="T100" fmla="*/ 211 w 211"/>
                <a:gd name="T101" fmla="*/ 256 h 903"/>
                <a:gd name="T102" fmla="*/ 181 w 211"/>
                <a:gd name="T103" fmla="*/ 196 h 903"/>
                <a:gd name="T104" fmla="*/ 169 w 211"/>
                <a:gd name="T105" fmla="*/ 193 h 903"/>
                <a:gd name="T106" fmla="*/ 159 w 211"/>
                <a:gd name="T107" fmla="*/ 187 h 903"/>
                <a:gd name="T108" fmla="*/ 153 w 211"/>
                <a:gd name="T109" fmla="*/ 177 h 903"/>
                <a:gd name="T110" fmla="*/ 151 w 211"/>
                <a:gd name="T111" fmla="*/ 165 h 903"/>
                <a:gd name="T112" fmla="*/ 151 w 211"/>
                <a:gd name="T113" fmla="*/ 130 h 903"/>
                <a:gd name="T114" fmla="*/ 155 w 211"/>
                <a:gd name="T115" fmla="*/ 119 h 903"/>
                <a:gd name="T116" fmla="*/ 164 w 211"/>
                <a:gd name="T117" fmla="*/ 110 h 903"/>
                <a:gd name="T118" fmla="*/ 174 w 211"/>
                <a:gd name="T119" fmla="*/ 106 h 903"/>
                <a:gd name="T120" fmla="*/ 211 w 211"/>
                <a:gd name="T121" fmla="*/ 105 h 903"/>
                <a:gd name="T122" fmla="*/ 0 w 211"/>
                <a:gd name="T123" fmla="*/ 0 h 9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11" h="903">
                  <a:moveTo>
                    <a:pt x="0" y="105"/>
                  </a:moveTo>
                  <a:lnTo>
                    <a:pt x="30" y="105"/>
                  </a:lnTo>
                  <a:lnTo>
                    <a:pt x="36" y="106"/>
                  </a:lnTo>
                  <a:lnTo>
                    <a:pt x="41" y="107"/>
                  </a:lnTo>
                  <a:lnTo>
                    <a:pt x="47" y="110"/>
                  </a:lnTo>
                  <a:lnTo>
                    <a:pt x="51" y="115"/>
                  </a:lnTo>
                  <a:lnTo>
                    <a:pt x="55" y="119"/>
                  </a:lnTo>
                  <a:lnTo>
                    <a:pt x="58" y="123"/>
                  </a:lnTo>
                  <a:lnTo>
                    <a:pt x="60" y="130"/>
                  </a:lnTo>
                  <a:lnTo>
                    <a:pt x="60" y="135"/>
                  </a:lnTo>
                  <a:lnTo>
                    <a:pt x="60" y="165"/>
                  </a:lnTo>
                  <a:lnTo>
                    <a:pt x="60" y="172"/>
                  </a:lnTo>
                  <a:lnTo>
                    <a:pt x="58" y="177"/>
                  </a:lnTo>
                  <a:lnTo>
                    <a:pt x="55" y="182"/>
                  </a:lnTo>
                  <a:lnTo>
                    <a:pt x="51" y="187"/>
                  </a:lnTo>
                  <a:lnTo>
                    <a:pt x="47" y="191"/>
                  </a:lnTo>
                  <a:lnTo>
                    <a:pt x="41" y="193"/>
                  </a:lnTo>
                  <a:lnTo>
                    <a:pt x="36" y="195"/>
                  </a:lnTo>
                  <a:lnTo>
                    <a:pt x="30" y="196"/>
                  </a:lnTo>
                  <a:lnTo>
                    <a:pt x="0" y="196"/>
                  </a:lnTo>
                  <a:lnTo>
                    <a:pt x="0" y="557"/>
                  </a:lnTo>
                  <a:lnTo>
                    <a:pt x="30" y="557"/>
                  </a:lnTo>
                  <a:lnTo>
                    <a:pt x="36" y="558"/>
                  </a:lnTo>
                  <a:lnTo>
                    <a:pt x="41" y="560"/>
                  </a:lnTo>
                  <a:lnTo>
                    <a:pt x="47" y="562"/>
                  </a:lnTo>
                  <a:lnTo>
                    <a:pt x="51" y="566"/>
                  </a:lnTo>
                  <a:lnTo>
                    <a:pt x="55" y="571"/>
                  </a:lnTo>
                  <a:lnTo>
                    <a:pt x="58" y="576"/>
                  </a:lnTo>
                  <a:lnTo>
                    <a:pt x="60" y="581"/>
                  </a:lnTo>
                  <a:lnTo>
                    <a:pt x="60" y="587"/>
                  </a:lnTo>
                  <a:lnTo>
                    <a:pt x="60" y="618"/>
                  </a:lnTo>
                  <a:lnTo>
                    <a:pt x="60" y="623"/>
                  </a:lnTo>
                  <a:lnTo>
                    <a:pt x="58" y="629"/>
                  </a:lnTo>
                  <a:lnTo>
                    <a:pt x="55" y="634"/>
                  </a:lnTo>
                  <a:lnTo>
                    <a:pt x="51" y="638"/>
                  </a:lnTo>
                  <a:lnTo>
                    <a:pt x="47" y="643"/>
                  </a:lnTo>
                  <a:lnTo>
                    <a:pt x="41" y="645"/>
                  </a:lnTo>
                  <a:lnTo>
                    <a:pt x="36" y="647"/>
                  </a:lnTo>
                  <a:lnTo>
                    <a:pt x="30" y="648"/>
                  </a:lnTo>
                  <a:lnTo>
                    <a:pt x="0" y="648"/>
                  </a:lnTo>
                  <a:lnTo>
                    <a:pt x="0" y="708"/>
                  </a:lnTo>
                  <a:lnTo>
                    <a:pt x="30" y="708"/>
                  </a:lnTo>
                  <a:lnTo>
                    <a:pt x="36" y="708"/>
                  </a:lnTo>
                  <a:lnTo>
                    <a:pt x="41" y="710"/>
                  </a:lnTo>
                  <a:lnTo>
                    <a:pt x="47" y="712"/>
                  </a:lnTo>
                  <a:lnTo>
                    <a:pt x="51" y="717"/>
                  </a:lnTo>
                  <a:lnTo>
                    <a:pt x="55" y="721"/>
                  </a:lnTo>
                  <a:lnTo>
                    <a:pt x="58" y="726"/>
                  </a:lnTo>
                  <a:lnTo>
                    <a:pt x="60" y="732"/>
                  </a:lnTo>
                  <a:lnTo>
                    <a:pt x="60" y="738"/>
                  </a:lnTo>
                  <a:lnTo>
                    <a:pt x="60" y="768"/>
                  </a:lnTo>
                  <a:lnTo>
                    <a:pt x="60" y="773"/>
                  </a:lnTo>
                  <a:lnTo>
                    <a:pt x="58" y="780"/>
                  </a:lnTo>
                  <a:lnTo>
                    <a:pt x="55" y="785"/>
                  </a:lnTo>
                  <a:lnTo>
                    <a:pt x="51" y="789"/>
                  </a:lnTo>
                  <a:lnTo>
                    <a:pt x="47" y="793"/>
                  </a:lnTo>
                  <a:lnTo>
                    <a:pt x="41" y="796"/>
                  </a:lnTo>
                  <a:lnTo>
                    <a:pt x="36" y="797"/>
                  </a:lnTo>
                  <a:lnTo>
                    <a:pt x="30" y="798"/>
                  </a:lnTo>
                  <a:lnTo>
                    <a:pt x="0" y="798"/>
                  </a:lnTo>
                  <a:lnTo>
                    <a:pt x="0" y="903"/>
                  </a:lnTo>
                  <a:lnTo>
                    <a:pt x="211" y="903"/>
                  </a:lnTo>
                  <a:lnTo>
                    <a:pt x="211" y="497"/>
                  </a:lnTo>
                  <a:lnTo>
                    <a:pt x="181" y="497"/>
                  </a:lnTo>
                  <a:lnTo>
                    <a:pt x="174" y="497"/>
                  </a:lnTo>
                  <a:lnTo>
                    <a:pt x="169" y="495"/>
                  </a:lnTo>
                  <a:lnTo>
                    <a:pt x="164" y="491"/>
                  </a:lnTo>
                  <a:lnTo>
                    <a:pt x="159" y="488"/>
                  </a:lnTo>
                  <a:lnTo>
                    <a:pt x="155" y="484"/>
                  </a:lnTo>
                  <a:lnTo>
                    <a:pt x="153" y="478"/>
                  </a:lnTo>
                  <a:lnTo>
                    <a:pt x="151" y="473"/>
                  </a:lnTo>
                  <a:lnTo>
                    <a:pt x="151" y="467"/>
                  </a:lnTo>
                  <a:lnTo>
                    <a:pt x="151" y="437"/>
                  </a:lnTo>
                  <a:lnTo>
                    <a:pt x="151" y="430"/>
                  </a:lnTo>
                  <a:lnTo>
                    <a:pt x="153" y="425"/>
                  </a:lnTo>
                  <a:lnTo>
                    <a:pt x="155" y="419"/>
                  </a:lnTo>
                  <a:lnTo>
                    <a:pt x="159" y="415"/>
                  </a:lnTo>
                  <a:lnTo>
                    <a:pt x="164" y="412"/>
                  </a:lnTo>
                  <a:lnTo>
                    <a:pt x="169" y="409"/>
                  </a:lnTo>
                  <a:lnTo>
                    <a:pt x="174" y="408"/>
                  </a:lnTo>
                  <a:lnTo>
                    <a:pt x="181" y="407"/>
                  </a:lnTo>
                  <a:lnTo>
                    <a:pt x="211" y="407"/>
                  </a:lnTo>
                  <a:lnTo>
                    <a:pt x="211" y="346"/>
                  </a:lnTo>
                  <a:lnTo>
                    <a:pt x="181" y="346"/>
                  </a:lnTo>
                  <a:lnTo>
                    <a:pt x="174" y="345"/>
                  </a:lnTo>
                  <a:lnTo>
                    <a:pt x="169" y="344"/>
                  </a:lnTo>
                  <a:lnTo>
                    <a:pt x="164" y="341"/>
                  </a:lnTo>
                  <a:lnTo>
                    <a:pt x="159" y="338"/>
                  </a:lnTo>
                  <a:lnTo>
                    <a:pt x="155" y="333"/>
                  </a:lnTo>
                  <a:lnTo>
                    <a:pt x="153" y="328"/>
                  </a:lnTo>
                  <a:lnTo>
                    <a:pt x="151" y="322"/>
                  </a:lnTo>
                  <a:lnTo>
                    <a:pt x="151" y="316"/>
                  </a:lnTo>
                  <a:lnTo>
                    <a:pt x="151" y="286"/>
                  </a:lnTo>
                  <a:lnTo>
                    <a:pt x="151" y="280"/>
                  </a:lnTo>
                  <a:lnTo>
                    <a:pt x="153" y="275"/>
                  </a:lnTo>
                  <a:lnTo>
                    <a:pt x="155" y="269"/>
                  </a:lnTo>
                  <a:lnTo>
                    <a:pt x="159" y="265"/>
                  </a:lnTo>
                  <a:lnTo>
                    <a:pt x="164" y="261"/>
                  </a:lnTo>
                  <a:lnTo>
                    <a:pt x="169" y="259"/>
                  </a:lnTo>
                  <a:lnTo>
                    <a:pt x="174" y="256"/>
                  </a:lnTo>
                  <a:lnTo>
                    <a:pt x="181" y="256"/>
                  </a:lnTo>
                  <a:lnTo>
                    <a:pt x="211" y="256"/>
                  </a:lnTo>
                  <a:lnTo>
                    <a:pt x="211" y="196"/>
                  </a:lnTo>
                  <a:lnTo>
                    <a:pt x="181" y="196"/>
                  </a:lnTo>
                  <a:lnTo>
                    <a:pt x="174" y="195"/>
                  </a:lnTo>
                  <a:lnTo>
                    <a:pt x="169" y="193"/>
                  </a:lnTo>
                  <a:lnTo>
                    <a:pt x="164" y="191"/>
                  </a:lnTo>
                  <a:lnTo>
                    <a:pt x="159" y="187"/>
                  </a:lnTo>
                  <a:lnTo>
                    <a:pt x="155" y="182"/>
                  </a:lnTo>
                  <a:lnTo>
                    <a:pt x="153" y="177"/>
                  </a:lnTo>
                  <a:lnTo>
                    <a:pt x="151" y="172"/>
                  </a:lnTo>
                  <a:lnTo>
                    <a:pt x="151" y="165"/>
                  </a:lnTo>
                  <a:lnTo>
                    <a:pt x="151" y="135"/>
                  </a:lnTo>
                  <a:lnTo>
                    <a:pt x="151" y="130"/>
                  </a:lnTo>
                  <a:lnTo>
                    <a:pt x="153" y="123"/>
                  </a:lnTo>
                  <a:lnTo>
                    <a:pt x="155" y="119"/>
                  </a:lnTo>
                  <a:lnTo>
                    <a:pt x="159" y="115"/>
                  </a:lnTo>
                  <a:lnTo>
                    <a:pt x="164" y="110"/>
                  </a:lnTo>
                  <a:lnTo>
                    <a:pt x="169" y="108"/>
                  </a:lnTo>
                  <a:lnTo>
                    <a:pt x="174" y="106"/>
                  </a:lnTo>
                  <a:lnTo>
                    <a:pt x="181" y="105"/>
                  </a:lnTo>
                  <a:lnTo>
                    <a:pt x="211" y="105"/>
                  </a:lnTo>
                  <a:lnTo>
                    <a:pt x="211" y="0"/>
                  </a:lnTo>
                  <a:lnTo>
                    <a:pt x="0" y="0"/>
                  </a:lnTo>
                  <a:lnTo>
                    <a:pt x="0" y="1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0" name="Freeform 326">
              <a:extLst>
                <a:ext uri="{FF2B5EF4-FFF2-40B4-BE49-F238E27FC236}">
                  <a16:creationId xmlns:a16="http://schemas.microsoft.com/office/drawing/2014/main" xmlns="" id="{505F0C26-0335-4A1D-AA0D-8C830A4F0DE4}"/>
                </a:ext>
              </a:extLst>
            </p:cNvPr>
            <p:cNvSpPr>
              <a:spLocks/>
            </p:cNvSpPr>
            <p:nvPr/>
          </p:nvSpPr>
          <p:spPr bwMode="auto">
            <a:xfrm>
              <a:off x="949325" y="771525"/>
              <a:ext cx="68263" cy="287338"/>
            </a:xfrm>
            <a:custGeom>
              <a:avLst/>
              <a:gdLst>
                <a:gd name="T0" fmla="*/ 30 w 211"/>
                <a:gd name="T1" fmla="*/ 105 h 903"/>
                <a:gd name="T2" fmla="*/ 42 w 211"/>
                <a:gd name="T3" fmla="*/ 107 h 903"/>
                <a:gd name="T4" fmla="*/ 52 w 211"/>
                <a:gd name="T5" fmla="*/ 115 h 903"/>
                <a:gd name="T6" fmla="*/ 58 w 211"/>
                <a:gd name="T7" fmla="*/ 123 h 903"/>
                <a:gd name="T8" fmla="*/ 60 w 211"/>
                <a:gd name="T9" fmla="*/ 135 h 903"/>
                <a:gd name="T10" fmla="*/ 59 w 211"/>
                <a:gd name="T11" fmla="*/ 172 h 903"/>
                <a:gd name="T12" fmla="*/ 55 w 211"/>
                <a:gd name="T13" fmla="*/ 182 h 903"/>
                <a:gd name="T14" fmla="*/ 47 w 211"/>
                <a:gd name="T15" fmla="*/ 191 h 903"/>
                <a:gd name="T16" fmla="*/ 36 w 211"/>
                <a:gd name="T17" fmla="*/ 195 h 903"/>
                <a:gd name="T18" fmla="*/ 0 w 211"/>
                <a:gd name="T19" fmla="*/ 196 h 903"/>
                <a:gd name="T20" fmla="*/ 30 w 211"/>
                <a:gd name="T21" fmla="*/ 256 h 903"/>
                <a:gd name="T22" fmla="*/ 42 w 211"/>
                <a:gd name="T23" fmla="*/ 259 h 903"/>
                <a:gd name="T24" fmla="*/ 52 w 211"/>
                <a:gd name="T25" fmla="*/ 265 h 903"/>
                <a:gd name="T26" fmla="*/ 58 w 211"/>
                <a:gd name="T27" fmla="*/ 275 h 903"/>
                <a:gd name="T28" fmla="*/ 60 w 211"/>
                <a:gd name="T29" fmla="*/ 286 h 903"/>
                <a:gd name="T30" fmla="*/ 59 w 211"/>
                <a:gd name="T31" fmla="*/ 322 h 903"/>
                <a:gd name="T32" fmla="*/ 55 w 211"/>
                <a:gd name="T33" fmla="*/ 333 h 903"/>
                <a:gd name="T34" fmla="*/ 47 w 211"/>
                <a:gd name="T35" fmla="*/ 341 h 903"/>
                <a:gd name="T36" fmla="*/ 36 w 211"/>
                <a:gd name="T37" fmla="*/ 345 h 903"/>
                <a:gd name="T38" fmla="*/ 0 w 211"/>
                <a:gd name="T39" fmla="*/ 346 h 903"/>
                <a:gd name="T40" fmla="*/ 30 w 211"/>
                <a:gd name="T41" fmla="*/ 708 h 903"/>
                <a:gd name="T42" fmla="*/ 42 w 211"/>
                <a:gd name="T43" fmla="*/ 710 h 903"/>
                <a:gd name="T44" fmla="*/ 52 w 211"/>
                <a:gd name="T45" fmla="*/ 717 h 903"/>
                <a:gd name="T46" fmla="*/ 58 w 211"/>
                <a:gd name="T47" fmla="*/ 726 h 903"/>
                <a:gd name="T48" fmla="*/ 60 w 211"/>
                <a:gd name="T49" fmla="*/ 738 h 903"/>
                <a:gd name="T50" fmla="*/ 59 w 211"/>
                <a:gd name="T51" fmla="*/ 773 h 903"/>
                <a:gd name="T52" fmla="*/ 55 w 211"/>
                <a:gd name="T53" fmla="*/ 785 h 903"/>
                <a:gd name="T54" fmla="*/ 47 w 211"/>
                <a:gd name="T55" fmla="*/ 793 h 903"/>
                <a:gd name="T56" fmla="*/ 36 w 211"/>
                <a:gd name="T57" fmla="*/ 797 h 903"/>
                <a:gd name="T58" fmla="*/ 0 w 211"/>
                <a:gd name="T59" fmla="*/ 798 h 903"/>
                <a:gd name="T60" fmla="*/ 211 w 211"/>
                <a:gd name="T61" fmla="*/ 903 h 903"/>
                <a:gd name="T62" fmla="*/ 181 w 211"/>
                <a:gd name="T63" fmla="*/ 798 h 903"/>
                <a:gd name="T64" fmla="*/ 169 w 211"/>
                <a:gd name="T65" fmla="*/ 796 h 903"/>
                <a:gd name="T66" fmla="*/ 159 w 211"/>
                <a:gd name="T67" fmla="*/ 789 h 903"/>
                <a:gd name="T68" fmla="*/ 153 w 211"/>
                <a:gd name="T69" fmla="*/ 780 h 903"/>
                <a:gd name="T70" fmla="*/ 151 w 211"/>
                <a:gd name="T71" fmla="*/ 768 h 903"/>
                <a:gd name="T72" fmla="*/ 152 w 211"/>
                <a:gd name="T73" fmla="*/ 732 h 903"/>
                <a:gd name="T74" fmla="*/ 156 w 211"/>
                <a:gd name="T75" fmla="*/ 721 h 903"/>
                <a:gd name="T76" fmla="*/ 164 w 211"/>
                <a:gd name="T77" fmla="*/ 713 h 903"/>
                <a:gd name="T78" fmla="*/ 175 w 211"/>
                <a:gd name="T79" fmla="*/ 708 h 903"/>
                <a:gd name="T80" fmla="*/ 211 w 211"/>
                <a:gd name="T81" fmla="*/ 708 h 903"/>
                <a:gd name="T82" fmla="*/ 181 w 211"/>
                <a:gd name="T83" fmla="*/ 648 h 903"/>
                <a:gd name="T84" fmla="*/ 169 w 211"/>
                <a:gd name="T85" fmla="*/ 645 h 903"/>
                <a:gd name="T86" fmla="*/ 159 w 211"/>
                <a:gd name="T87" fmla="*/ 638 h 903"/>
                <a:gd name="T88" fmla="*/ 153 w 211"/>
                <a:gd name="T89" fmla="*/ 629 h 903"/>
                <a:gd name="T90" fmla="*/ 151 w 211"/>
                <a:gd name="T91" fmla="*/ 618 h 903"/>
                <a:gd name="T92" fmla="*/ 152 w 211"/>
                <a:gd name="T93" fmla="*/ 581 h 903"/>
                <a:gd name="T94" fmla="*/ 156 w 211"/>
                <a:gd name="T95" fmla="*/ 571 h 903"/>
                <a:gd name="T96" fmla="*/ 164 w 211"/>
                <a:gd name="T97" fmla="*/ 562 h 903"/>
                <a:gd name="T98" fmla="*/ 175 w 211"/>
                <a:gd name="T99" fmla="*/ 558 h 903"/>
                <a:gd name="T100" fmla="*/ 211 w 211"/>
                <a:gd name="T101" fmla="*/ 557 h 903"/>
                <a:gd name="T102" fmla="*/ 181 w 211"/>
                <a:gd name="T103" fmla="*/ 196 h 903"/>
                <a:gd name="T104" fmla="*/ 169 w 211"/>
                <a:gd name="T105" fmla="*/ 193 h 903"/>
                <a:gd name="T106" fmla="*/ 159 w 211"/>
                <a:gd name="T107" fmla="*/ 187 h 903"/>
                <a:gd name="T108" fmla="*/ 153 w 211"/>
                <a:gd name="T109" fmla="*/ 177 h 903"/>
                <a:gd name="T110" fmla="*/ 151 w 211"/>
                <a:gd name="T111" fmla="*/ 165 h 903"/>
                <a:gd name="T112" fmla="*/ 152 w 211"/>
                <a:gd name="T113" fmla="*/ 130 h 903"/>
                <a:gd name="T114" fmla="*/ 156 w 211"/>
                <a:gd name="T115" fmla="*/ 119 h 903"/>
                <a:gd name="T116" fmla="*/ 164 w 211"/>
                <a:gd name="T117" fmla="*/ 110 h 903"/>
                <a:gd name="T118" fmla="*/ 175 w 211"/>
                <a:gd name="T119" fmla="*/ 106 h 903"/>
                <a:gd name="T120" fmla="*/ 211 w 211"/>
                <a:gd name="T121" fmla="*/ 105 h 903"/>
                <a:gd name="T122" fmla="*/ 0 w 211"/>
                <a:gd name="T123" fmla="*/ 0 h 9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11" h="903">
                  <a:moveTo>
                    <a:pt x="0" y="105"/>
                  </a:moveTo>
                  <a:lnTo>
                    <a:pt x="30" y="105"/>
                  </a:lnTo>
                  <a:lnTo>
                    <a:pt x="36" y="106"/>
                  </a:lnTo>
                  <a:lnTo>
                    <a:pt x="42" y="107"/>
                  </a:lnTo>
                  <a:lnTo>
                    <a:pt x="47" y="110"/>
                  </a:lnTo>
                  <a:lnTo>
                    <a:pt x="52" y="115"/>
                  </a:lnTo>
                  <a:lnTo>
                    <a:pt x="55" y="119"/>
                  </a:lnTo>
                  <a:lnTo>
                    <a:pt x="58" y="123"/>
                  </a:lnTo>
                  <a:lnTo>
                    <a:pt x="59" y="130"/>
                  </a:lnTo>
                  <a:lnTo>
                    <a:pt x="60" y="135"/>
                  </a:lnTo>
                  <a:lnTo>
                    <a:pt x="60" y="165"/>
                  </a:lnTo>
                  <a:lnTo>
                    <a:pt x="59" y="172"/>
                  </a:lnTo>
                  <a:lnTo>
                    <a:pt x="58" y="177"/>
                  </a:lnTo>
                  <a:lnTo>
                    <a:pt x="55" y="182"/>
                  </a:lnTo>
                  <a:lnTo>
                    <a:pt x="52" y="187"/>
                  </a:lnTo>
                  <a:lnTo>
                    <a:pt x="47" y="191"/>
                  </a:lnTo>
                  <a:lnTo>
                    <a:pt x="42" y="193"/>
                  </a:lnTo>
                  <a:lnTo>
                    <a:pt x="36" y="195"/>
                  </a:lnTo>
                  <a:lnTo>
                    <a:pt x="30" y="196"/>
                  </a:lnTo>
                  <a:lnTo>
                    <a:pt x="0" y="196"/>
                  </a:lnTo>
                  <a:lnTo>
                    <a:pt x="0" y="256"/>
                  </a:lnTo>
                  <a:lnTo>
                    <a:pt x="30" y="256"/>
                  </a:lnTo>
                  <a:lnTo>
                    <a:pt x="36" y="256"/>
                  </a:lnTo>
                  <a:lnTo>
                    <a:pt x="42" y="259"/>
                  </a:lnTo>
                  <a:lnTo>
                    <a:pt x="47" y="261"/>
                  </a:lnTo>
                  <a:lnTo>
                    <a:pt x="52" y="265"/>
                  </a:lnTo>
                  <a:lnTo>
                    <a:pt x="55" y="269"/>
                  </a:lnTo>
                  <a:lnTo>
                    <a:pt x="58" y="275"/>
                  </a:lnTo>
                  <a:lnTo>
                    <a:pt x="59" y="280"/>
                  </a:lnTo>
                  <a:lnTo>
                    <a:pt x="60" y="286"/>
                  </a:lnTo>
                  <a:lnTo>
                    <a:pt x="60" y="316"/>
                  </a:lnTo>
                  <a:lnTo>
                    <a:pt x="59" y="322"/>
                  </a:lnTo>
                  <a:lnTo>
                    <a:pt x="58" y="328"/>
                  </a:lnTo>
                  <a:lnTo>
                    <a:pt x="55" y="333"/>
                  </a:lnTo>
                  <a:lnTo>
                    <a:pt x="52" y="338"/>
                  </a:lnTo>
                  <a:lnTo>
                    <a:pt x="47" y="341"/>
                  </a:lnTo>
                  <a:lnTo>
                    <a:pt x="42" y="344"/>
                  </a:lnTo>
                  <a:lnTo>
                    <a:pt x="36" y="345"/>
                  </a:lnTo>
                  <a:lnTo>
                    <a:pt x="30" y="346"/>
                  </a:lnTo>
                  <a:lnTo>
                    <a:pt x="0" y="346"/>
                  </a:lnTo>
                  <a:lnTo>
                    <a:pt x="0" y="708"/>
                  </a:lnTo>
                  <a:lnTo>
                    <a:pt x="30" y="708"/>
                  </a:lnTo>
                  <a:lnTo>
                    <a:pt x="36" y="708"/>
                  </a:lnTo>
                  <a:lnTo>
                    <a:pt x="42" y="710"/>
                  </a:lnTo>
                  <a:lnTo>
                    <a:pt x="47" y="712"/>
                  </a:lnTo>
                  <a:lnTo>
                    <a:pt x="52" y="717"/>
                  </a:lnTo>
                  <a:lnTo>
                    <a:pt x="55" y="721"/>
                  </a:lnTo>
                  <a:lnTo>
                    <a:pt x="58" y="726"/>
                  </a:lnTo>
                  <a:lnTo>
                    <a:pt x="59" y="732"/>
                  </a:lnTo>
                  <a:lnTo>
                    <a:pt x="60" y="738"/>
                  </a:lnTo>
                  <a:lnTo>
                    <a:pt x="60" y="768"/>
                  </a:lnTo>
                  <a:lnTo>
                    <a:pt x="59" y="773"/>
                  </a:lnTo>
                  <a:lnTo>
                    <a:pt x="58" y="780"/>
                  </a:lnTo>
                  <a:lnTo>
                    <a:pt x="55" y="785"/>
                  </a:lnTo>
                  <a:lnTo>
                    <a:pt x="52" y="789"/>
                  </a:lnTo>
                  <a:lnTo>
                    <a:pt x="47" y="793"/>
                  </a:lnTo>
                  <a:lnTo>
                    <a:pt x="42" y="796"/>
                  </a:lnTo>
                  <a:lnTo>
                    <a:pt x="36" y="797"/>
                  </a:lnTo>
                  <a:lnTo>
                    <a:pt x="30" y="798"/>
                  </a:lnTo>
                  <a:lnTo>
                    <a:pt x="0" y="798"/>
                  </a:lnTo>
                  <a:lnTo>
                    <a:pt x="0" y="903"/>
                  </a:lnTo>
                  <a:lnTo>
                    <a:pt x="211" y="903"/>
                  </a:lnTo>
                  <a:lnTo>
                    <a:pt x="211" y="798"/>
                  </a:lnTo>
                  <a:lnTo>
                    <a:pt x="181" y="798"/>
                  </a:lnTo>
                  <a:lnTo>
                    <a:pt x="175" y="797"/>
                  </a:lnTo>
                  <a:lnTo>
                    <a:pt x="169" y="796"/>
                  </a:lnTo>
                  <a:lnTo>
                    <a:pt x="164" y="793"/>
                  </a:lnTo>
                  <a:lnTo>
                    <a:pt x="159" y="789"/>
                  </a:lnTo>
                  <a:lnTo>
                    <a:pt x="156" y="785"/>
                  </a:lnTo>
                  <a:lnTo>
                    <a:pt x="153" y="780"/>
                  </a:lnTo>
                  <a:lnTo>
                    <a:pt x="152" y="774"/>
                  </a:lnTo>
                  <a:lnTo>
                    <a:pt x="151" y="768"/>
                  </a:lnTo>
                  <a:lnTo>
                    <a:pt x="151" y="738"/>
                  </a:lnTo>
                  <a:lnTo>
                    <a:pt x="152" y="732"/>
                  </a:lnTo>
                  <a:lnTo>
                    <a:pt x="153" y="726"/>
                  </a:lnTo>
                  <a:lnTo>
                    <a:pt x="156" y="721"/>
                  </a:lnTo>
                  <a:lnTo>
                    <a:pt x="159" y="717"/>
                  </a:lnTo>
                  <a:lnTo>
                    <a:pt x="164" y="713"/>
                  </a:lnTo>
                  <a:lnTo>
                    <a:pt x="169" y="710"/>
                  </a:lnTo>
                  <a:lnTo>
                    <a:pt x="175" y="708"/>
                  </a:lnTo>
                  <a:lnTo>
                    <a:pt x="181" y="708"/>
                  </a:lnTo>
                  <a:lnTo>
                    <a:pt x="211" y="708"/>
                  </a:lnTo>
                  <a:lnTo>
                    <a:pt x="211" y="648"/>
                  </a:lnTo>
                  <a:lnTo>
                    <a:pt x="181" y="648"/>
                  </a:lnTo>
                  <a:lnTo>
                    <a:pt x="175" y="647"/>
                  </a:lnTo>
                  <a:lnTo>
                    <a:pt x="169" y="645"/>
                  </a:lnTo>
                  <a:lnTo>
                    <a:pt x="164" y="643"/>
                  </a:lnTo>
                  <a:lnTo>
                    <a:pt x="159" y="638"/>
                  </a:lnTo>
                  <a:lnTo>
                    <a:pt x="156" y="634"/>
                  </a:lnTo>
                  <a:lnTo>
                    <a:pt x="153" y="629"/>
                  </a:lnTo>
                  <a:lnTo>
                    <a:pt x="152" y="623"/>
                  </a:lnTo>
                  <a:lnTo>
                    <a:pt x="151" y="618"/>
                  </a:lnTo>
                  <a:lnTo>
                    <a:pt x="151" y="587"/>
                  </a:lnTo>
                  <a:lnTo>
                    <a:pt x="152" y="581"/>
                  </a:lnTo>
                  <a:lnTo>
                    <a:pt x="153" y="576"/>
                  </a:lnTo>
                  <a:lnTo>
                    <a:pt x="156" y="571"/>
                  </a:lnTo>
                  <a:lnTo>
                    <a:pt x="159" y="566"/>
                  </a:lnTo>
                  <a:lnTo>
                    <a:pt x="164" y="562"/>
                  </a:lnTo>
                  <a:lnTo>
                    <a:pt x="169" y="560"/>
                  </a:lnTo>
                  <a:lnTo>
                    <a:pt x="175" y="558"/>
                  </a:lnTo>
                  <a:lnTo>
                    <a:pt x="181" y="557"/>
                  </a:lnTo>
                  <a:lnTo>
                    <a:pt x="211" y="557"/>
                  </a:lnTo>
                  <a:lnTo>
                    <a:pt x="211" y="196"/>
                  </a:lnTo>
                  <a:lnTo>
                    <a:pt x="181" y="196"/>
                  </a:lnTo>
                  <a:lnTo>
                    <a:pt x="175" y="195"/>
                  </a:lnTo>
                  <a:lnTo>
                    <a:pt x="169" y="193"/>
                  </a:lnTo>
                  <a:lnTo>
                    <a:pt x="164" y="191"/>
                  </a:lnTo>
                  <a:lnTo>
                    <a:pt x="159" y="187"/>
                  </a:lnTo>
                  <a:lnTo>
                    <a:pt x="156" y="182"/>
                  </a:lnTo>
                  <a:lnTo>
                    <a:pt x="153" y="177"/>
                  </a:lnTo>
                  <a:lnTo>
                    <a:pt x="152" y="172"/>
                  </a:lnTo>
                  <a:lnTo>
                    <a:pt x="151" y="165"/>
                  </a:lnTo>
                  <a:lnTo>
                    <a:pt x="151" y="135"/>
                  </a:lnTo>
                  <a:lnTo>
                    <a:pt x="152" y="130"/>
                  </a:lnTo>
                  <a:lnTo>
                    <a:pt x="153" y="123"/>
                  </a:lnTo>
                  <a:lnTo>
                    <a:pt x="156" y="119"/>
                  </a:lnTo>
                  <a:lnTo>
                    <a:pt x="159" y="115"/>
                  </a:lnTo>
                  <a:lnTo>
                    <a:pt x="164" y="110"/>
                  </a:lnTo>
                  <a:lnTo>
                    <a:pt x="169" y="108"/>
                  </a:lnTo>
                  <a:lnTo>
                    <a:pt x="175" y="106"/>
                  </a:lnTo>
                  <a:lnTo>
                    <a:pt x="181" y="105"/>
                  </a:lnTo>
                  <a:lnTo>
                    <a:pt x="211" y="105"/>
                  </a:lnTo>
                  <a:lnTo>
                    <a:pt x="211" y="0"/>
                  </a:lnTo>
                  <a:lnTo>
                    <a:pt x="0" y="0"/>
                  </a:lnTo>
                  <a:lnTo>
                    <a:pt x="0" y="1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1" name="Freeform 327">
              <a:extLst>
                <a:ext uri="{FF2B5EF4-FFF2-40B4-BE49-F238E27FC236}">
                  <a16:creationId xmlns:a16="http://schemas.microsoft.com/office/drawing/2014/main" xmlns="" id="{EE66CB30-F704-45C9-BA83-17BA7DC138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3313" y="771525"/>
              <a:ext cx="61913" cy="287338"/>
            </a:xfrm>
            <a:custGeom>
              <a:avLst/>
              <a:gdLst>
                <a:gd name="T0" fmla="*/ 0 w 195"/>
                <a:gd name="T1" fmla="*/ 0 h 903"/>
                <a:gd name="T2" fmla="*/ 30 w 195"/>
                <a:gd name="T3" fmla="*/ 105 h 903"/>
                <a:gd name="T4" fmla="*/ 42 w 195"/>
                <a:gd name="T5" fmla="*/ 107 h 903"/>
                <a:gd name="T6" fmla="*/ 51 w 195"/>
                <a:gd name="T7" fmla="*/ 115 h 903"/>
                <a:gd name="T8" fmla="*/ 58 w 195"/>
                <a:gd name="T9" fmla="*/ 123 h 903"/>
                <a:gd name="T10" fmla="*/ 60 w 195"/>
                <a:gd name="T11" fmla="*/ 135 h 903"/>
                <a:gd name="T12" fmla="*/ 59 w 195"/>
                <a:gd name="T13" fmla="*/ 172 h 903"/>
                <a:gd name="T14" fmla="*/ 55 w 195"/>
                <a:gd name="T15" fmla="*/ 182 h 903"/>
                <a:gd name="T16" fmla="*/ 47 w 195"/>
                <a:gd name="T17" fmla="*/ 191 h 903"/>
                <a:gd name="T18" fmla="*/ 36 w 195"/>
                <a:gd name="T19" fmla="*/ 195 h 903"/>
                <a:gd name="T20" fmla="*/ 0 w 195"/>
                <a:gd name="T21" fmla="*/ 196 h 903"/>
                <a:gd name="T22" fmla="*/ 30 w 195"/>
                <a:gd name="T23" fmla="*/ 256 h 903"/>
                <a:gd name="T24" fmla="*/ 42 w 195"/>
                <a:gd name="T25" fmla="*/ 259 h 903"/>
                <a:gd name="T26" fmla="*/ 51 w 195"/>
                <a:gd name="T27" fmla="*/ 265 h 903"/>
                <a:gd name="T28" fmla="*/ 58 w 195"/>
                <a:gd name="T29" fmla="*/ 275 h 903"/>
                <a:gd name="T30" fmla="*/ 60 w 195"/>
                <a:gd name="T31" fmla="*/ 286 h 903"/>
                <a:gd name="T32" fmla="*/ 59 w 195"/>
                <a:gd name="T33" fmla="*/ 322 h 903"/>
                <a:gd name="T34" fmla="*/ 55 w 195"/>
                <a:gd name="T35" fmla="*/ 333 h 903"/>
                <a:gd name="T36" fmla="*/ 47 w 195"/>
                <a:gd name="T37" fmla="*/ 341 h 903"/>
                <a:gd name="T38" fmla="*/ 36 w 195"/>
                <a:gd name="T39" fmla="*/ 345 h 903"/>
                <a:gd name="T40" fmla="*/ 0 w 195"/>
                <a:gd name="T41" fmla="*/ 346 h 903"/>
                <a:gd name="T42" fmla="*/ 30 w 195"/>
                <a:gd name="T43" fmla="*/ 407 h 903"/>
                <a:gd name="T44" fmla="*/ 42 w 195"/>
                <a:gd name="T45" fmla="*/ 409 h 903"/>
                <a:gd name="T46" fmla="*/ 51 w 195"/>
                <a:gd name="T47" fmla="*/ 415 h 903"/>
                <a:gd name="T48" fmla="*/ 58 w 195"/>
                <a:gd name="T49" fmla="*/ 425 h 903"/>
                <a:gd name="T50" fmla="*/ 60 w 195"/>
                <a:gd name="T51" fmla="*/ 437 h 903"/>
                <a:gd name="T52" fmla="*/ 59 w 195"/>
                <a:gd name="T53" fmla="*/ 473 h 903"/>
                <a:gd name="T54" fmla="*/ 55 w 195"/>
                <a:gd name="T55" fmla="*/ 484 h 903"/>
                <a:gd name="T56" fmla="*/ 47 w 195"/>
                <a:gd name="T57" fmla="*/ 491 h 903"/>
                <a:gd name="T58" fmla="*/ 36 w 195"/>
                <a:gd name="T59" fmla="*/ 497 h 903"/>
                <a:gd name="T60" fmla="*/ 0 w 195"/>
                <a:gd name="T61" fmla="*/ 497 h 903"/>
                <a:gd name="T62" fmla="*/ 180 w 195"/>
                <a:gd name="T63" fmla="*/ 903 h 903"/>
                <a:gd name="T64" fmla="*/ 187 w 195"/>
                <a:gd name="T65" fmla="*/ 902 h 903"/>
                <a:gd name="T66" fmla="*/ 191 w 195"/>
                <a:gd name="T67" fmla="*/ 899 h 903"/>
                <a:gd name="T68" fmla="*/ 194 w 195"/>
                <a:gd name="T69" fmla="*/ 895 h 903"/>
                <a:gd name="T70" fmla="*/ 195 w 195"/>
                <a:gd name="T71" fmla="*/ 888 h 903"/>
                <a:gd name="T72" fmla="*/ 195 w 195"/>
                <a:gd name="T73" fmla="*/ 12 h 903"/>
                <a:gd name="T74" fmla="*/ 193 w 195"/>
                <a:gd name="T75" fmla="*/ 6 h 903"/>
                <a:gd name="T76" fmla="*/ 189 w 195"/>
                <a:gd name="T77" fmla="*/ 2 h 903"/>
                <a:gd name="T78" fmla="*/ 183 w 195"/>
                <a:gd name="T79" fmla="*/ 0 h 903"/>
                <a:gd name="T80" fmla="*/ 180 w 195"/>
                <a:gd name="T81" fmla="*/ 0 h 9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95" h="903">
                  <a:moveTo>
                    <a:pt x="180" y="0"/>
                  </a:moveTo>
                  <a:lnTo>
                    <a:pt x="0" y="0"/>
                  </a:lnTo>
                  <a:lnTo>
                    <a:pt x="0" y="105"/>
                  </a:lnTo>
                  <a:lnTo>
                    <a:pt x="30" y="105"/>
                  </a:lnTo>
                  <a:lnTo>
                    <a:pt x="36" y="106"/>
                  </a:lnTo>
                  <a:lnTo>
                    <a:pt x="42" y="107"/>
                  </a:lnTo>
                  <a:lnTo>
                    <a:pt x="47" y="110"/>
                  </a:lnTo>
                  <a:lnTo>
                    <a:pt x="51" y="115"/>
                  </a:lnTo>
                  <a:lnTo>
                    <a:pt x="55" y="119"/>
                  </a:lnTo>
                  <a:lnTo>
                    <a:pt x="58" y="123"/>
                  </a:lnTo>
                  <a:lnTo>
                    <a:pt x="59" y="130"/>
                  </a:lnTo>
                  <a:lnTo>
                    <a:pt x="60" y="135"/>
                  </a:lnTo>
                  <a:lnTo>
                    <a:pt x="60" y="165"/>
                  </a:lnTo>
                  <a:lnTo>
                    <a:pt x="59" y="172"/>
                  </a:lnTo>
                  <a:lnTo>
                    <a:pt x="58" y="177"/>
                  </a:lnTo>
                  <a:lnTo>
                    <a:pt x="55" y="182"/>
                  </a:lnTo>
                  <a:lnTo>
                    <a:pt x="51" y="187"/>
                  </a:lnTo>
                  <a:lnTo>
                    <a:pt x="47" y="191"/>
                  </a:lnTo>
                  <a:lnTo>
                    <a:pt x="42" y="193"/>
                  </a:lnTo>
                  <a:lnTo>
                    <a:pt x="36" y="195"/>
                  </a:lnTo>
                  <a:lnTo>
                    <a:pt x="30" y="196"/>
                  </a:lnTo>
                  <a:lnTo>
                    <a:pt x="0" y="196"/>
                  </a:lnTo>
                  <a:lnTo>
                    <a:pt x="0" y="256"/>
                  </a:lnTo>
                  <a:lnTo>
                    <a:pt x="30" y="256"/>
                  </a:lnTo>
                  <a:lnTo>
                    <a:pt x="36" y="256"/>
                  </a:lnTo>
                  <a:lnTo>
                    <a:pt x="42" y="259"/>
                  </a:lnTo>
                  <a:lnTo>
                    <a:pt x="47" y="261"/>
                  </a:lnTo>
                  <a:lnTo>
                    <a:pt x="51" y="265"/>
                  </a:lnTo>
                  <a:lnTo>
                    <a:pt x="55" y="269"/>
                  </a:lnTo>
                  <a:lnTo>
                    <a:pt x="58" y="275"/>
                  </a:lnTo>
                  <a:lnTo>
                    <a:pt x="59" y="280"/>
                  </a:lnTo>
                  <a:lnTo>
                    <a:pt x="60" y="286"/>
                  </a:lnTo>
                  <a:lnTo>
                    <a:pt x="60" y="316"/>
                  </a:lnTo>
                  <a:lnTo>
                    <a:pt x="59" y="322"/>
                  </a:lnTo>
                  <a:lnTo>
                    <a:pt x="58" y="328"/>
                  </a:lnTo>
                  <a:lnTo>
                    <a:pt x="55" y="333"/>
                  </a:lnTo>
                  <a:lnTo>
                    <a:pt x="51" y="338"/>
                  </a:lnTo>
                  <a:lnTo>
                    <a:pt x="47" y="341"/>
                  </a:lnTo>
                  <a:lnTo>
                    <a:pt x="42" y="344"/>
                  </a:lnTo>
                  <a:lnTo>
                    <a:pt x="36" y="345"/>
                  </a:lnTo>
                  <a:lnTo>
                    <a:pt x="30" y="346"/>
                  </a:lnTo>
                  <a:lnTo>
                    <a:pt x="0" y="346"/>
                  </a:lnTo>
                  <a:lnTo>
                    <a:pt x="0" y="407"/>
                  </a:lnTo>
                  <a:lnTo>
                    <a:pt x="30" y="407"/>
                  </a:lnTo>
                  <a:lnTo>
                    <a:pt x="36" y="408"/>
                  </a:lnTo>
                  <a:lnTo>
                    <a:pt x="42" y="409"/>
                  </a:lnTo>
                  <a:lnTo>
                    <a:pt x="47" y="412"/>
                  </a:lnTo>
                  <a:lnTo>
                    <a:pt x="51" y="415"/>
                  </a:lnTo>
                  <a:lnTo>
                    <a:pt x="55" y="419"/>
                  </a:lnTo>
                  <a:lnTo>
                    <a:pt x="58" y="425"/>
                  </a:lnTo>
                  <a:lnTo>
                    <a:pt x="59" y="430"/>
                  </a:lnTo>
                  <a:lnTo>
                    <a:pt x="60" y="437"/>
                  </a:lnTo>
                  <a:lnTo>
                    <a:pt x="60" y="467"/>
                  </a:lnTo>
                  <a:lnTo>
                    <a:pt x="59" y="473"/>
                  </a:lnTo>
                  <a:lnTo>
                    <a:pt x="58" y="478"/>
                  </a:lnTo>
                  <a:lnTo>
                    <a:pt x="55" y="484"/>
                  </a:lnTo>
                  <a:lnTo>
                    <a:pt x="51" y="488"/>
                  </a:lnTo>
                  <a:lnTo>
                    <a:pt x="47" y="491"/>
                  </a:lnTo>
                  <a:lnTo>
                    <a:pt x="42" y="495"/>
                  </a:lnTo>
                  <a:lnTo>
                    <a:pt x="36" y="497"/>
                  </a:lnTo>
                  <a:lnTo>
                    <a:pt x="30" y="497"/>
                  </a:lnTo>
                  <a:lnTo>
                    <a:pt x="0" y="497"/>
                  </a:lnTo>
                  <a:lnTo>
                    <a:pt x="0" y="903"/>
                  </a:lnTo>
                  <a:lnTo>
                    <a:pt x="180" y="903"/>
                  </a:lnTo>
                  <a:lnTo>
                    <a:pt x="183" y="903"/>
                  </a:lnTo>
                  <a:lnTo>
                    <a:pt x="187" y="902"/>
                  </a:lnTo>
                  <a:lnTo>
                    <a:pt x="189" y="901"/>
                  </a:lnTo>
                  <a:lnTo>
                    <a:pt x="191" y="899"/>
                  </a:lnTo>
                  <a:lnTo>
                    <a:pt x="193" y="897"/>
                  </a:lnTo>
                  <a:lnTo>
                    <a:pt x="194" y="895"/>
                  </a:lnTo>
                  <a:lnTo>
                    <a:pt x="195" y="891"/>
                  </a:lnTo>
                  <a:lnTo>
                    <a:pt x="195" y="888"/>
                  </a:lnTo>
                  <a:lnTo>
                    <a:pt x="195" y="15"/>
                  </a:lnTo>
                  <a:lnTo>
                    <a:pt x="195" y="12"/>
                  </a:lnTo>
                  <a:lnTo>
                    <a:pt x="194" y="10"/>
                  </a:lnTo>
                  <a:lnTo>
                    <a:pt x="193" y="6"/>
                  </a:lnTo>
                  <a:lnTo>
                    <a:pt x="191" y="4"/>
                  </a:lnTo>
                  <a:lnTo>
                    <a:pt x="189" y="2"/>
                  </a:lnTo>
                  <a:lnTo>
                    <a:pt x="187" y="1"/>
                  </a:lnTo>
                  <a:lnTo>
                    <a:pt x="183" y="0"/>
                  </a:lnTo>
                  <a:lnTo>
                    <a:pt x="180" y="0"/>
                  </a:lnTo>
                  <a:lnTo>
                    <a:pt x="18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72" name="Freeform 2319" descr="Icon of leaf. ">
            <a:extLst>
              <a:ext uri="{FF2B5EF4-FFF2-40B4-BE49-F238E27FC236}">
                <a16:creationId xmlns:a16="http://schemas.microsoft.com/office/drawing/2014/main" xmlns="" id="{4C935A16-4F4C-4B17-B911-F1D554A088A8}"/>
              </a:ext>
            </a:extLst>
          </p:cNvPr>
          <p:cNvSpPr>
            <a:spLocks noEditPoints="1"/>
          </p:cNvSpPr>
          <p:nvPr/>
        </p:nvSpPr>
        <p:spPr bwMode="auto">
          <a:xfrm>
            <a:off x="10262302" y="3211524"/>
            <a:ext cx="367656" cy="367656"/>
          </a:xfrm>
          <a:custGeom>
            <a:avLst/>
            <a:gdLst>
              <a:gd name="T0" fmla="*/ 550 w 868"/>
              <a:gd name="T1" fmla="*/ 453 h 868"/>
              <a:gd name="T2" fmla="*/ 561 w 868"/>
              <a:gd name="T3" fmla="*/ 457 h 868"/>
              <a:gd name="T4" fmla="*/ 565 w 868"/>
              <a:gd name="T5" fmla="*/ 468 h 868"/>
              <a:gd name="T6" fmla="*/ 561 w 868"/>
              <a:gd name="T7" fmla="*/ 479 h 868"/>
              <a:gd name="T8" fmla="*/ 550 w 868"/>
              <a:gd name="T9" fmla="*/ 483 h 868"/>
              <a:gd name="T10" fmla="*/ 432 w 868"/>
              <a:gd name="T11" fmla="*/ 604 h 868"/>
              <a:gd name="T12" fmla="*/ 442 w 868"/>
              <a:gd name="T13" fmla="*/ 611 h 868"/>
              <a:gd name="T14" fmla="*/ 444 w 868"/>
              <a:gd name="T15" fmla="*/ 622 h 868"/>
              <a:gd name="T16" fmla="*/ 437 w 868"/>
              <a:gd name="T17" fmla="*/ 632 h 868"/>
              <a:gd name="T18" fmla="*/ 254 w 868"/>
              <a:gd name="T19" fmla="*/ 634 h 868"/>
              <a:gd name="T20" fmla="*/ 233 w 868"/>
              <a:gd name="T21" fmla="*/ 438 h 868"/>
              <a:gd name="T22" fmla="*/ 237 w 868"/>
              <a:gd name="T23" fmla="*/ 427 h 868"/>
              <a:gd name="T24" fmla="*/ 248 w 868"/>
              <a:gd name="T25" fmla="*/ 423 h 868"/>
              <a:gd name="T26" fmla="*/ 258 w 868"/>
              <a:gd name="T27" fmla="*/ 427 h 868"/>
              <a:gd name="T28" fmla="*/ 263 w 868"/>
              <a:gd name="T29" fmla="*/ 438 h 868"/>
              <a:gd name="T30" fmla="*/ 384 w 868"/>
              <a:gd name="T31" fmla="*/ 315 h 868"/>
              <a:gd name="T32" fmla="*/ 390 w 868"/>
              <a:gd name="T33" fmla="*/ 305 h 868"/>
              <a:gd name="T34" fmla="*/ 402 w 868"/>
              <a:gd name="T35" fmla="*/ 303 h 868"/>
              <a:gd name="T36" fmla="*/ 412 w 868"/>
              <a:gd name="T37" fmla="*/ 309 h 868"/>
              <a:gd name="T38" fmla="*/ 414 w 868"/>
              <a:gd name="T39" fmla="*/ 431 h 868"/>
              <a:gd name="T40" fmla="*/ 536 w 868"/>
              <a:gd name="T41" fmla="*/ 251 h 868"/>
              <a:gd name="T42" fmla="*/ 544 w 868"/>
              <a:gd name="T43" fmla="*/ 243 h 868"/>
              <a:gd name="T44" fmla="*/ 555 w 868"/>
              <a:gd name="T45" fmla="*/ 243 h 868"/>
              <a:gd name="T46" fmla="*/ 564 w 868"/>
              <a:gd name="T47" fmla="*/ 251 h 868"/>
              <a:gd name="T48" fmla="*/ 610 w 868"/>
              <a:gd name="T49" fmla="*/ 302 h 868"/>
              <a:gd name="T50" fmla="*/ 621 w 868"/>
              <a:gd name="T51" fmla="*/ 307 h 868"/>
              <a:gd name="T52" fmla="*/ 625 w 868"/>
              <a:gd name="T53" fmla="*/ 317 h 868"/>
              <a:gd name="T54" fmla="*/ 621 w 868"/>
              <a:gd name="T55" fmla="*/ 328 h 868"/>
              <a:gd name="T56" fmla="*/ 610 w 868"/>
              <a:gd name="T57" fmla="*/ 332 h 868"/>
              <a:gd name="T58" fmla="*/ 854 w 868"/>
              <a:gd name="T59" fmla="*/ 0 h 868"/>
              <a:gd name="T60" fmla="*/ 789 w 868"/>
              <a:gd name="T61" fmla="*/ 9 h 868"/>
              <a:gd name="T62" fmla="*/ 611 w 868"/>
              <a:gd name="T63" fmla="*/ 45 h 868"/>
              <a:gd name="T64" fmla="*/ 472 w 868"/>
              <a:gd name="T65" fmla="*/ 86 h 868"/>
              <a:gd name="T66" fmla="*/ 319 w 868"/>
              <a:gd name="T67" fmla="*/ 147 h 868"/>
              <a:gd name="T68" fmla="*/ 200 w 868"/>
              <a:gd name="T69" fmla="*/ 219 h 868"/>
              <a:gd name="T70" fmla="*/ 114 w 868"/>
              <a:gd name="T71" fmla="*/ 301 h 868"/>
              <a:gd name="T72" fmla="*/ 63 w 868"/>
              <a:gd name="T73" fmla="*/ 386 h 868"/>
              <a:gd name="T74" fmla="*/ 46 w 868"/>
              <a:gd name="T75" fmla="*/ 463 h 868"/>
              <a:gd name="T76" fmla="*/ 49 w 868"/>
              <a:gd name="T77" fmla="*/ 544 h 868"/>
              <a:gd name="T78" fmla="*/ 74 w 868"/>
              <a:gd name="T79" fmla="*/ 630 h 868"/>
              <a:gd name="T80" fmla="*/ 4 w 868"/>
              <a:gd name="T81" fmla="*/ 799 h 868"/>
              <a:gd name="T82" fmla="*/ 0 w 868"/>
              <a:gd name="T83" fmla="*/ 809 h 868"/>
              <a:gd name="T84" fmla="*/ 4 w 868"/>
              <a:gd name="T85" fmla="*/ 820 h 868"/>
              <a:gd name="T86" fmla="*/ 55 w 868"/>
              <a:gd name="T87" fmla="*/ 868 h 868"/>
              <a:gd name="T88" fmla="*/ 66 w 868"/>
              <a:gd name="T89" fmla="*/ 866 h 868"/>
              <a:gd name="T90" fmla="*/ 224 w 868"/>
              <a:gd name="T91" fmla="*/ 786 h 868"/>
              <a:gd name="T92" fmla="*/ 326 w 868"/>
              <a:gd name="T93" fmla="*/ 816 h 868"/>
              <a:gd name="T94" fmla="*/ 405 w 868"/>
              <a:gd name="T95" fmla="*/ 819 h 868"/>
              <a:gd name="T96" fmla="*/ 464 w 868"/>
              <a:gd name="T97" fmla="*/ 806 h 868"/>
              <a:gd name="T98" fmla="*/ 521 w 868"/>
              <a:gd name="T99" fmla="*/ 779 h 868"/>
              <a:gd name="T100" fmla="*/ 575 w 868"/>
              <a:gd name="T101" fmla="*/ 740 h 868"/>
              <a:gd name="T102" fmla="*/ 625 w 868"/>
              <a:gd name="T103" fmla="*/ 690 h 868"/>
              <a:gd name="T104" fmla="*/ 672 w 868"/>
              <a:gd name="T105" fmla="*/ 627 h 868"/>
              <a:gd name="T106" fmla="*/ 715 w 868"/>
              <a:gd name="T107" fmla="*/ 550 h 868"/>
              <a:gd name="T108" fmla="*/ 773 w 868"/>
              <a:gd name="T109" fmla="*/ 415 h 868"/>
              <a:gd name="T110" fmla="*/ 818 w 868"/>
              <a:gd name="T111" fmla="*/ 271 h 868"/>
              <a:gd name="T112" fmla="*/ 862 w 868"/>
              <a:gd name="T113" fmla="*/ 53 h 868"/>
              <a:gd name="T114" fmla="*/ 866 w 868"/>
              <a:gd name="T115" fmla="*/ 10 h 8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868" h="868">
                <a:moveTo>
                  <a:pt x="610" y="332"/>
                </a:moveTo>
                <a:lnTo>
                  <a:pt x="557" y="332"/>
                </a:lnTo>
                <a:lnTo>
                  <a:pt x="435" y="453"/>
                </a:lnTo>
                <a:lnTo>
                  <a:pt x="550" y="453"/>
                </a:lnTo>
                <a:lnTo>
                  <a:pt x="553" y="453"/>
                </a:lnTo>
                <a:lnTo>
                  <a:pt x="555" y="454"/>
                </a:lnTo>
                <a:lnTo>
                  <a:pt x="559" y="456"/>
                </a:lnTo>
                <a:lnTo>
                  <a:pt x="561" y="457"/>
                </a:lnTo>
                <a:lnTo>
                  <a:pt x="563" y="460"/>
                </a:lnTo>
                <a:lnTo>
                  <a:pt x="564" y="463"/>
                </a:lnTo>
                <a:lnTo>
                  <a:pt x="565" y="466"/>
                </a:lnTo>
                <a:lnTo>
                  <a:pt x="565" y="468"/>
                </a:lnTo>
                <a:lnTo>
                  <a:pt x="565" y="471"/>
                </a:lnTo>
                <a:lnTo>
                  <a:pt x="564" y="474"/>
                </a:lnTo>
                <a:lnTo>
                  <a:pt x="563" y="476"/>
                </a:lnTo>
                <a:lnTo>
                  <a:pt x="561" y="479"/>
                </a:lnTo>
                <a:lnTo>
                  <a:pt x="559" y="481"/>
                </a:lnTo>
                <a:lnTo>
                  <a:pt x="555" y="482"/>
                </a:lnTo>
                <a:lnTo>
                  <a:pt x="553" y="483"/>
                </a:lnTo>
                <a:lnTo>
                  <a:pt x="550" y="483"/>
                </a:lnTo>
                <a:lnTo>
                  <a:pt x="405" y="483"/>
                </a:lnTo>
                <a:lnTo>
                  <a:pt x="284" y="604"/>
                </a:lnTo>
                <a:lnTo>
                  <a:pt x="429" y="604"/>
                </a:lnTo>
                <a:lnTo>
                  <a:pt x="432" y="604"/>
                </a:lnTo>
                <a:lnTo>
                  <a:pt x="435" y="605"/>
                </a:lnTo>
                <a:lnTo>
                  <a:pt x="437" y="607"/>
                </a:lnTo>
                <a:lnTo>
                  <a:pt x="440" y="608"/>
                </a:lnTo>
                <a:lnTo>
                  <a:pt x="442" y="611"/>
                </a:lnTo>
                <a:lnTo>
                  <a:pt x="443" y="614"/>
                </a:lnTo>
                <a:lnTo>
                  <a:pt x="444" y="616"/>
                </a:lnTo>
                <a:lnTo>
                  <a:pt x="444" y="619"/>
                </a:lnTo>
                <a:lnTo>
                  <a:pt x="444" y="622"/>
                </a:lnTo>
                <a:lnTo>
                  <a:pt x="443" y="626"/>
                </a:lnTo>
                <a:lnTo>
                  <a:pt x="442" y="628"/>
                </a:lnTo>
                <a:lnTo>
                  <a:pt x="440" y="630"/>
                </a:lnTo>
                <a:lnTo>
                  <a:pt x="437" y="632"/>
                </a:lnTo>
                <a:lnTo>
                  <a:pt x="435" y="633"/>
                </a:lnTo>
                <a:lnTo>
                  <a:pt x="432" y="634"/>
                </a:lnTo>
                <a:lnTo>
                  <a:pt x="429" y="634"/>
                </a:lnTo>
                <a:lnTo>
                  <a:pt x="254" y="634"/>
                </a:lnTo>
                <a:lnTo>
                  <a:pt x="58" y="830"/>
                </a:lnTo>
                <a:lnTo>
                  <a:pt x="36" y="809"/>
                </a:lnTo>
                <a:lnTo>
                  <a:pt x="233" y="613"/>
                </a:lnTo>
                <a:lnTo>
                  <a:pt x="233" y="438"/>
                </a:lnTo>
                <a:lnTo>
                  <a:pt x="233" y="435"/>
                </a:lnTo>
                <a:lnTo>
                  <a:pt x="234" y="433"/>
                </a:lnTo>
                <a:lnTo>
                  <a:pt x="236" y="429"/>
                </a:lnTo>
                <a:lnTo>
                  <a:pt x="237" y="427"/>
                </a:lnTo>
                <a:lnTo>
                  <a:pt x="239" y="426"/>
                </a:lnTo>
                <a:lnTo>
                  <a:pt x="242" y="424"/>
                </a:lnTo>
                <a:lnTo>
                  <a:pt x="244" y="423"/>
                </a:lnTo>
                <a:lnTo>
                  <a:pt x="248" y="423"/>
                </a:lnTo>
                <a:lnTo>
                  <a:pt x="251" y="423"/>
                </a:lnTo>
                <a:lnTo>
                  <a:pt x="254" y="424"/>
                </a:lnTo>
                <a:lnTo>
                  <a:pt x="256" y="426"/>
                </a:lnTo>
                <a:lnTo>
                  <a:pt x="258" y="427"/>
                </a:lnTo>
                <a:lnTo>
                  <a:pt x="261" y="429"/>
                </a:lnTo>
                <a:lnTo>
                  <a:pt x="262" y="433"/>
                </a:lnTo>
                <a:lnTo>
                  <a:pt x="263" y="435"/>
                </a:lnTo>
                <a:lnTo>
                  <a:pt x="263" y="438"/>
                </a:lnTo>
                <a:lnTo>
                  <a:pt x="263" y="583"/>
                </a:lnTo>
                <a:lnTo>
                  <a:pt x="384" y="463"/>
                </a:lnTo>
                <a:lnTo>
                  <a:pt x="384" y="317"/>
                </a:lnTo>
                <a:lnTo>
                  <a:pt x="384" y="315"/>
                </a:lnTo>
                <a:lnTo>
                  <a:pt x="385" y="311"/>
                </a:lnTo>
                <a:lnTo>
                  <a:pt x="386" y="309"/>
                </a:lnTo>
                <a:lnTo>
                  <a:pt x="388" y="307"/>
                </a:lnTo>
                <a:lnTo>
                  <a:pt x="390" y="305"/>
                </a:lnTo>
                <a:lnTo>
                  <a:pt x="393" y="303"/>
                </a:lnTo>
                <a:lnTo>
                  <a:pt x="396" y="303"/>
                </a:lnTo>
                <a:lnTo>
                  <a:pt x="399" y="302"/>
                </a:lnTo>
                <a:lnTo>
                  <a:pt x="402" y="303"/>
                </a:lnTo>
                <a:lnTo>
                  <a:pt x="405" y="303"/>
                </a:lnTo>
                <a:lnTo>
                  <a:pt x="407" y="305"/>
                </a:lnTo>
                <a:lnTo>
                  <a:pt x="410" y="307"/>
                </a:lnTo>
                <a:lnTo>
                  <a:pt x="412" y="309"/>
                </a:lnTo>
                <a:lnTo>
                  <a:pt x="413" y="311"/>
                </a:lnTo>
                <a:lnTo>
                  <a:pt x="414" y="315"/>
                </a:lnTo>
                <a:lnTo>
                  <a:pt x="414" y="317"/>
                </a:lnTo>
                <a:lnTo>
                  <a:pt x="414" y="431"/>
                </a:lnTo>
                <a:lnTo>
                  <a:pt x="535" y="311"/>
                </a:lnTo>
                <a:lnTo>
                  <a:pt x="535" y="257"/>
                </a:lnTo>
                <a:lnTo>
                  <a:pt x="535" y="253"/>
                </a:lnTo>
                <a:lnTo>
                  <a:pt x="536" y="251"/>
                </a:lnTo>
                <a:lnTo>
                  <a:pt x="537" y="248"/>
                </a:lnTo>
                <a:lnTo>
                  <a:pt x="539" y="246"/>
                </a:lnTo>
                <a:lnTo>
                  <a:pt x="542" y="245"/>
                </a:lnTo>
                <a:lnTo>
                  <a:pt x="544" y="243"/>
                </a:lnTo>
                <a:lnTo>
                  <a:pt x="547" y="242"/>
                </a:lnTo>
                <a:lnTo>
                  <a:pt x="550" y="242"/>
                </a:lnTo>
                <a:lnTo>
                  <a:pt x="553" y="242"/>
                </a:lnTo>
                <a:lnTo>
                  <a:pt x="555" y="243"/>
                </a:lnTo>
                <a:lnTo>
                  <a:pt x="559" y="245"/>
                </a:lnTo>
                <a:lnTo>
                  <a:pt x="561" y="246"/>
                </a:lnTo>
                <a:lnTo>
                  <a:pt x="563" y="248"/>
                </a:lnTo>
                <a:lnTo>
                  <a:pt x="564" y="251"/>
                </a:lnTo>
                <a:lnTo>
                  <a:pt x="565" y="253"/>
                </a:lnTo>
                <a:lnTo>
                  <a:pt x="565" y="257"/>
                </a:lnTo>
                <a:lnTo>
                  <a:pt x="565" y="302"/>
                </a:lnTo>
                <a:lnTo>
                  <a:pt x="610" y="302"/>
                </a:lnTo>
                <a:lnTo>
                  <a:pt x="613" y="303"/>
                </a:lnTo>
                <a:lnTo>
                  <a:pt x="617" y="303"/>
                </a:lnTo>
                <a:lnTo>
                  <a:pt x="619" y="305"/>
                </a:lnTo>
                <a:lnTo>
                  <a:pt x="621" y="307"/>
                </a:lnTo>
                <a:lnTo>
                  <a:pt x="623" y="309"/>
                </a:lnTo>
                <a:lnTo>
                  <a:pt x="624" y="311"/>
                </a:lnTo>
                <a:lnTo>
                  <a:pt x="625" y="315"/>
                </a:lnTo>
                <a:lnTo>
                  <a:pt x="625" y="317"/>
                </a:lnTo>
                <a:lnTo>
                  <a:pt x="625" y="320"/>
                </a:lnTo>
                <a:lnTo>
                  <a:pt x="624" y="323"/>
                </a:lnTo>
                <a:lnTo>
                  <a:pt x="623" y="326"/>
                </a:lnTo>
                <a:lnTo>
                  <a:pt x="621" y="328"/>
                </a:lnTo>
                <a:lnTo>
                  <a:pt x="619" y="330"/>
                </a:lnTo>
                <a:lnTo>
                  <a:pt x="617" y="331"/>
                </a:lnTo>
                <a:lnTo>
                  <a:pt x="613" y="332"/>
                </a:lnTo>
                <a:lnTo>
                  <a:pt x="610" y="332"/>
                </a:lnTo>
                <a:close/>
                <a:moveTo>
                  <a:pt x="863" y="5"/>
                </a:moveTo>
                <a:lnTo>
                  <a:pt x="860" y="3"/>
                </a:lnTo>
                <a:lnTo>
                  <a:pt x="857" y="1"/>
                </a:lnTo>
                <a:lnTo>
                  <a:pt x="854" y="0"/>
                </a:lnTo>
                <a:lnTo>
                  <a:pt x="850" y="0"/>
                </a:lnTo>
                <a:lnTo>
                  <a:pt x="843" y="1"/>
                </a:lnTo>
                <a:lnTo>
                  <a:pt x="821" y="5"/>
                </a:lnTo>
                <a:lnTo>
                  <a:pt x="789" y="9"/>
                </a:lnTo>
                <a:lnTo>
                  <a:pt x="747" y="16"/>
                </a:lnTo>
                <a:lnTo>
                  <a:pt x="697" y="26"/>
                </a:lnTo>
                <a:lnTo>
                  <a:pt x="641" y="38"/>
                </a:lnTo>
                <a:lnTo>
                  <a:pt x="611" y="45"/>
                </a:lnTo>
                <a:lnTo>
                  <a:pt x="580" y="54"/>
                </a:lnTo>
                <a:lnTo>
                  <a:pt x="548" y="63"/>
                </a:lnTo>
                <a:lnTo>
                  <a:pt x="516" y="72"/>
                </a:lnTo>
                <a:lnTo>
                  <a:pt x="472" y="86"/>
                </a:lnTo>
                <a:lnTo>
                  <a:pt x="431" y="100"/>
                </a:lnTo>
                <a:lnTo>
                  <a:pt x="391" y="115"/>
                </a:lnTo>
                <a:lnTo>
                  <a:pt x="355" y="131"/>
                </a:lnTo>
                <a:lnTo>
                  <a:pt x="319" y="147"/>
                </a:lnTo>
                <a:lnTo>
                  <a:pt x="286" y="164"/>
                </a:lnTo>
                <a:lnTo>
                  <a:pt x="256" y="182"/>
                </a:lnTo>
                <a:lnTo>
                  <a:pt x="227" y="200"/>
                </a:lnTo>
                <a:lnTo>
                  <a:pt x="200" y="219"/>
                </a:lnTo>
                <a:lnTo>
                  <a:pt x="176" y="238"/>
                </a:lnTo>
                <a:lnTo>
                  <a:pt x="153" y="259"/>
                </a:lnTo>
                <a:lnTo>
                  <a:pt x="133" y="279"/>
                </a:lnTo>
                <a:lnTo>
                  <a:pt x="114" y="301"/>
                </a:lnTo>
                <a:lnTo>
                  <a:pt x="97" y="323"/>
                </a:lnTo>
                <a:lnTo>
                  <a:pt x="84" y="346"/>
                </a:lnTo>
                <a:lnTo>
                  <a:pt x="72" y="368"/>
                </a:lnTo>
                <a:lnTo>
                  <a:pt x="63" y="386"/>
                </a:lnTo>
                <a:lnTo>
                  <a:pt x="57" y="406"/>
                </a:lnTo>
                <a:lnTo>
                  <a:pt x="51" y="424"/>
                </a:lnTo>
                <a:lnTo>
                  <a:pt x="48" y="443"/>
                </a:lnTo>
                <a:lnTo>
                  <a:pt x="46" y="463"/>
                </a:lnTo>
                <a:lnTo>
                  <a:pt x="44" y="483"/>
                </a:lnTo>
                <a:lnTo>
                  <a:pt x="45" y="503"/>
                </a:lnTo>
                <a:lnTo>
                  <a:pt x="46" y="524"/>
                </a:lnTo>
                <a:lnTo>
                  <a:pt x="49" y="544"/>
                </a:lnTo>
                <a:lnTo>
                  <a:pt x="54" y="564"/>
                </a:lnTo>
                <a:lnTo>
                  <a:pt x="59" y="586"/>
                </a:lnTo>
                <a:lnTo>
                  <a:pt x="65" y="607"/>
                </a:lnTo>
                <a:lnTo>
                  <a:pt x="74" y="630"/>
                </a:lnTo>
                <a:lnTo>
                  <a:pt x="84" y="651"/>
                </a:lnTo>
                <a:lnTo>
                  <a:pt x="94" y="674"/>
                </a:lnTo>
                <a:lnTo>
                  <a:pt x="107" y="696"/>
                </a:lnTo>
                <a:lnTo>
                  <a:pt x="4" y="799"/>
                </a:lnTo>
                <a:lnTo>
                  <a:pt x="2" y="801"/>
                </a:lnTo>
                <a:lnTo>
                  <a:pt x="1" y="804"/>
                </a:lnTo>
                <a:lnTo>
                  <a:pt x="0" y="807"/>
                </a:lnTo>
                <a:lnTo>
                  <a:pt x="0" y="809"/>
                </a:lnTo>
                <a:lnTo>
                  <a:pt x="0" y="812"/>
                </a:lnTo>
                <a:lnTo>
                  <a:pt x="1" y="815"/>
                </a:lnTo>
                <a:lnTo>
                  <a:pt x="2" y="817"/>
                </a:lnTo>
                <a:lnTo>
                  <a:pt x="4" y="820"/>
                </a:lnTo>
                <a:lnTo>
                  <a:pt x="47" y="864"/>
                </a:lnTo>
                <a:lnTo>
                  <a:pt x="49" y="866"/>
                </a:lnTo>
                <a:lnTo>
                  <a:pt x="52" y="867"/>
                </a:lnTo>
                <a:lnTo>
                  <a:pt x="55" y="868"/>
                </a:lnTo>
                <a:lnTo>
                  <a:pt x="58" y="868"/>
                </a:lnTo>
                <a:lnTo>
                  <a:pt x="61" y="868"/>
                </a:lnTo>
                <a:lnTo>
                  <a:pt x="63" y="867"/>
                </a:lnTo>
                <a:lnTo>
                  <a:pt x="66" y="866"/>
                </a:lnTo>
                <a:lnTo>
                  <a:pt x="69" y="864"/>
                </a:lnTo>
                <a:lnTo>
                  <a:pt x="171" y="760"/>
                </a:lnTo>
                <a:lnTo>
                  <a:pt x="198" y="773"/>
                </a:lnTo>
                <a:lnTo>
                  <a:pt x="224" y="786"/>
                </a:lnTo>
                <a:lnTo>
                  <a:pt x="250" y="796"/>
                </a:lnTo>
                <a:lnTo>
                  <a:pt x="276" y="805"/>
                </a:lnTo>
                <a:lnTo>
                  <a:pt x="301" y="811"/>
                </a:lnTo>
                <a:lnTo>
                  <a:pt x="326" y="816"/>
                </a:lnTo>
                <a:lnTo>
                  <a:pt x="350" y="819"/>
                </a:lnTo>
                <a:lnTo>
                  <a:pt x="374" y="820"/>
                </a:lnTo>
                <a:lnTo>
                  <a:pt x="389" y="820"/>
                </a:lnTo>
                <a:lnTo>
                  <a:pt x="405" y="819"/>
                </a:lnTo>
                <a:lnTo>
                  <a:pt x="420" y="816"/>
                </a:lnTo>
                <a:lnTo>
                  <a:pt x="435" y="813"/>
                </a:lnTo>
                <a:lnTo>
                  <a:pt x="450" y="810"/>
                </a:lnTo>
                <a:lnTo>
                  <a:pt x="464" y="806"/>
                </a:lnTo>
                <a:lnTo>
                  <a:pt x="479" y="800"/>
                </a:lnTo>
                <a:lnTo>
                  <a:pt x="493" y="794"/>
                </a:lnTo>
                <a:lnTo>
                  <a:pt x="507" y="787"/>
                </a:lnTo>
                <a:lnTo>
                  <a:pt x="521" y="779"/>
                </a:lnTo>
                <a:lnTo>
                  <a:pt x="535" y="770"/>
                </a:lnTo>
                <a:lnTo>
                  <a:pt x="549" y="762"/>
                </a:lnTo>
                <a:lnTo>
                  <a:pt x="562" y="751"/>
                </a:lnTo>
                <a:lnTo>
                  <a:pt x="575" y="740"/>
                </a:lnTo>
                <a:lnTo>
                  <a:pt x="588" y="730"/>
                </a:lnTo>
                <a:lnTo>
                  <a:pt x="600" y="717"/>
                </a:lnTo>
                <a:lnTo>
                  <a:pt x="613" y="704"/>
                </a:lnTo>
                <a:lnTo>
                  <a:pt x="625" y="690"/>
                </a:lnTo>
                <a:lnTo>
                  <a:pt x="638" y="675"/>
                </a:lnTo>
                <a:lnTo>
                  <a:pt x="650" y="660"/>
                </a:lnTo>
                <a:lnTo>
                  <a:pt x="661" y="643"/>
                </a:lnTo>
                <a:lnTo>
                  <a:pt x="672" y="627"/>
                </a:lnTo>
                <a:lnTo>
                  <a:pt x="683" y="608"/>
                </a:lnTo>
                <a:lnTo>
                  <a:pt x="695" y="590"/>
                </a:lnTo>
                <a:lnTo>
                  <a:pt x="706" y="571"/>
                </a:lnTo>
                <a:lnTo>
                  <a:pt x="715" y="550"/>
                </a:lnTo>
                <a:lnTo>
                  <a:pt x="726" y="530"/>
                </a:lnTo>
                <a:lnTo>
                  <a:pt x="736" y="509"/>
                </a:lnTo>
                <a:lnTo>
                  <a:pt x="755" y="464"/>
                </a:lnTo>
                <a:lnTo>
                  <a:pt x="773" y="415"/>
                </a:lnTo>
                <a:lnTo>
                  <a:pt x="786" y="379"/>
                </a:lnTo>
                <a:lnTo>
                  <a:pt x="798" y="341"/>
                </a:lnTo>
                <a:lnTo>
                  <a:pt x="809" y="306"/>
                </a:lnTo>
                <a:lnTo>
                  <a:pt x="818" y="271"/>
                </a:lnTo>
                <a:lnTo>
                  <a:pt x="834" y="204"/>
                </a:lnTo>
                <a:lnTo>
                  <a:pt x="847" y="143"/>
                </a:lnTo>
                <a:lnTo>
                  <a:pt x="856" y="93"/>
                </a:lnTo>
                <a:lnTo>
                  <a:pt x="862" y="53"/>
                </a:lnTo>
                <a:lnTo>
                  <a:pt x="865" y="26"/>
                </a:lnTo>
                <a:lnTo>
                  <a:pt x="868" y="16"/>
                </a:lnTo>
                <a:lnTo>
                  <a:pt x="868" y="13"/>
                </a:lnTo>
                <a:lnTo>
                  <a:pt x="866" y="10"/>
                </a:lnTo>
                <a:lnTo>
                  <a:pt x="865" y="7"/>
                </a:lnTo>
                <a:lnTo>
                  <a:pt x="863" y="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2569134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 hidden="1">
            <a:extLst>
              <a:ext uri="{FF2B5EF4-FFF2-40B4-BE49-F238E27FC236}">
                <a16:creationId xmlns:a16="http://schemas.microsoft.com/office/drawing/2014/main" xmlns="" id="{B5981CF1-BC08-49F8-B0F9-AAF98EC6745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2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D0986099-F5F2-4E8B-BE17-81194861A00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xmlns="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Misunderstandings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/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xmlns="" id="{83E690F4-843A-47A5-8620-4FB01C0D8E6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Group 35" descr="Icon of human being and gear. ">
            <a:extLst>
              <a:ext uri="{FF2B5EF4-FFF2-40B4-BE49-F238E27FC236}">
                <a16:creationId xmlns:a16="http://schemas.microsoft.com/office/drawing/2014/main" xmlns="" id="{ECC5F635-1712-4572-A9EC-F94E2199DDBD}"/>
              </a:ext>
            </a:extLst>
          </p:cNvPr>
          <p:cNvGrpSpPr/>
          <p:nvPr/>
        </p:nvGrpSpPr>
        <p:grpSpPr>
          <a:xfrm>
            <a:off x="7133464" y="5355478"/>
            <a:ext cx="338073" cy="339996"/>
            <a:chOff x="6450013" y="5349875"/>
            <a:chExt cx="279399" cy="280988"/>
          </a:xfrm>
          <a:solidFill>
            <a:schemeClr val="bg1"/>
          </a:solidFill>
        </p:grpSpPr>
        <p:sp>
          <p:nvSpPr>
            <p:cNvPr id="37" name="Freeform 3673">
              <a:extLst>
                <a:ext uri="{FF2B5EF4-FFF2-40B4-BE49-F238E27FC236}">
                  <a16:creationId xmlns:a16="http://schemas.microsoft.com/office/drawing/2014/main" xmlns="" id="{D1391604-D4EC-48A8-AE57-EDF194392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6450013" y="5349875"/>
              <a:ext cx="182562" cy="238125"/>
            </a:xfrm>
            <a:custGeom>
              <a:avLst/>
              <a:gdLst>
                <a:gd name="T0" fmla="*/ 379 w 459"/>
                <a:gd name="T1" fmla="*/ 550 h 602"/>
                <a:gd name="T2" fmla="*/ 380 w 459"/>
                <a:gd name="T3" fmla="*/ 519 h 602"/>
                <a:gd name="T4" fmla="*/ 345 w 459"/>
                <a:gd name="T5" fmla="*/ 495 h 602"/>
                <a:gd name="T6" fmla="*/ 397 w 459"/>
                <a:gd name="T7" fmla="*/ 400 h 602"/>
                <a:gd name="T8" fmla="*/ 408 w 459"/>
                <a:gd name="T9" fmla="*/ 395 h 602"/>
                <a:gd name="T10" fmla="*/ 450 w 459"/>
                <a:gd name="T11" fmla="*/ 406 h 602"/>
                <a:gd name="T12" fmla="*/ 412 w 459"/>
                <a:gd name="T13" fmla="*/ 384 h 602"/>
                <a:gd name="T14" fmla="*/ 376 w 459"/>
                <a:gd name="T15" fmla="*/ 370 h 602"/>
                <a:gd name="T16" fmla="*/ 361 w 459"/>
                <a:gd name="T17" fmla="*/ 307 h 602"/>
                <a:gd name="T18" fmla="*/ 379 w 459"/>
                <a:gd name="T19" fmla="*/ 288 h 602"/>
                <a:gd name="T20" fmla="*/ 397 w 459"/>
                <a:gd name="T21" fmla="*/ 252 h 602"/>
                <a:gd name="T22" fmla="*/ 406 w 459"/>
                <a:gd name="T23" fmla="*/ 214 h 602"/>
                <a:gd name="T24" fmla="*/ 415 w 459"/>
                <a:gd name="T25" fmla="*/ 202 h 602"/>
                <a:gd name="T26" fmla="*/ 420 w 459"/>
                <a:gd name="T27" fmla="*/ 183 h 602"/>
                <a:gd name="T28" fmla="*/ 416 w 459"/>
                <a:gd name="T29" fmla="*/ 152 h 602"/>
                <a:gd name="T30" fmla="*/ 412 w 459"/>
                <a:gd name="T31" fmla="*/ 121 h 602"/>
                <a:gd name="T32" fmla="*/ 420 w 459"/>
                <a:gd name="T33" fmla="*/ 78 h 602"/>
                <a:gd name="T34" fmla="*/ 415 w 459"/>
                <a:gd name="T35" fmla="*/ 45 h 602"/>
                <a:gd name="T36" fmla="*/ 403 w 459"/>
                <a:gd name="T37" fmla="*/ 27 h 602"/>
                <a:gd name="T38" fmla="*/ 382 w 459"/>
                <a:gd name="T39" fmla="*/ 15 h 602"/>
                <a:gd name="T40" fmla="*/ 341 w 459"/>
                <a:gd name="T41" fmla="*/ 3 h 602"/>
                <a:gd name="T42" fmla="*/ 291 w 459"/>
                <a:gd name="T43" fmla="*/ 0 h 602"/>
                <a:gd name="T44" fmla="*/ 245 w 459"/>
                <a:gd name="T45" fmla="*/ 9 h 602"/>
                <a:gd name="T46" fmla="*/ 213 w 459"/>
                <a:gd name="T47" fmla="*/ 27 h 602"/>
                <a:gd name="T48" fmla="*/ 201 w 459"/>
                <a:gd name="T49" fmla="*/ 42 h 602"/>
                <a:gd name="T50" fmla="*/ 181 w 459"/>
                <a:gd name="T51" fmla="*/ 44 h 602"/>
                <a:gd name="T52" fmla="*/ 163 w 459"/>
                <a:gd name="T53" fmla="*/ 56 h 602"/>
                <a:gd name="T54" fmla="*/ 155 w 459"/>
                <a:gd name="T55" fmla="*/ 87 h 602"/>
                <a:gd name="T56" fmla="*/ 164 w 459"/>
                <a:gd name="T57" fmla="*/ 138 h 602"/>
                <a:gd name="T58" fmla="*/ 159 w 459"/>
                <a:gd name="T59" fmla="*/ 144 h 602"/>
                <a:gd name="T60" fmla="*/ 150 w 459"/>
                <a:gd name="T61" fmla="*/ 162 h 602"/>
                <a:gd name="T62" fmla="*/ 149 w 459"/>
                <a:gd name="T63" fmla="*/ 184 h 602"/>
                <a:gd name="T64" fmla="*/ 154 w 459"/>
                <a:gd name="T65" fmla="*/ 201 h 602"/>
                <a:gd name="T66" fmla="*/ 163 w 459"/>
                <a:gd name="T67" fmla="*/ 214 h 602"/>
                <a:gd name="T68" fmla="*/ 169 w 459"/>
                <a:gd name="T69" fmla="*/ 237 h 602"/>
                <a:gd name="T70" fmla="*/ 179 w 459"/>
                <a:gd name="T71" fmla="*/ 271 h 602"/>
                <a:gd name="T72" fmla="*/ 203 w 459"/>
                <a:gd name="T73" fmla="*/ 306 h 602"/>
                <a:gd name="T74" fmla="*/ 215 w 459"/>
                <a:gd name="T75" fmla="*/ 364 h 602"/>
                <a:gd name="T76" fmla="*/ 171 w 459"/>
                <a:gd name="T77" fmla="*/ 381 h 602"/>
                <a:gd name="T78" fmla="*/ 106 w 459"/>
                <a:gd name="T79" fmla="*/ 401 h 602"/>
                <a:gd name="T80" fmla="*/ 46 w 459"/>
                <a:gd name="T81" fmla="*/ 428 h 602"/>
                <a:gd name="T82" fmla="*/ 22 w 459"/>
                <a:gd name="T83" fmla="*/ 449 h 602"/>
                <a:gd name="T84" fmla="*/ 10 w 459"/>
                <a:gd name="T85" fmla="*/ 479 h 602"/>
                <a:gd name="T86" fmla="*/ 2 w 459"/>
                <a:gd name="T87" fmla="*/ 540 h 602"/>
                <a:gd name="T88" fmla="*/ 1 w 459"/>
                <a:gd name="T89" fmla="*/ 594 h 602"/>
                <a:gd name="T90" fmla="*/ 11 w 459"/>
                <a:gd name="T91" fmla="*/ 602 h 602"/>
                <a:gd name="T92" fmla="*/ 345 w 459"/>
                <a:gd name="T93" fmla="*/ 589 h 602"/>
                <a:gd name="T94" fmla="*/ 352 w 459"/>
                <a:gd name="T95" fmla="*/ 577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459" h="602">
                  <a:moveTo>
                    <a:pt x="352" y="577"/>
                  </a:moveTo>
                  <a:lnTo>
                    <a:pt x="380" y="560"/>
                  </a:lnTo>
                  <a:lnTo>
                    <a:pt x="379" y="550"/>
                  </a:lnTo>
                  <a:lnTo>
                    <a:pt x="379" y="540"/>
                  </a:lnTo>
                  <a:lnTo>
                    <a:pt x="379" y="530"/>
                  </a:lnTo>
                  <a:lnTo>
                    <a:pt x="380" y="519"/>
                  </a:lnTo>
                  <a:lnTo>
                    <a:pt x="352" y="503"/>
                  </a:lnTo>
                  <a:lnTo>
                    <a:pt x="348" y="499"/>
                  </a:lnTo>
                  <a:lnTo>
                    <a:pt x="345" y="495"/>
                  </a:lnTo>
                  <a:lnTo>
                    <a:pt x="345" y="490"/>
                  </a:lnTo>
                  <a:lnTo>
                    <a:pt x="346" y="486"/>
                  </a:lnTo>
                  <a:lnTo>
                    <a:pt x="397" y="400"/>
                  </a:lnTo>
                  <a:lnTo>
                    <a:pt x="399" y="397"/>
                  </a:lnTo>
                  <a:lnTo>
                    <a:pt x="403" y="395"/>
                  </a:lnTo>
                  <a:lnTo>
                    <a:pt x="408" y="395"/>
                  </a:lnTo>
                  <a:lnTo>
                    <a:pt x="413" y="396"/>
                  </a:lnTo>
                  <a:lnTo>
                    <a:pt x="441" y="413"/>
                  </a:lnTo>
                  <a:lnTo>
                    <a:pt x="450" y="406"/>
                  </a:lnTo>
                  <a:lnTo>
                    <a:pt x="459" y="401"/>
                  </a:lnTo>
                  <a:lnTo>
                    <a:pt x="424" y="388"/>
                  </a:lnTo>
                  <a:lnTo>
                    <a:pt x="412" y="384"/>
                  </a:lnTo>
                  <a:lnTo>
                    <a:pt x="400" y="379"/>
                  </a:lnTo>
                  <a:lnTo>
                    <a:pt x="389" y="375"/>
                  </a:lnTo>
                  <a:lnTo>
                    <a:pt x="376" y="370"/>
                  </a:lnTo>
                  <a:lnTo>
                    <a:pt x="368" y="368"/>
                  </a:lnTo>
                  <a:lnTo>
                    <a:pt x="361" y="364"/>
                  </a:lnTo>
                  <a:lnTo>
                    <a:pt x="361" y="307"/>
                  </a:lnTo>
                  <a:lnTo>
                    <a:pt x="366" y="302"/>
                  </a:lnTo>
                  <a:lnTo>
                    <a:pt x="372" y="297"/>
                  </a:lnTo>
                  <a:lnTo>
                    <a:pt x="379" y="288"/>
                  </a:lnTo>
                  <a:lnTo>
                    <a:pt x="385" y="279"/>
                  </a:lnTo>
                  <a:lnTo>
                    <a:pt x="391" y="266"/>
                  </a:lnTo>
                  <a:lnTo>
                    <a:pt x="397" y="252"/>
                  </a:lnTo>
                  <a:lnTo>
                    <a:pt x="400" y="235"/>
                  </a:lnTo>
                  <a:lnTo>
                    <a:pt x="402" y="216"/>
                  </a:lnTo>
                  <a:lnTo>
                    <a:pt x="406" y="214"/>
                  </a:lnTo>
                  <a:lnTo>
                    <a:pt x="409" y="211"/>
                  </a:lnTo>
                  <a:lnTo>
                    <a:pt x="412" y="207"/>
                  </a:lnTo>
                  <a:lnTo>
                    <a:pt x="415" y="202"/>
                  </a:lnTo>
                  <a:lnTo>
                    <a:pt x="417" y="197"/>
                  </a:lnTo>
                  <a:lnTo>
                    <a:pt x="418" y="191"/>
                  </a:lnTo>
                  <a:lnTo>
                    <a:pt x="420" y="183"/>
                  </a:lnTo>
                  <a:lnTo>
                    <a:pt x="420" y="175"/>
                  </a:lnTo>
                  <a:lnTo>
                    <a:pt x="420" y="164"/>
                  </a:lnTo>
                  <a:lnTo>
                    <a:pt x="416" y="152"/>
                  </a:lnTo>
                  <a:lnTo>
                    <a:pt x="412" y="144"/>
                  </a:lnTo>
                  <a:lnTo>
                    <a:pt x="406" y="137"/>
                  </a:lnTo>
                  <a:lnTo>
                    <a:pt x="412" y="121"/>
                  </a:lnTo>
                  <a:lnTo>
                    <a:pt x="417" y="101"/>
                  </a:lnTo>
                  <a:lnTo>
                    <a:pt x="420" y="89"/>
                  </a:lnTo>
                  <a:lnTo>
                    <a:pt x="420" y="78"/>
                  </a:lnTo>
                  <a:lnTo>
                    <a:pt x="420" y="65"/>
                  </a:lnTo>
                  <a:lnTo>
                    <a:pt x="417" y="53"/>
                  </a:lnTo>
                  <a:lnTo>
                    <a:pt x="415" y="45"/>
                  </a:lnTo>
                  <a:lnTo>
                    <a:pt x="412" y="39"/>
                  </a:lnTo>
                  <a:lnTo>
                    <a:pt x="407" y="34"/>
                  </a:lnTo>
                  <a:lnTo>
                    <a:pt x="403" y="27"/>
                  </a:lnTo>
                  <a:lnTo>
                    <a:pt x="397" y="24"/>
                  </a:lnTo>
                  <a:lnTo>
                    <a:pt x="390" y="18"/>
                  </a:lnTo>
                  <a:lnTo>
                    <a:pt x="382" y="15"/>
                  </a:lnTo>
                  <a:lnTo>
                    <a:pt x="376" y="12"/>
                  </a:lnTo>
                  <a:lnTo>
                    <a:pt x="359" y="7"/>
                  </a:lnTo>
                  <a:lnTo>
                    <a:pt x="341" y="3"/>
                  </a:lnTo>
                  <a:lnTo>
                    <a:pt x="325" y="0"/>
                  </a:lnTo>
                  <a:lnTo>
                    <a:pt x="307" y="0"/>
                  </a:lnTo>
                  <a:lnTo>
                    <a:pt x="291" y="0"/>
                  </a:lnTo>
                  <a:lnTo>
                    <a:pt x="276" y="2"/>
                  </a:lnTo>
                  <a:lnTo>
                    <a:pt x="260" y="6"/>
                  </a:lnTo>
                  <a:lnTo>
                    <a:pt x="245" y="9"/>
                  </a:lnTo>
                  <a:lnTo>
                    <a:pt x="231" y="16"/>
                  </a:lnTo>
                  <a:lnTo>
                    <a:pt x="218" y="22"/>
                  </a:lnTo>
                  <a:lnTo>
                    <a:pt x="213" y="27"/>
                  </a:lnTo>
                  <a:lnTo>
                    <a:pt x="209" y="31"/>
                  </a:lnTo>
                  <a:lnTo>
                    <a:pt x="204" y="36"/>
                  </a:lnTo>
                  <a:lnTo>
                    <a:pt x="201" y="42"/>
                  </a:lnTo>
                  <a:lnTo>
                    <a:pt x="194" y="42"/>
                  </a:lnTo>
                  <a:lnTo>
                    <a:pt x="187" y="43"/>
                  </a:lnTo>
                  <a:lnTo>
                    <a:pt x="181" y="44"/>
                  </a:lnTo>
                  <a:lnTo>
                    <a:pt x="176" y="45"/>
                  </a:lnTo>
                  <a:lnTo>
                    <a:pt x="168" y="51"/>
                  </a:lnTo>
                  <a:lnTo>
                    <a:pt x="163" y="56"/>
                  </a:lnTo>
                  <a:lnTo>
                    <a:pt x="158" y="65"/>
                  </a:lnTo>
                  <a:lnTo>
                    <a:pt x="155" y="75"/>
                  </a:lnTo>
                  <a:lnTo>
                    <a:pt x="155" y="87"/>
                  </a:lnTo>
                  <a:lnTo>
                    <a:pt x="155" y="98"/>
                  </a:lnTo>
                  <a:lnTo>
                    <a:pt x="159" y="120"/>
                  </a:lnTo>
                  <a:lnTo>
                    <a:pt x="164" y="138"/>
                  </a:lnTo>
                  <a:lnTo>
                    <a:pt x="164" y="139"/>
                  </a:lnTo>
                  <a:lnTo>
                    <a:pt x="164" y="139"/>
                  </a:lnTo>
                  <a:lnTo>
                    <a:pt x="159" y="144"/>
                  </a:lnTo>
                  <a:lnTo>
                    <a:pt x="154" y="151"/>
                  </a:lnTo>
                  <a:lnTo>
                    <a:pt x="151" y="156"/>
                  </a:lnTo>
                  <a:lnTo>
                    <a:pt x="150" y="162"/>
                  </a:lnTo>
                  <a:lnTo>
                    <a:pt x="149" y="170"/>
                  </a:lnTo>
                  <a:lnTo>
                    <a:pt x="149" y="176"/>
                  </a:lnTo>
                  <a:lnTo>
                    <a:pt x="149" y="184"/>
                  </a:lnTo>
                  <a:lnTo>
                    <a:pt x="150" y="191"/>
                  </a:lnTo>
                  <a:lnTo>
                    <a:pt x="151" y="196"/>
                  </a:lnTo>
                  <a:lnTo>
                    <a:pt x="154" y="201"/>
                  </a:lnTo>
                  <a:lnTo>
                    <a:pt x="156" y="206"/>
                  </a:lnTo>
                  <a:lnTo>
                    <a:pt x="159" y="210"/>
                  </a:lnTo>
                  <a:lnTo>
                    <a:pt x="163" y="214"/>
                  </a:lnTo>
                  <a:lnTo>
                    <a:pt x="167" y="216"/>
                  </a:lnTo>
                  <a:lnTo>
                    <a:pt x="168" y="227"/>
                  </a:lnTo>
                  <a:lnTo>
                    <a:pt x="169" y="237"/>
                  </a:lnTo>
                  <a:lnTo>
                    <a:pt x="172" y="246"/>
                  </a:lnTo>
                  <a:lnTo>
                    <a:pt x="174" y="255"/>
                  </a:lnTo>
                  <a:lnTo>
                    <a:pt x="179" y="271"/>
                  </a:lnTo>
                  <a:lnTo>
                    <a:pt x="187" y="286"/>
                  </a:lnTo>
                  <a:lnTo>
                    <a:pt x="195" y="297"/>
                  </a:lnTo>
                  <a:lnTo>
                    <a:pt x="203" y="306"/>
                  </a:lnTo>
                  <a:lnTo>
                    <a:pt x="210" y="314"/>
                  </a:lnTo>
                  <a:lnTo>
                    <a:pt x="215" y="319"/>
                  </a:lnTo>
                  <a:lnTo>
                    <a:pt x="215" y="364"/>
                  </a:lnTo>
                  <a:lnTo>
                    <a:pt x="201" y="369"/>
                  </a:lnTo>
                  <a:lnTo>
                    <a:pt x="186" y="375"/>
                  </a:lnTo>
                  <a:lnTo>
                    <a:pt x="171" y="381"/>
                  </a:lnTo>
                  <a:lnTo>
                    <a:pt x="155" y="384"/>
                  </a:lnTo>
                  <a:lnTo>
                    <a:pt x="129" y="393"/>
                  </a:lnTo>
                  <a:lnTo>
                    <a:pt x="106" y="401"/>
                  </a:lnTo>
                  <a:lnTo>
                    <a:pt x="83" y="410"/>
                  </a:lnTo>
                  <a:lnTo>
                    <a:pt x="64" y="419"/>
                  </a:lnTo>
                  <a:lnTo>
                    <a:pt x="46" y="428"/>
                  </a:lnTo>
                  <a:lnTo>
                    <a:pt x="32" y="438"/>
                  </a:lnTo>
                  <a:lnTo>
                    <a:pt x="27" y="444"/>
                  </a:lnTo>
                  <a:lnTo>
                    <a:pt x="22" y="449"/>
                  </a:lnTo>
                  <a:lnTo>
                    <a:pt x="18" y="455"/>
                  </a:lnTo>
                  <a:lnTo>
                    <a:pt x="15" y="460"/>
                  </a:lnTo>
                  <a:lnTo>
                    <a:pt x="10" y="479"/>
                  </a:lnTo>
                  <a:lnTo>
                    <a:pt x="6" y="499"/>
                  </a:lnTo>
                  <a:lnTo>
                    <a:pt x="4" y="521"/>
                  </a:lnTo>
                  <a:lnTo>
                    <a:pt x="2" y="540"/>
                  </a:lnTo>
                  <a:lnTo>
                    <a:pt x="0" y="573"/>
                  </a:lnTo>
                  <a:lnTo>
                    <a:pt x="0" y="589"/>
                  </a:lnTo>
                  <a:lnTo>
                    <a:pt x="1" y="594"/>
                  </a:lnTo>
                  <a:lnTo>
                    <a:pt x="4" y="598"/>
                  </a:lnTo>
                  <a:lnTo>
                    <a:pt x="7" y="600"/>
                  </a:lnTo>
                  <a:lnTo>
                    <a:pt x="11" y="602"/>
                  </a:lnTo>
                  <a:lnTo>
                    <a:pt x="350" y="602"/>
                  </a:lnTo>
                  <a:lnTo>
                    <a:pt x="346" y="594"/>
                  </a:lnTo>
                  <a:lnTo>
                    <a:pt x="345" y="589"/>
                  </a:lnTo>
                  <a:lnTo>
                    <a:pt x="345" y="585"/>
                  </a:lnTo>
                  <a:lnTo>
                    <a:pt x="348" y="581"/>
                  </a:lnTo>
                  <a:lnTo>
                    <a:pt x="352" y="57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8" name="Freeform 3674">
              <a:extLst>
                <a:ext uri="{FF2B5EF4-FFF2-40B4-BE49-F238E27FC236}">
                  <a16:creationId xmlns:a16="http://schemas.microsoft.com/office/drawing/2014/main" xmlns="" id="{44A4D0F8-0767-41BC-BE62-0AED99EC8B2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97650" y="5497513"/>
              <a:ext cx="131762" cy="133350"/>
            </a:xfrm>
            <a:custGeom>
              <a:avLst/>
              <a:gdLst>
                <a:gd name="T0" fmla="*/ 151 w 332"/>
                <a:gd name="T1" fmla="*/ 243 h 336"/>
                <a:gd name="T2" fmla="*/ 129 w 332"/>
                <a:gd name="T3" fmla="*/ 235 h 336"/>
                <a:gd name="T4" fmla="*/ 111 w 332"/>
                <a:gd name="T5" fmla="*/ 222 h 336"/>
                <a:gd name="T6" fmla="*/ 97 w 332"/>
                <a:gd name="T7" fmla="*/ 204 h 336"/>
                <a:gd name="T8" fmla="*/ 89 w 332"/>
                <a:gd name="T9" fmla="*/ 182 h 336"/>
                <a:gd name="T10" fmla="*/ 88 w 332"/>
                <a:gd name="T11" fmla="*/ 159 h 336"/>
                <a:gd name="T12" fmla="*/ 94 w 332"/>
                <a:gd name="T13" fmla="*/ 136 h 336"/>
                <a:gd name="T14" fmla="*/ 106 w 332"/>
                <a:gd name="T15" fmla="*/ 117 h 336"/>
                <a:gd name="T16" fmla="*/ 122 w 332"/>
                <a:gd name="T17" fmla="*/ 103 h 336"/>
                <a:gd name="T18" fmla="*/ 143 w 332"/>
                <a:gd name="T19" fmla="*/ 92 h 336"/>
                <a:gd name="T20" fmla="*/ 166 w 332"/>
                <a:gd name="T21" fmla="*/ 89 h 336"/>
                <a:gd name="T22" fmla="*/ 189 w 332"/>
                <a:gd name="T23" fmla="*/ 92 h 336"/>
                <a:gd name="T24" fmla="*/ 210 w 332"/>
                <a:gd name="T25" fmla="*/ 103 h 336"/>
                <a:gd name="T26" fmla="*/ 226 w 332"/>
                <a:gd name="T27" fmla="*/ 117 h 336"/>
                <a:gd name="T28" fmla="*/ 238 w 332"/>
                <a:gd name="T29" fmla="*/ 136 h 336"/>
                <a:gd name="T30" fmla="*/ 243 w 332"/>
                <a:gd name="T31" fmla="*/ 159 h 336"/>
                <a:gd name="T32" fmla="*/ 242 w 332"/>
                <a:gd name="T33" fmla="*/ 182 h 336"/>
                <a:gd name="T34" fmla="*/ 234 w 332"/>
                <a:gd name="T35" fmla="*/ 204 h 336"/>
                <a:gd name="T36" fmla="*/ 221 w 332"/>
                <a:gd name="T37" fmla="*/ 222 h 336"/>
                <a:gd name="T38" fmla="*/ 203 w 332"/>
                <a:gd name="T39" fmla="*/ 235 h 336"/>
                <a:gd name="T40" fmla="*/ 181 w 332"/>
                <a:gd name="T41" fmla="*/ 243 h 336"/>
                <a:gd name="T42" fmla="*/ 306 w 332"/>
                <a:gd name="T43" fmla="*/ 204 h 336"/>
                <a:gd name="T44" fmla="*/ 300 w 332"/>
                <a:gd name="T45" fmla="*/ 195 h 336"/>
                <a:gd name="T46" fmla="*/ 302 w 332"/>
                <a:gd name="T47" fmla="*/ 167 h 336"/>
                <a:gd name="T48" fmla="*/ 300 w 332"/>
                <a:gd name="T49" fmla="*/ 139 h 336"/>
                <a:gd name="T50" fmla="*/ 306 w 332"/>
                <a:gd name="T51" fmla="*/ 130 h 336"/>
                <a:gd name="T52" fmla="*/ 269 w 332"/>
                <a:gd name="T53" fmla="*/ 64 h 336"/>
                <a:gd name="T54" fmla="*/ 257 w 332"/>
                <a:gd name="T55" fmla="*/ 65 h 336"/>
                <a:gd name="T56" fmla="*/ 242 w 332"/>
                <a:gd name="T57" fmla="*/ 53 h 336"/>
                <a:gd name="T58" fmla="*/ 215 w 332"/>
                <a:gd name="T59" fmla="*/ 35 h 336"/>
                <a:gd name="T60" fmla="*/ 207 w 332"/>
                <a:gd name="T61" fmla="*/ 27 h 336"/>
                <a:gd name="T62" fmla="*/ 135 w 332"/>
                <a:gd name="T63" fmla="*/ 0 h 336"/>
                <a:gd name="T64" fmla="*/ 133 w 332"/>
                <a:gd name="T65" fmla="*/ 31 h 336"/>
                <a:gd name="T66" fmla="*/ 113 w 332"/>
                <a:gd name="T67" fmla="*/ 41 h 336"/>
                <a:gd name="T68" fmla="*/ 77 w 332"/>
                <a:gd name="T69" fmla="*/ 63 h 336"/>
                <a:gd name="T70" fmla="*/ 67 w 332"/>
                <a:gd name="T71" fmla="*/ 65 h 336"/>
                <a:gd name="T72" fmla="*/ 0 w 332"/>
                <a:gd name="T73" fmla="*/ 114 h 336"/>
                <a:gd name="T74" fmla="*/ 31 w 332"/>
                <a:gd name="T75" fmla="*/ 135 h 336"/>
                <a:gd name="T76" fmla="*/ 30 w 332"/>
                <a:gd name="T77" fmla="*/ 154 h 336"/>
                <a:gd name="T78" fmla="*/ 31 w 332"/>
                <a:gd name="T79" fmla="*/ 191 h 336"/>
                <a:gd name="T80" fmla="*/ 29 w 332"/>
                <a:gd name="T81" fmla="*/ 202 h 336"/>
                <a:gd name="T82" fmla="*/ 38 w 332"/>
                <a:gd name="T83" fmla="*/ 284 h 336"/>
                <a:gd name="T84" fmla="*/ 71 w 332"/>
                <a:gd name="T85" fmla="*/ 267 h 336"/>
                <a:gd name="T86" fmla="*/ 89 w 332"/>
                <a:gd name="T87" fmla="*/ 279 h 336"/>
                <a:gd name="T88" fmla="*/ 139 w 332"/>
                <a:gd name="T89" fmla="*/ 300 h 336"/>
                <a:gd name="T90" fmla="*/ 146 w 332"/>
                <a:gd name="T91" fmla="*/ 308 h 336"/>
                <a:gd name="T92" fmla="*/ 207 w 332"/>
                <a:gd name="T93" fmla="*/ 336 h 336"/>
                <a:gd name="T94" fmla="*/ 208 w 332"/>
                <a:gd name="T95" fmla="*/ 306 h 336"/>
                <a:gd name="T96" fmla="*/ 223 w 332"/>
                <a:gd name="T97" fmla="*/ 297 h 336"/>
                <a:gd name="T98" fmla="*/ 246 w 332"/>
                <a:gd name="T99" fmla="*/ 279 h 336"/>
                <a:gd name="T100" fmla="*/ 257 w 332"/>
                <a:gd name="T101" fmla="*/ 268 h 336"/>
                <a:gd name="T102" fmla="*/ 269 w 332"/>
                <a:gd name="T103" fmla="*/ 270 h 336"/>
                <a:gd name="T104" fmla="*/ 306 w 332"/>
                <a:gd name="T105" fmla="*/ 204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332" h="336">
                  <a:moveTo>
                    <a:pt x="166" y="245"/>
                  </a:moveTo>
                  <a:lnTo>
                    <a:pt x="158" y="244"/>
                  </a:lnTo>
                  <a:lnTo>
                    <a:pt x="151" y="243"/>
                  </a:lnTo>
                  <a:lnTo>
                    <a:pt x="143" y="241"/>
                  </a:lnTo>
                  <a:lnTo>
                    <a:pt x="135" y="239"/>
                  </a:lnTo>
                  <a:lnTo>
                    <a:pt x="129" y="235"/>
                  </a:lnTo>
                  <a:lnTo>
                    <a:pt x="122" y="231"/>
                  </a:lnTo>
                  <a:lnTo>
                    <a:pt x="116" y="227"/>
                  </a:lnTo>
                  <a:lnTo>
                    <a:pt x="111" y="222"/>
                  </a:lnTo>
                  <a:lnTo>
                    <a:pt x="106" y="217"/>
                  </a:lnTo>
                  <a:lnTo>
                    <a:pt x="101" y="211"/>
                  </a:lnTo>
                  <a:lnTo>
                    <a:pt x="97" y="204"/>
                  </a:lnTo>
                  <a:lnTo>
                    <a:pt x="94" y="198"/>
                  </a:lnTo>
                  <a:lnTo>
                    <a:pt x="92" y="190"/>
                  </a:lnTo>
                  <a:lnTo>
                    <a:pt x="89" y="182"/>
                  </a:lnTo>
                  <a:lnTo>
                    <a:pt x="88" y="175"/>
                  </a:lnTo>
                  <a:lnTo>
                    <a:pt x="88" y="167"/>
                  </a:lnTo>
                  <a:lnTo>
                    <a:pt x="88" y="159"/>
                  </a:lnTo>
                  <a:lnTo>
                    <a:pt x="89" y="151"/>
                  </a:lnTo>
                  <a:lnTo>
                    <a:pt x="92" y="144"/>
                  </a:lnTo>
                  <a:lnTo>
                    <a:pt x="94" y="136"/>
                  </a:lnTo>
                  <a:lnTo>
                    <a:pt x="97" y="130"/>
                  </a:lnTo>
                  <a:lnTo>
                    <a:pt x="101" y="123"/>
                  </a:lnTo>
                  <a:lnTo>
                    <a:pt x="106" y="117"/>
                  </a:lnTo>
                  <a:lnTo>
                    <a:pt x="111" y="112"/>
                  </a:lnTo>
                  <a:lnTo>
                    <a:pt x="116" y="106"/>
                  </a:lnTo>
                  <a:lnTo>
                    <a:pt x="122" y="103"/>
                  </a:lnTo>
                  <a:lnTo>
                    <a:pt x="129" y="99"/>
                  </a:lnTo>
                  <a:lnTo>
                    <a:pt x="135" y="95"/>
                  </a:lnTo>
                  <a:lnTo>
                    <a:pt x="143" y="92"/>
                  </a:lnTo>
                  <a:lnTo>
                    <a:pt x="151" y="90"/>
                  </a:lnTo>
                  <a:lnTo>
                    <a:pt x="158" y="90"/>
                  </a:lnTo>
                  <a:lnTo>
                    <a:pt x="166" y="89"/>
                  </a:lnTo>
                  <a:lnTo>
                    <a:pt x="174" y="90"/>
                  </a:lnTo>
                  <a:lnTo>
                    <a:pt x="181" y="90"/>
                  </a:lnTo>
                  <a:lnTo>
                    <a:pt x="189" y="92"/>
                  </a:lnTo>
                  <a:lnTo>
                    <a:pt x="196" y="95"/>
                  </a:lnTo>
                  <a:lnTo>
                    <a:pt x="203" y="99"/>
                  </a:lnTo>
                  <a:lnTo>
                    <a:pt x="210" y="103"/>
                  </a:lnTo>
                  <a:lnTo>
                    <a:pt x="215" y="106"/>
                  </a:lnTo>
                  <a:lnTo>
                    <a:pt x="221" y="112"/>
                  </a:lnTo>
                  <a:lnTo>
                    <a:pt x="226" y="117"/>
                  </a:lnTo>
                  <a:lnTo>
                    <a:pt x="230" y="123"/>
                  </a:lnTo>
                  <a:lnTo>
                    <a:pt x="234" y="130"/>
                  </a:lnTo>
                  <a:lnTo>
                    <a:pt x="238" y="136"/>
                  </a:lnTo>
                  <a:lnTo>
                    <a:pt x="241" y="144"/>
                  </a:lnTo>
                  <a:lnTo>
                    <a:pt x="242" y="151"/>
                  </a:lnTo>
                  <a:lnTo>
                    <a:pt x="243" y="159"/>
                  </a:lnTo>
                  <a:lnTo>
                    <a:pt x="244" y="167"/>
                  </a:lnTo>
                  <a:lnTo>
                    <a:pt x="243" y="175"/>
                  </a:lnTo>
                  <a:lnTo>
                    <a:pt x="242" y="182"/>
                  </a:lnTo>
                  <a:lnTo>
                    <a:pt x="241" y="190"/>
                  </a:lnTo>
                  <a:lnTo>
                    <a:pt x="238" y="198"/>
                  </a:lnTo>
                  <a:lnTo>
                    <a:pt x="234" y="204"/>
                  </a:lnTo>
                  <a:lnTo>
                    <a:pt x="230" y="211"/>
                  </a:lnTo>
                  <a:lnTo>
                    <a:pt x="226" y="217"/>
                  </a:lnTo>
                  <a:lnTo>
                    <a:pt x="221" y="222"/>
                  </a:lnTo>
                  <a:lnTo>
                    <a:pt x="215" y="227"/>
                  </a:lnTo>
                  <a:lnTo>
                    <a:pt x="210" y="231"/>
                  </a:lnTo>
                  <a:lnTo>
                    <a:pt x="203" y="235"/>
                  </a:lnTo>
                  <a:lnTo>
                    <a:pt x="196" y="239"/>
                  </a:lnTo>
                  <a:lnTo>
                    <a:pt x="189" y="241"/>
                  </a:lnTo>
                  <a:lnTo>
                    <a:pt x="181" y="243"/>
                  </a:lnTo>
                  <a:lnTo>
                    <a:pt x="174" y="244"/>
                  </a:lnTo>
                  <a:lnTo>
                    <a:pt x="166" y="245"/>
                  </a:lnTo>
                  <a:close/>
                  <a:moveTo>
                    <a:pt x="306" y="204"/>
                  </a:moveTo>
                  <a:lnTo>
                    <a:pt x="302" y="202"/>
                  </a:lnTo>
                  <a:lnTo>
                    <a:pt x="301" y="199"/>
                  </a:lnTo>
                  <a:lnTo>
                    <a:pt x="300" y="195"/>
                  </a:lnTo>
                  <a:lnTo>
                    <a:pt x="300" y="191"/>
                  </a:lnTo>
                  <a:lnTo>
                    <a:pt x="302" y="180"/>
                  </a:lnTo>
                  <a:lnTo>
                    <a:pt x="302" y="167"/>
                  </a:lnTo>
                  <a:lnTo>
                    <a:pt x="302" y="154"/>
                  </a:lnTo>
                  <a:lnTo>
                    <a:pt x="300" y="142"/>
                  </a:lnTo>
                  <a:lnTo>
                    <a:pt x="300" y="139"/>
                  </a:lnTo>
                  <a:lnTo>
                    <a:pt x="301" y="135"/>
                  </a:lnTo>
                  <a:lnTo>
                    <a:pt x="302" y="132"/>
                  </a:lnTo>
                  <a:lnTo>
                    <a:pt x="306" y="130"/>
                  </a:lnTo>
                  <a:lnTo>
                    <a:pt x="332" y="114"/>
                  </a:lnTo>
                  <a:lnTo>
                    <a:pt x="293" y="50"/>
                  </a:lnTo>
                  <a:lnTo>
                    <a:pt x="269" y="64"/>
                  </a:lnTo>
                  <a:lnTo>
                    <a:pt x="265" y="65"/>
                  </a:lnTo>
                  <a:lnTo>
                    <a:pt x="261" y="65"/>
                  </a:lnTo>
                  <a:lnTo>
                    <a:pt x="257" y="65"/>
                  </a:lnTo>
                  <a:lnTo>
                    <a:pt x="255" y="63"/>
                  </a:lnTo>
                  <a:lnTo>
                    <a:pt x="251" y="59"/>
                  </a:lnTo>
                  <a:lnTo>
                    <a:pt x="242" y="53"/>
                  </a:lnTo>
                  <a:lnTo>
                    <a:pt x="233" y="45"/>
                  </a:lnTo>
                  <a:lnTo>
                    <a:pt x="224" y="40"/>
                  </a:lnTo>
                  <a:lnTo>
                    <a:pt x="215" y="35"/>
                  </a:lnTo>
                  <a:lnTo>
                    <a:pt x="211" y="33"/>
                  </a:lnTo>
                  <a:lnTo>
                    <a:pt x="208" y="31"/>
                  </a:lnTo>
                  <a:lnTo>
                    <a:pt x="207" y="27"/>
                  </a:lnTo>
                  <a:lnTo>
                    <a:pt x="207" y="24"/>
                  </a:lnTo>
                  <a:lnTo>
                    <a:pt x="207" y="0"/>
                  </a:lnTo>
                  <a:lnTo>
                    <a:pt x="135" y="0"/>
                  </a:lnTo>
                  <a:lnTo>
                    <a:pt x="135" y="24"/>
                  </a:lnTo>
                  <a:lnTo>
                    <a:pt x="134" y="27"/>
                  </a:lnTo>
                  <a:lnTo>
                    <a:pt x="133" y="31"/>
                  </a:lnTo>
                  <a:lnTo>
                    <a:pt x="130" y="33"/>
                  </a:lnTo>
                  <a:lnTo>
                    <a:pt x="126" y="35"/>
                  </a:lnTo>
                  <a:lnTo>
                    <a:pt x="113" y="41"/>
                  </a:lnTo>
                  <a:lnTo>
                    <a:pt x="101" y="47"/>
                  </a:lnTo>
                  <a:lnTo>
                    <a:pt x="88" y="55"/>
                  </a:lnTo>
                  <a:lnTo>
                    <a:pt x="77" y="63"/>
                  </a:lnTo>
                  <a:lnTo>
                    <a:pt x="75" y="65"/>
                  </a:lnTo>
                  <a:lnTo>
                    <a:pt x="71" y="65"/>
                  </a:lnTo>
                  <a:lnTo>
                    <a:pt x="67" y="65"/>
                  </a:lnTo>
                  <a:lnTo>
                    <a:pt x="63" y="64"/>
                  </a:lnTo>
                  <a:lnTo>
                    <a:pt x="38" y="50"/>
                  </a:lnTo>
                  <a:lnTo>
                    <a:pt x="0" y="114"/>
                  </a:lnTo>
                  <a:lnTo>
                    <a:pt x="26" y="130"/>
                  </a:lnTo>
                  <a:lnTo>
                    <a:pt x="29" y="132"/>
                  </a:lnTo>
                  <a:lnTo>
                    <a:pt x="31" y="135"/>
                  </a:lnTo>
                  <a:lnTo>
                    <a:pt x="33" y="139"/>
                  </a:lnTo>
                  <a:lnTo>
                    <a:pt x="31" y="142"/>
                  </a:lnTo>
                  <a:lnTo>
                    <a:pt x="30" y="154"/>
                  </a:lnTo>
                  <a:lnTo>
                    <a:pt x="30" y="167"/>
                  </a:lnTo>
                  <a:lnTo>
                    <a:pt x="30" y="178"/>
                  </a:lnTo>
                  <a:lnTo>
                    <a:pt x="31" y="191"/>
                  </a:lnTo>
                  <a:lnTo>
                    <a:pt x="33" y="195"/>
                  </a:lnTo>
                  <a:lnTo>
                    <a:pt x="31" y="199"/>
                  </a:lnTo>
                  <a:lnTo>
                    <a:pt x="29" y="202"/>
                  </a:lnTo>
                  <a:lnTo>
                    <a:pt x="26" y="204"/>
                  </a:lnTo>
                  <a:lnTo>
                    <a:pt x="0" y="220"/>
                  </a:lnTo>
                  <a:lnTo>
                    <a:pt x="38" y="284"/>
                  </a:lnTo>
                  <a:lnTo>
                    <a:pt x="63" y="270"/>
                  </a:lnTo>
                  <a:lnTo>
                    <a:pt x="67" y="268"/>
                  </a:lnTo>
                  <a:lnTo>
                    <a:pt x="71" y="267"/>
                  </a:lnTo>
                  <a:lnTo>
                    <a:pt x="75" y="268"/>
                  </a:lnTo>
                  <a:lnTo>
                    <a:pt x="77" y="271"/>
                  </a:lnTo>
                  <a:lnTo>
                    <a:pt x="89" y="279"/>
                  </a:lnTo>
                  <a:lnTo>
                    <a:pt x="106" y="286"/>
                  </a:lnTo>
                  <a:lnTo>
                    <a:pt x="124" y="295"/>
                  </a:lnTo>
                  <a:lnTo>
                    <a:pt x="139" y="300"/>
                  </a:lnTo>
                  <a:lnTo>
                    <a:pt x="142" y="303"/>
                  </a:lnTo>
                  <a:lnTo>
                    <a:pt x="144" y="306"/>
                  </a:lnTo>
                  <a:lnTo>
                    <a:pt x="146" y="308"/>
                  </a:lnTo>
                  <a:lnTo>
                    <a:pt x="147" y="312"/>
                  </a:lnTo>
                  <a:lnTo>
                    <a:pt x="147" y="336"/>
                  </a:lnTo>
                  <a:lnTo>
                    <a:pt x="207" y="336"/>
                  </a:lnTo>
                  <a:lnTo>
                    <a:pt x="207" y="312"/>
                  </a:lnTo>
                  <a:lnTo>
                    <a:pt x="207" y="308"/>
                  </a:lnTo>
                  <a:lnTo>
                    <a:pt x="208" y="306"/>
                  </a:lnTo>
                  <a:lnTo>
                    <a:pt x="211" y="303"/>
                  </a:lnTo>
                  <a:lnTo>
                    <a:pt x="215" y="300"/>
                  </a:lnTo>
                  <a:lnTo>
                    <a:pt x="223" y="297"/>
                  </a:lnTo>
                  <a:lnTo>
                    <a:pt x="230" y="291"/>
                  </a:lnTo>
                  <a:lnTo>
                    <a:pt x="238" y="285"/>
                  </a:lnTo>
                  <a:lnTo>
                    <a:pt x="246" y="279"/>
                  </a:lnTo>
                  <a:lnTo>
                    <a:pt x="250" y="275"/>
                  </a:lnTo>
                  <a:lnTo>
                    <a:pt x="255" y="271"/>
                  </a:lnTo>
                  <a:lnTo>
                    <a:pt x="257" y="268"/>
                  </a:lnTo>
                  <a:lnTo>
                    <a:pt x="261" y="267"/>
                  </a:lnTo>
                  <a:lnTo>
                    <a:pt x="265" y="268"/>
                  </a:lnTo>
                  <a:lnTo>
                    <a:pt x="269" y="270"/>
                  </a:lnTo>
                  <a:lnTo>
                    <a:pt x="295" y="284"/>
                  </a:lnTo>
                  <a:lnTo>
                    <a:pt x="332" y="220"/>
                  </a:lnTo>
                  <a:lnTo>
                    <a:pt x="306" y="2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368899659"/>
              </p:ext>
            </p:extLst>
          </p:nvPr>
        </p:nvGraphicFramePr>
        <p:xfrm>
          <a:off x="543011" y="1570020"/>
          <a:ext cx="11420389" cy="40447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03445559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xmlns="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Who is </a:t>
            </a:r>
            <a:r>
              <a:rPr 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a </a:t>
            </a:r>
            <a:r>
              <a:rPr 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good Big Data engineer?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/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Title 6" hidden="1">
            <a:extLst>
              <a:ext uri="{FF2B5EF4-FFF2-40B4-BE49-F238E27FC236}">
                <a16:creationId xmlns:a16="http://schemas.microsoft.com/office/drawing/2014/main" xmlns="" id="{166BC32C-2E11-43D3-963B-9766918E0FE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6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D0986099-F5F2-4E8B-BE17-81194861A00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>
            <a:off x="9146208" y="522898"/>
            <a:ext cx="3045792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xmlns="" id="{83E690F4-843A-47A5-8620-4FB01C0D8E6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2891481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xmlns="" id="{53F5EDC0-C02E-4790-A681-CA7AB9133338}"/>
              </a:ext>
            </a:extLst>
          </p:cNvPr>
          <p:cNvSpPr/>
          <p:nvPr/>
        </p:nvSpPr>
        <p:spPr>
          <a:xfrm>
            <a:off x="1408002" y="1398603"/>
            <a:ext cx="4378821" cy="313932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50000"/>
              </a:lnSpc>
            </a:pPr>
            <a:endParaRPr lang="en-US" sz="1600" b="1" dirty="0" smtClean="0">
              <a:solidFill>
                <a:schemeClr val="tx1">
                  <a:lumMod val="75000"/>
                  <a:lumOff val="25000"/>
                </a:schemeClr>
              </a:solidFill>
              <a:cs typeface="Segoe UI" panose="020B0502040204020203" pitchFamily="3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b="1" dirty="0" smtClean="0">
                <a:cs typeface="Segoe UI" panose="020B0502040204020203" pitchFamily="34" charset="0"/>
              </a:rPr>
              <a:t>Goal orientation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b="1" dirty="0">
                <a:cs typeface="Segoe UI" panose="020B0502040204020203" pitchFamily="34" charset="0"/>
              </a:rPr>
              <a:t>Self-education &amp; curious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b="1" dirty="0" smtClean="0">
                <a:cs typeface="Segoe UI" panose="020B0502040204020203" pitchFamily="34" charset="0"/>
              </a:rPr>
              <a:t>Energy</a:t>
            </a:r>
            <a:endParaRPr lang="en-US" sz="2400" b="1" dirty="0" smtClean="0">
              <a:cs typeface="Segoe UI" panose="020B0502040204020203" pitchFamily="3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b="1" dirty="0" smtClean="0">
                <a:cs typeface="Segoe UI" panose="020B0502040204020203" pitchFamily="34" charset="0"/>
              </a:rPr>
              <a:t>Soft skills</a:t>
            </a:r>
            <a:endParaRPr lang="en-US" sz="2400" b="1" dirty="0">
              <a:cs typeface="Segoe UI" panose="020B0502040204020203" pitchFamily="3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b="1" dirty="0" smtClean="0">
                <a:cs typeface="Segoe UI" panose="020B0502040204020203" pitchFamily="34" charset="0"/>
              </a:rPr>
              <a:t>Hard skills</a:t>
            </a:r>
            <a:endParaRPr lang="en-US" sz="2400" b="1" dirty="0">
              <a:cs typeface="Segoe UI" panose="020B0502040204020203" pitchFamily="34" charset="0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5719855" y="1651405"/>
            <a:ext cx="5118346" cy="2798976"/>
            <a:chOff x="6247077" y="1824400"/>
            <a:chExt cx="5118346" cy="2798976"/>
          </a:xfrm>
        </p:grpSpPr>
        <p:sp>
          <p:nvSpPr>
            <p:cNvPr id="3" name="Circle: Hollow 2">
              <a:extLst>
                <a:ext uri="{FF2B5EF4-FFF2-40B4-BE49-F238E27FC236}">
                  <a16:creationId xmlns:a16="http://schemas.microsoft.com/office/drawing/2014/main" xmlns="" id="{8DC8DEBA-4D8D-4704-A04E-32A1E0BF41F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/>
          </p:nvSpPr>
          <p:spPr>
            <a:xfrm>
              <a:off x="6247077" y="1824400"/>
              <a:ext cx="1593858" cy="1593858"/>
            </a:xfrm>
            <a:prstGeom prst="donut">
              <a:avLst>
                <a:gd name="adj" fmla="val 12255"/>
              </a:avLst>
            </a:prstGeom>
            <a:solidFill>
              <a:schemeClr val="accent3">
                <a:lumMod val="75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Circle: Hollow 21">
              <a:extLst>
                <a:ext uri="{FF2B5EF4-FFF2-40B4-BE49-F238E27FC236}">
                  <a16:creationId xmlns:a16="http://schemas.microsoft.com/office/drawing/2014/main" xmlns="" id="{769CE3F0-8651-4FF1-8CAF-1E986C3831C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/>
          </p:nvSpPr>
          <p:spPr>
            <a:xfrm>
              <a:off x="7656872" y="1824400"/>
              <a:ext cx="1593858" cy="1593858"/>
            </a:xfrm>
            <a:prstGeom prst="donut">
              <a:avLst>
                <a:gd name="adj" fmla="val 12255"/>
              </a:avLst>
            </a:prstGeom>
            <a:solidFill>
              <a:schemeClr val="accent4">
                <a:lumMod val="75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Circle: Hollow 22">
              <a:extLst>
                <a:ext uri="{FF2B5EF4-FFF2-40B4-BE49-F238E27FC236}">
                  <a16:creationId xmlns:a16="http://schemas.microsoft.com/office/drawing/2014/main" xmlns="" id="{59423939-1DC9-4306-AA5D-6C011133635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/>
          </p:nvSpPr>
          <p:spPr>
            <a:xfrm>
              <a:off x="9066668" y="1824400"/>
              <a:ext cx="1593858" cy="1593858"/>
            </a:xfrm>
            <a:prstGeom prst="donut">
              <a:avLst>
                <a:gd name="adj" fmla="val 12255"/>
              </a:avLst>
            </a:prstGeom>
            <a:solidFill>
              <a:schemeClr val="accent3">
                <a:lumMod val="75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4" name="Circle: Hollow 23">
              <a:extLst>
                <a:ext uri="{FF2B5EF4-FFF2-40B4-BE49-F238E27FC236}">
                  <a16:creationId xmlns:a16="http://schemas.microsoft.com/office/drawing/2014/main" xmlns="" id="{A838DD0B-E018-44D0-A4C0-13DF2FD0288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/>
          </p:nvSpPr>
          <p:spPr>
            <a:xfrm>
              <a:off x="6951974" y="3029518"/>
              <a:ext cx="1593858" cy="1593858"/>
            </a:xfrm>
            <a:prstGeom prst="donut">
              <a:avLst>
                <a:gd name="adj" fmla="val 12255"/>
              </a:avLst>
            </a:prstGeom>
            <a:solidFill>
              <a:schemeClr val="accent4">
                <a:lumMod val="75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5" name="Circle: Hollow 24">
              <a:extLst>
                <a:ext uri="{FF2B5EF4-FFF2-40B4-BE49-F238E27FC236}">
                  <a16:creationId xmlns:a16="http://schemas.microsoft.com/office/drawing/2014/main" xmlns="" id="{B5265A05-9A0F-4DEC-9382-F51EEE74225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/>
          </p:nvSpPr>
          <p:spPr>
            <a:xfrm>
              <a:off x="8361770" y="3029518"/>
              <a:ext cx="1593858" cy="1593858"/>
            </a:xfrm>
            <a:prstGeom prst="donut">
              <a:avLst>
                <a:gd name="adj" fmla="val 12255"/>
              </a:avLst>
            </a:prstGeom>
            <a:solidFill>
              <a:schemeClr val="accent3">
                <a:lumMod val="75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9" name="Circle: Hollow 28">
              <a:extLst>
                <a:ext uri="{FF2B5EF4-FFF2-40B4-BE49-F238E27FC236}">
                  <a16:creationId xmlns:a16="http://schemas.microsoft.com/office/drawing/2014/main" xmlns="" id="{8770E695-5D11-488D-931B-4C4259EC25F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/>
          </p:nvSpPr>
          <p:spPr>
            <a:xfrm>
              <a:off x="9771565" y="3029518"/>
              <a:ext cx="1593858" cy="1593858"/>
            </a:xfrm>
            <a:prstGeom prst="donut">
              <a:avLst>
                <a:gd name="adj" fmla="val 12255"/>
              </a:avLst>
            </a:prstGeom>
            <a:solidFill>
              <a:schemeClr val="accent4">
                <a:lumMod val="75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grpSp>
          <p:nvGrpSpPr>
            <p:cNvPr id="41" name="Group 40" descr="Icon of human being and speech bubble. ">
              <a:extLst>
                <a:ext uri="{FF2B5EF4-FFF2-40B4-BE49-F238E27FC236}">
                  <a16:creationId xmlns:a16="http://schemas.microsoft.com/office/drawing/2014/main" xmlns="" id="{F9B9D0B7-66BB-408F-A1CC-EA2209284AAD}"/>
                </a:ext>
              </a:extLst>
            </p:cNvPr>
            <p:cNvGrpSpPr/>
            <p:nvPr/>
          </p:nvGrpSpPr>
          <p:grpSpPr>
            <a:xfrm>
              <a:off x="6854895" y="2431816"/>
              <a:ext cx="378221" cy="380335"/>
              <a:chOff x="3171788" y="779462"/>
              <a:chExt cx="284163" cy="285751"/>
            </a:xfrm>
            <a:solidFill>
              <a:schemeClr val="accent3">
                <a:lumMod val="75000"/>
              </a:schemeClr>
            </a:solidFill>
          </p:grpSpPr>
          <p:sp>
            <p:nvSpPr>
              <p:cNvPr id="42" name="Freeform 2993">
                <a:extLst>
                  <a:ext uri="{FF2B5EF4-FFF2-40B4-BE49-F238E27FC236}">
                    <a16:creationId xmlns:a16="http://schemas.microsoft.com/office/drawing/2014/main" xmlns="" id="{214A5167-4E01-4042-851A-88AFE72AE2D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290851" y="779462"/>
                <a:ext cx="165100" cy="196850"/>
              </a:xfrm>
              <a:custGeom>
                <a:avLst/>
                <a:gdLst>
                  <a:gd name="T0" fmla="*/ 291 w 416"/>
                  <a:gd name="T1" fmla="*/ 221 h 493"/>
                  <a:gd name="T2" fmla="*/ 339 w 416"/>
                  <a:gd name="T3" fmla="*/ 173 h 493"/>
                  <a:gd name="T4" fmla="*/ 242 w 416"/>
                  <a:gd name="T5" fmla="*/ 221 h 493"/>
                  <a:gd name="T6" fmla="*/ 195 w 416"/>
                  <a:gd name="T7" fmla="*/ 173 h 493"/>
                  <a:gd name="T8" fmla="*/ 242 w 416"/>
                  <a:gd name="T9" fmla="*/ 221 h 493"/>
                  <a:gd name="T10" fmla="*/ 99 w 416"/>
                  <a:gd name="T11" fmla="*/ 221 h 493"/>
                  <a:gd name="T12" fmla="*/ 147 w 416"/>
                  <a:gd name="T13" fmla="*/ 173 h 493"/>
                  <a:gd name="T14" fmla="*/ 208 w 416"/>
                  <a:gd name="T15" fmla="*/ 0 h 493"/>
                  <a:gd name="T16" fmla="*/ 166 w 416"/>
                  <a:gd name="T17" fmla="*/ 3 h 493"/>
                  <a:gd name="T18" fmla="*/ 127 w 416"/>
                  <a:gd name="T19" fmla="*/ 15 h 493"/>
                  <a:gd name="T20" fmla="*/ 92 w 416"/>
                  <a:gd name="T21" fmla="*/ 33 h 493"/>
                  <a:gd name="T22" fmla="*/ 61 w 416"/>
                  <a:gd name="T23" fmla="*/ 57 h 493"/>
                  <a:gd name="T24" fmla="*/ 35 w 416"/>
                  <a:gd name="T25" fmla="*/ 85 h 493"/>
                  <a:gd name="T26" fmla="*/ 16 w 416"/>
                  <a:gd name="T27" fmla="*/ 117 h 493"/>
                  <a:gd name="T28" fmla="*/ 4 w 416"/>
                  <a:gd name="T29" fmla="*/ 153 h 493"/>
                  <a:gd name="T30" fmla="*/ 0 w 416"/>
                  <a:gd name="T31" fmla="*/ 192 h 493"/>
                  <a:gd name="T32" fmla="*/ 0 w 416"/>
                  <a:gd name="T33" fmla="*/ 194 h 493"/>
                  <a:gd name="T34" fmla="*/ 26 w 416"/>
                  <a:gd name="T35" fmla="*/ 204 h 493"/>
                  <a:gd name="T36" fmla="*/ 47 w 416"/>
                  <a:gd name="T37" fmla="*/ 220 h 493"/>
                  <a:gd name="T38" fmla="*/ 64 w 416"/>
                  <a:gd name="T39" fmla="*/ 238 h 493"/>
                  <a:gd name="T40" fmla="*/ 72 w 416"/>
                  <a:gd name="T41" fmla="*/ 260 h 493"/>
                  <a:gd name="T42" fmla="*/ 76 w 416"/>
                  <a:gd name="T43" fmla="*/ 277 h 493"/>
                  <a:gd name="T44" fmla="*/ 76 w 416"/>
                  <a:gd name="T45" fmla="*/ 293 h 493"/>
                  <a:gd name="T46" fmla="*/ 73 w 416"/>
                  <a:gd name="T47" fmla="*/ 311 h 493"/>
                  <a:gd name="T48" fmla="*/ 67 w 416"/>
                  <a:gd name="T49" fmla="*/ 330 h 493"/>
                  <a:gd name="T50" fmla="*/ 70 w 416"/>
                  <a:gd name="T51" fmla="*/ 333 h 493"/>
                  <a:gd name="T52" fmla="*/ 77 w 416"/>
                  <a:gd name="T53" fmla="*/ 349 h 493"/>
                  <a:gd name="T54" fmla="*/ 94 w 416"/>
                  <a:gd name="T55" fmla="*/ 361 h 493"/>
                  <a:gd name="T56" fmla="*/ 114 w 416"/>
                  <a:gd name="T57" fmla="*/ 371 h 493"/>
                  <a:gd name="T58" fmla="*/ 132 w 416"/>
                  <a:gd name="T59" fmla="*/ 378 h 493"/>
                  <a:gd name="T60" fmla="*/ 153 w 416"/>
                  <a:gd name="T61" fmla="*/ 383 h 493"/>
                  <a:gd name="T62" fmla="*/ 153 w 416"/>
                  <a:gd name="T63" fmla="*/ 428 h 493"/>
                  <a:gd name="T64" fmla="*/ 153 w 416"/>
                  <a:gd name="T65" fmla="*/ 465 h 493"/>
                  <a:gd name="T66" fmla="*/ 173 w 416"/>
                  <a:gd name="T67" fmla="*/ 473 h 493"/>
                  <a:gd name="T68" fmla="*/ 203 w 416"/>
                  <a:gd name="T69" fmla="*/ 446 h 493"/>
                  <a:gd name="T70" fmla="*/ 249 w 416"/>
                  <a:gd name="T71" fmla="*/ 406 h 493"/>
                  <a:gd name="T72" fmla="*/ 274 w 416"/>
                  <a:gd name="T73" fmla="*/ 385 h 493"/>
                  <a:gd name="T74" fmla="*/ 290 w 416"/>
                  <a:gd name="T75" fmla="*/ 371 h 493"/>
                  <a:gd name="T76" fmla="*/ 317 w 416"/>
                  <a:gd name="T77" fmla="*/ 358 h 493"/>
                  <a:gd name="T78" fmla="*/ 342 w 416"/>
                  <a:gd name="T79" fmla="*/ 341 h 493"/>
                  <a:gd name="T80" fmla="*/ 364 w 416"/>
                  <a:gd name="T81" fmla="*/ 321 h 493"/>
                  <a:gd name="T82" fmla="*/ 383 w 416"/>
                  <a:gd name="T83" fmla="*/ 299 h 493"/>
                  <a:gd name="T84" fmla="*/ 397 w 416"/>
                  <a:gd name="T85" fmla="*/ 276 h 493"/>
                  <a:gd name="T86" fmla="*/ 408 w 416"/>
                  <a:gd name="T87" fmla="*/ 249 h 493"/>
                  <a:gd name="T88" fmla="*/ 415 w 416"/>
                  <a:gd name="T89" fmla="*/ 222 h 493"/>
                  <a:gd name="T90" fmla="*/ 416 w 416"/>
                  <a:gd name="T91" fmla="*/ 192 h 493"/>
                  <a:gd name="T92" fmla="*/ 412 w 416"/>
                  <a:gd name="T93" fmla="*/ 154 h 493"/>
                  <a:gd name="T94" fmla="*/ 400 w 416"/>
                  <a:gd name="T95" fmla="*/ 117 h 493"/>
                  <a:gd name="T96" fmla="*/ 381 w 416"/>
                  <a:gd name="T97" fmla="*/ 85 h 493"/>
                  <a:gd name="T98" fmla="*/ 355 w 416"/>
                  <a:gd name="T99" fmla="*/ 57 h 493"/>
                  <a:gd name="T100" fmla="*/ 324 w 416"/>
                  <a:gd name="T101" fmla="*/ 33 h 493"/>
                  <a:gd name="T102" fmla="*/ 289 w 416"/>
                  <a:gd name="T103" fmla="*/ 15 h 493"/>
                  <a:gd name="T104" fmla="*/ 251 w 416"/>
                  <a:gd name="T105" fmla="*/ 3 h 493"/>
                  <a:gd name="T106" fmla="*/ 208 w 416"/>
                  <a:gd name="T107" fmla="*/ 0 h 4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416" h="493">
                    <a:moveTo>
                      <a:pt x="339" y="221"/>
                    </a:moveTo>
                    <a:lnTo>
                      <a:pt x="291" y="221"/>
                    </a:lnTo>
                    <a:lnTo>
                      <a:pt x="291" y="173"/>
                    </a:lnTo>
                    <a:lnTo>
                      <a:pt x="339" y="173"/>
                    </a:lnTo>
                    <a:lnTo>
                      <a:pt x="339" y="221"/>
                    </a:lnTo>
                    <a:close/>
                    <a:moveTo>
                      <a:pt x="242" y="221"/>
                    </a:moveTo>
                    <a:lnTo>
                      <a:pt x="195" y="221"/>
                    </a:lnTo>
                    <a:lnTo>
                      <a:pt x="195" y="173"/>
                    </a:lnTo>
                    <a:lnTo>
                      <a:pt x="242" y="173"/>
                    </a:lnTo>
                    <a:lnTo>
                      <a:pt x="242" y="221"/>
                    </a:lnTo>
                    <a:close/>
                    <a:moveTo>
                      <a:pt x="147" y="221"/>
                    </a:moveTo>
                    <a:lnTo>
                      <a:pt x="99" y="221"/>
                    </a:lnTo>
                    <a:lnTo>
                      <a:pt x="99" y="173"/>
                    </a:lnTo>
                    <a:lnTo>
                      <a:pt x="147" y="173"/>
                    </a:lnTo>
                    <a:lnTo>
                      <a:pt x="147" y="221"/>
                    </a:lnTo>
                    <a:close/>
                    <a:moveTo>
                      <a:pt x="208" y="0"/>
                    </a:moveTo>
                    <a:lnTo>
                      <a:pt x="186" y="1"/>
                    </a:lnTo>
                    <a:lnTo>
                      <a:pt x="166" y="3"/>
                    </a:lnTo>
                    <a:lnTo>
                      <a:pt x="146" y="8"/>
                    </a:lnTo>
                    <a:lnTo>
                      <a:pt x="127" y="15"/>
                    </a:lnTo>
                    <a:lnTo>
                      <a:pt x="109" y="23"/>
                    </a:lnTo>
                    <a:lnTo>
                      <a:pt x="92" y="33"/>
                    </a:lnTo>
                    <a:lnTo>
                      <a:pt x="76" y="44"/>
                    </a:lnTo>
                    <a:lnTo>
                      <a:pt x="61" y="57"/>
                    </a:lnTo>
                    <a:lnTo>
                      <a:pt x="47" y="70"/>
                    </a:lnTo>
                    <a:lnTo>
                      <a:pt x="35" y="85"/>
                    </a:lnTo>
                    <a:lnTo>
                      <a:pt x="25" y="101"/>
                    </a:lnTo>
                    <a:lnTo>
                      <a:pt x="16" y="117"/>
                    </a:lnTo>
                    <a:lnTo>
                      <a:pt x="9" y="135"/>
                    </a:lnTo>
                    <a:lnTo>
                      <a:pt x="4" y="153"/>
                    </a:lnTo>
                    <a:lnTo>
                      <a:pt x="1" y="173"/>
                    </a:lnTo>
                    <a:lnTo>
                      <a:pt x="0" y="192"/>
                    </a:lnTo>
                    <a:lnTo>
                      <a:pt x="0" y="192"/>
                    </a:lnTo>
                    <a:lnTo>
                      <a:pt x="0" y="194"/>
                    </a:lnTo>
                    <a:lnTo>
                      <a:pt x="14" y="198"/>
                    </a:lnTo>
                    <a:lnTo>
                      <a:pt x="26" y="204"/>
                    </a:lnTo>
                    <a:lnTo>
                      <a:pt x="38" y="211"/>
                    </a:lnTo>
                    <a:lnTo>
                      <a:pt x="47" y="220"/>
                    </a:lnTo>
                    <a:lnTo>
                      <a:pt x="57" y="228"/>
                    </a:lnTo>
                    <a:lnTo>
                      <a:pt x="64" y="238"/>
                    </a:lnTo>
                    <a:lnTo>
                      <a:pt x="69" y="248"/>
                    </a:lnTo>
                    <a:lnTo>
                      <a:pt x="72" y="260"/>
                    </a:lnTo>
                    <a:lnTo>
                      <a:pt x="74" y="268"/>
                    </a:lnTo>
                    <a:lnTo>
                      <a:pt x="76" y="277"/>
                    </a:lnTo>
                    <a:lnTo>
                      <a:pt x="76" y="285"/>
                    </a:lnTo>
                    <a:lnTo>
                      <a:pt x="76" y="293"/>
                    </a:lnTo>
                    <a:lnTo>
                      <a:pt x="74" y="303"/>
                    </a:lnTo>
                    <a:lnTo>
                      <a:pt x="73" y="311"/>
                    </a:lnTo>
                    <a:lnTo>
                      <a:pt x="71" y="321"/>
                    </a:lnTo>
                    <a:lnTo>
                      <a:pt x="67" y="330"/>
                    </a:lnTo>
                    <a:lnTo>
                      <a:pt x="69" y="332"/>
                    </a:lnTo>
                    <a:lnTo>
                      <a:pt x="70" y="333"/>
                    </a:lnTo>
                    <a:lnTo>
                      <a:pt x="73" y="341"/>
                    </a:lnTo>
                    <a:lnTo>
                      <a:pt x="77" y="349"/>
                    </a:lnTo>
                    <a:lnTo>
                      <a:pt x="85" y="355"/>
                    </a:lnTo>
                    <a:lnTo>
                      <a:pt x="94" y="361"/>
                    </a:lnTo>
                    <a:lnTo>
                      <a:pt x="104" y="366"/>
                    </a:lnTo>
                    <a:lnTo>
                      <a:pt x="114" y="371"/>
                    </a:lnTo>
                    <a:lnTo>
                      <a:pt x="123" y="374"/>
                    </a:lnTo>
                    <a:lnTo>
                      <a:pt x="132" y="378"/>
                    </a:lnTo>
                    <a:lnTo>
                      <a:pt x="142" y="380"/>
                    </a:lnTo>
                    <a:lnTo>
                      <a:pt x="153" y="383"/>
                    </a:lnTo>
                    <a:lnTo>
                      <a:pt x="153" y="403"/>
                    </a:lnTo>
                    <a:lnTo>
                      <a:pt x="153" y="428"/>
                    </a:lnTo>
                    <a:lnTo>
                      <a:pt x="153" y="449"/>
                    </a:lnTo>
                    <a:lnTo>
                      <a:pt x="153" y="465"/>
                    </a:lnTo>
                    <a:lnTo>
                      <a:pt x="153" y="493"/>
                    </a:lnTo>
                    <a:lnTo>
                      <a:pt x="173" y="473"/>
                    </a:lnTo>
                    <a:lnTo>
                      <a:pt x="185" y="462"/>
                    </a:lnTo>
                    <a:lnTo>
                      <a:pt x="203" y="446"/>
                    </a:lnTo>
                    <a:lnTo>
                      <a:pt x="227" y="427"/>
                    </a:lnTo>
                    <a:lnTo>
                      <a:pt x="249" y="406"/>
                    </a:lnTo>
                    <a:lnTo>
                      <a:pt x="262" y="395"/>
                    </a:lnTo>
                    <a:lnTo>
                      <a:pt x="274" y="385"/>
                    </a:lnTo>
                    <a:lnTo>
                      <a:pt x="284" y="377"/>
                    </a:lnTo>
                    <a:lnTo>
                      <a:pt x="290" y="371"/>
                    </a:lnTo>
                    <a:lnTo>
                      <a:pt x="304" y="365"/>
                    </a:lnTo>
                    <a:lnTo>
                      <a:pt x="317" y="358"/>
                    </a:lnTo>
                    <a:lnTo>
                      <a:pt x="330" y="349"/>
                    </a:lnTo>
                    <a:lnTo>
                      <a:pt x="342" y="341"/>
                    </a:lnTo>
                    <a:lnTo>
                      <a:pt x="353" y="332"/>
                    </a:lnTo>
                    <a:lnTo>
                      <a:pt x="364" y="321"/>
                    </a:lnTo>
                    <a:lnTo>
                      <a:pt x="373" y="310"/>
                    </a:lnTo>
                    <a:lnTo>
                      <a:pt x="383" y="299"/>
                    </a:lnTo>
                    <a:lnTo>
                      <a:pt x="390" y="288"/>
                    </a:lnTo>
                    <a:lnTo>
                      <a:pt x="397" y="276"/>
                    </a:lnTo>
                    <a:lnTo>
                      <a:pt x="403" y="263"/>
                    </a:lnTo>
                    <a:lnTo>
                      <a:pt x="408" y="249"/>
                    </a:lnTo>
                    <a:lnTo>
                      <a:pt x="411" y="235"/>
                    </a:lnTo>
                    <a:lnTo>
                      <a:pt x="415" y="222"/>
                    </a:lnTo>
                    <a:lnTo>
                      <a:pt x="416" y="208"/>
                    </a:lnTo>
                    <a:lnTo>
                      <a:pt x="416" y="192"/>
                    </a:lnTo>
                    <a:lnTo>
                      <a:pt x="416" y="173"/>
                    </a:lnTo>
                    <a:lnTo>
                      <a:pt x="412" y="154"/>
                    </a:lnTo>
                    <a:lnTo>
                      <a:pt x="408" y="135"/>
                    </a:lnTo>
                    <a:lnTo>
                      <a:pt x="400" y="117"/>
                    </a:lnTo>
                    <a:lnTo>
                      <a:pt x="391" y="101"/>
                    </a:lnTo>
                    <a:lnTo>
                      <a:pt x="381" y="85"/>
                    </a:lnTo>
                    <a:lnTo>
                      <a:pt x="368" y="70"/>
                    </a:lnTo>
                    <a:lnTo>
                      <a:pt x="355" y="57"/>
                    </a:lnTo>
                    <a:lnTo>
                      <a:pt x="341" y="44"/>
                    </a:lnTo>
                    <a:lnTo>
                      <a:pt x="324" y="33"/>
                    </a:lnTo>
                    <a:lnTo>
                      <a:pt x="308" y="23"/>
                    </a:lnTo>
                    <a:lnTo>
                      <a:pt x="289" y="15"/>
                    </a:lnTo>
                    <a:lnTo>
                      <a:pt x="270" y="8"/>
                    </a:lnTo>
                    <a:lnTo>
                      <a:pt x="251" y="3"/>
                    </a:lnTo>
                    <a:lnTo>
                      <a:pt x="229" y="1"/>
                    </a:lnTo>
                    <a:lnTo>
                      <a:pt x="208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52" name="Freeform 2994">
                <a:extLst>
                  <a:ext uri="{FF2B5EF4-FFF2-40B4-BE49-F238E27FC236}">
                    <a16:creationId xmlns:a16="http://schemas.microsoft.com/office/drawing/2014/main" xmlns="" id="{EF3D2201-62FC-4C65-ADA0-327F681139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1788" y="863600"/>
                <a:ext cx="190500" cy="201613"/>
              </a:xfrm>
              <a:custGeom>
                <a:avLst/>
                <a:gdLst>
                  <a:gd name="T0" fmla="*/ 393 w 480"/>
                  <a:gd name="T1" fmla="*/ 357 h 507"/>
                  <a:gd name="T2" fmla="*/ 312 w 480"/>
                  <a:gd name="T3" fmla="*/ 312 h 507"/>
                  <a:gd name="T4" fmla="*/ 320 w 480"/>
                  <a:gd name="T5" fmla="*/ 267 h 507"/>
                  <a:gd name="T6" fmla="*/ 324 w 480"/>
                  <a:gd name="T7" fmla="*/ 261 h 507"/>
                  <a:gd name="T8" fmla="*/ 329 w 480"/>
                  <a:gd name="T9" fmla="*/ 254 h 507"/>
                  <a:gd name="T10" fmla="*/ 332 w 480"/>
                  <a:gd name="T11" fmla="*/ 244 h 507"/>
                  <a:gd name="T12" fmla="*/ 336 w 480"/>
                  <a:gd name="T13" fmla="*/ 231 h 507"/>
                  <a:gd name="T14" fmla="*/ 338 w 480"/>
                  <a:gd name="T15" fmla="*/ 219 h 507"/>
                  <a:gd name="T16" fmla="*/ 339 w 480"/>
                  <a:gd name="T17" fmla="*/ 203 h 507"/>
                  <a:gd name="T18" fmla="*/ 350 w 480"/>
                  <a:gd name="T19" fmla="*/ 190 h 507"/>
                  <a:gd name="T20" fmla="*/ 354 w 480"/>
                  <a:gd name="T21" fmla="*/ 185 h 507"/>
                  <a:gd name="T22" fmla="*/ 356 w 480"/>
                  <a:gd name="T23" fmla="*/ 179 h 507"/>
                  <a:gd name="T24" fmla="*/ 357 w 480"/>
                  <a:gd name="T25" fmla="*/ 173 h 507"/>
                  <a:gd name="T26" fmla="*/ 358 w 480"/>
                  <a:gd name="T27" fmla="*/ 166 h 507"/>
                  <a:gd name="T28" fmla="*/ 357 w 480"/>
                  <a:gd name="T29" fmla="*/ 149 h 507"/>
                  <a:gd name="T30" fmla="*/ 354 w 480"/>
                  <a:gd name="T31" fmla="*/ 140 h 507"/>
                  <a:gd name="T32" fmla="*/ 350 w 480"/>
                  <a:gd name="T33" fmla="*/ 131 h 507"/>
                  <a:gd name="T34" fmla="*/ 343 w 480"/>
                  <a:gd name="T35" fmla="*/ 125 h 507"/>
                  <a:gd name="T36" fmla="*/ 355 w 480"/>
                  <a:gd name="T37" fmla="*/ 84 h 507"/>
                  <a:gd name="T38" fmla="*/ 353 w 480"/>
                  <a:gd name="T39" fmla="*/ 54 h 507"/>
                  <a:gd name="T40" fmla="*/ 336 w 480"/>
                  <a:gd name="T41" fmla="*/ 28 h 507"/>
                  <a:gd name="T42" fmla="*/ 305 w 480"/>
                  <a:gd name="T43" fmla="*/ 9 h 507"/>
                  <a:gd name="T44" fmla="*/ 286 w 480"/>
                  <a:gd name="T45" fmla="*/ 4 h 507"/>
                  <a:gd name="T46" fmla="*/ 267 w 480"/>
                  <a:gd name="T47" fmla="*/ 0 h 507"/>
                  <a:gd name="T48" fmla="*/ 251 w 480"/>
                  <a:gd name="T49" fmla="*/ 0 h 507"/>
                  <a:gd name="T50" fmla="*/ 232 w 480"/>
                  <a:gd name="T51" fmla="*/ 2 h 507"/>
                  <a:gd name="T52" fmla="*/ 217 w 480"/>
                  <a:gd name="T53" fmla="*/ 4 h 507"/>
                  <a:gd name="T54" fmla="*/ 203 w 480"/>
                  <a:gd name="T55" fmla="*/ 8 h 507"/>
                  <a:gd name="T56" fmla="*/ 192 w 480"/>
                  <a:gd name="T57" fmla="*/ 11 h 507"/>
                  <a:gd name="T58" fmla="*/ 157 w 480"/>
                  <a:gd name="T59" fmla="*/ 38 h 507"/>
                  <a:gd name="T60" fmla="*/ 154 w 480"/>
                  <a:gd name="T61" fmla="*/ 44 h 507"/>
                  <a:gd name="T62" fmla="*/ 140 w 480"/>
                  <a:gd name="T63" fmla="*/ 46 h 507"/>
                  <a:gd name="T64" fmla="*/ 131 w 480"/>
                  <a:gd name="T65" fmla="*/ 48 h 507"/>
                  <a:gd name="T66" fmla="*/ 126 w 480"/>
                  <a:gd name="T67" fmla="*/ 53 h 507"/>
                  <a:gd name="T68" fmla="*/ 123 w 480"/>
                  <a:gd name="T69" fmla="*/ 56 h 507"/>
                  <a:gd name="T70" fmla="*/ 118 w 480"/>
                  <a:gd name="T71" fmla="*/ 66 h 507"/>
                  <a:gd name="T72" fmla="*/ 118 w 480"/>
                  <a:gd name="T73" fmla="*/ 75 h 507"/>
                  <a:gd name="T74" fmla="*/ 118 w 480"/>
                  <a:gd name="T75" fmla="*/ 84 h 507"/>
                  <a:gd name="T76" fmla="*/ 121 w 480"/>
                  <a:gd name="T77" fmla="*/ 92 h 507"/>
                  <a:gd name="T78" fmla="*/ 123 w 480"/>
                  <a:gd name="T79" fmla="*/ 100 h 507"/>
                  <a:gd name="T80" fmla="*/ 125 w 480"/>
                  <a:gd name="T81" fmla="*/ 109 h 507"/>
                  <a:gd name="T82" fmla="*/ 132 w 480"/>
                  <a:gd name="T83" fmla="*/ 125 h 507"/>
                  <a:gd name="T84" fmla="*/ 116 w 480"/>
                  <a:gd name="T85" fmla="*/ 148 h 507"/>
                  <a:gd name="T86" fmla="*/ 115 w 480"/>
                  <a:gd name="T87" fmla="*/ 174 h 507"/>
                  <a:gd name="T88" fmla="*/ 118 w 480"/>
                  <a:gd name="T89" fmla="*/ 185 h 507"/>
                  <a:gd name="T90" fmla="*/ 124 w 480"/>
                  <a:gd name="T91" fmla="*/ 193 h 507"/>
                  <a:gd name="T92" fmla="*/ 130 w 480"/>
                  <a:gd name="T93" fmla="*/ 199 h 507"/>
                  <a:gd name="T94" fmla="*/ 138 w 480"/>
                  <a:gd name="T95" fmla="*/ 216 h 507"/>
                  <a:gd name="T96" fmla="*/ 144 w 480"/>
                  <a:gd name="T97" fmla="*/ 242 h 507"/>
                  <a:gd name="T98" fmla="*/ 161 w 480"/>
                  <a:gd name="T99" fmla="*/ 268 h 507"/>
                  <a:gd name="T100" fmla="*/ 168 w 480"/>
                  <a:gd name="T101" fmla="*/ 312 h 507"/>
                  <a:gd name="T102" fmla="*/ 87 w 480"/>
                  <a:gd name="T103" fmla="*/ 357 h 507"/>
                  <a:gd name="T104" fmla="*/ 19 w 480"/>
                  <a:gd name="T105" fmla="*/ 399 h 507"/>
                  <a:gd name="T106" fmla="*/ 2 w 480"/>
                  <a:gd name="T107" fmla="*/ 420 h 507"/>
                  <a:gd name="T108" fmla="*/ 4 w 480"/>
                  <a:gd name="T109" fmla="*/ 504 h 507"/>
                  <a:gd name="T110" fmla="*/ 473 w 480"/>
                  <a:gd name="T111" fmla="*/ 506 h 507"/>
                  <a:gd name="T112" fmla="*/ 480 w 480"/>
                  <a:gd name="T113" fmla="*/ 424 h 507"/>
                  <a:gd name="T114" fmla="*/ 471 w 480"/>
                  <a:gd name="T115" fmla="*/ 408 h 5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480" h="507">
                    <a:moveTo>
                      <a:pt x="446" y="388"/>
                    </a:moveTo>
                    <a:lnTo>
                      <a:pt x="435" y="380"/>
                    </a:lnTo>
                    <a:lnTo>
                      <a:pt x="418" y="370"/>
                    </a:lnTo>
                    <a:lnTo>
                      <a:pt x="393" y="357"/>
                    </a:lnTo>
                    <a:lnTo>
                      <a:pt x="367" y="344"/>
                    </a:lnTo>
                    <a:lnTo>
                      <a:pt x="339" y="331"/>
                    </a:lnTo>
                    <a:lnTo>
                      <a:pt x="312" y="319"/>
                    </a:lnTo>
                    <a:lnTo>
                      <a:pt x="312" y="312"/>
                    </a:lnTo>
                    <a:lnTo>
                      <a:pt x="312" y="280"/>
                    </a:lnTo>
                    <a:lnTo>
                      <a:pt x="312" y="274"/>
                    </a:lnTo>
                    <a:lnTo>
                      <a:pt x="316" y="272"/>
                    </a:lnTo>
                    <a:lnTo>
                      <a:pt x="320" y="267"/>
                    </a:lnTo>
                    <a:lnTo>
                      <a:pt x="320" y="266"/>
                    </a:lnTo>
                    <a:lnTo>
                      <a:pt x="320" y="266"/>
                    </a:lnTo>
                    <a:lnTo>
                      <a:pt x="323" y="263"/>
                    </a:lnTo>
                    <a:lnTo>
                      <a:pt x="324" y="261"/>
                    </a:lnTo>
                    <a:lnTo>
                      <a:pt x="325" y="260"/>
                    </a:lnTo>
                    <a:lnTo>
                      <a:pt x="325" y="260"/>
                    </a:lnTo>
                    <a:lnTo>
                      <a:pt x="326" y="256"/>
                    </a:lnTo>
                    <a:lnTo>
                      <a:pt x="329" y="254"/>
                    </a:lnTo>
                    <a:lnTo>
                      <a:pt x="329" y="253"/>
                    </a:lnTo>
                    <a:lnTo>
                      <a:pt x="329" y="251"/>
                    </a:lnTo>
                    <a:lnTo>
                      <a:pt x="331" y="248"/>
                    </a:lnTo>
                    <a:lnTo>
                      <a:pt x="332" y="244"/>
                    </a:lnTo>
                    <a:lnTo>
                      <a:pt x="332" y="243"/>
                    </a:lnTo>
                    <a:lnTo>
                      <a:pt x="332" y="243"/>
                    </a:lnTo>
                    <a:lnTo>
                      <a:pt x="335" y="237"/>
                    </a:lnTo>
                    <a:lnTo>
                      <a:pt x="336" y="231"/>
                    </a:lnTo>
                    <a:lnTo>
                      <a:pt x="336" y="231"/>
                    </a:lnTo>
                    <a:lnTo>
                      <a:pt x="336" y="231"/>
                    </a:lnTo>
                    <a:lnTo>
                      <a:pt x="337" y="225"/>
                    </a:lnTo>
                    <a:lnTo>
                      <a:pt x="338" y="219"/>
                    </a:lnTo>
                    <a:lnTo>
                      <a:pt x="338" y="217"/>
                    </a:lnTo>
                    <a:lnTo>
                      <a:pt x="338" y="215"/>
                    </a:lnTo>
                    <a:lnTo>
                      <a:pt x="339" y="209"/>
                    </a:lnTo>
                    <a:lnTo>
                      <a:pt x="339" y="203"/>
                    </a:lnTo>
                    <a:lnTo>
                      <a:pt x="345" y="197"/>
                    </a:lnTo>
                    <a:lnTo>
                      <a:pt x="350" y="191"/>
                    </a:lnTo>
                    <a:lnTo>
                      <a:pt x="350" y="190"/>
                    </a:lnTo>
                    <a:lnTo>
                      <a:pt x="350" y="190"/>
                    </a:lnTo>
                    <a:lnTo>
                      <a:pt x="353" y="187"/>
                    </a:lnTo>
                    <a:lnTo>
                      <a:pt x="354" y="185"/>
                    </a:lnTo>
                    <a:lnTo>
                      <a:pt x="354" y="185"/>
                    </a:lnTo>
                    <a:lnTo>
                      <a:pt x="354" y="185"/>
                    </a:lnTo>
                    <a:lnTo>
                      <a:pt x="355" y="182"/>
                    </a:lnTo>
                    <a:lnTo>
                      <a:pt x="355" y="180"/>
                    </a:lnTo>
                    <a:lnTo>
                      <a:pt x="355" y="179"/>
                    </a:lnTo>
                    <a:lnTo>
                      <a:pt x="356" y="179"/>
                    </a:lnTo>
                    <a:lnTo>
                      <a:pt x="356" y="176"/>
                    </a:lnTo>
                    <a:lnTo>
                      <a:pt x="357" y="174"/>
                    </a:lnTo>
                    <a:lnTo>
                      <a:pt x="357" y="173"/>
                    </a:lnTo>
                    <a:lnTo>
                      <a:pt x="357" y="173"/>
                    </a:lnTo>
                    <a:lnTo>
                      <a:pt x="357" y="169"/>
                    </a:lnTo>
                    <a:lnTo>
                      <a:pt x="357" y="167"/>
                    </a:lnTo>
                    <a:lnTo>
                      <a:pt x="358" y="167"/>
                    </a:lnTo>
                    <a:lnTo>
                      <a:pt x="358" y="166"/>
                    </a:lnTo>
                    <a:lnTo>
                      <a:pt x="358" y="163"/>
                    </a:lnTo>
                    <a:lnTo>
                      <a:pt x="358" y="160"/>
                    </a:lnTo>
                    <a:lnTo>
                      <a:pt x="358" y="155"/>
                    </a:lnTo>
                    <a:lnTo>
                      <a:pt x="357" y="149"/>
                    </a:lnTo>
                    <a:lnTo>
                      <a:pt x="357" y="149"/>
                    </a:lnTo>
                    <a:lnTo>
                      <a:pt x="357" y="148"/>
                    </a:lnTo>
                    <a:lnTo>
                      <a:pt x="356" y="143"/>
                    </a:lnTo>
                    <a:lnTo>
                      <a:pt x="354" y="140"/>
                    </a:lnTo>
                    <a:lnTo>
                      <a:pt x="354" y="138"/>
                    </a:lnTo>
                    <a:lnTo>
                      <a:pt x="354" y="138"/>
                    </a:lnTo>
                    <a:lnTo>
                      <a:pt x="353" y="135"/>
                    </a:lnTo>
                    <a:lnTo>
                      <a:pt x="350" y="131"/>
                    </a:lnTo>
                    <a:lnTo>
                      <a:pt x="349" y="131"/>
                    </a:lnTo>
                    <a:lnTo>
                      <a:pt x="349" y="131"/>
                    </a:lnTo>
                    <a:lnTo>
                      <a:pt x="347" y="128"/>
                    </a:lnTo>
                    <a:lnTo>
                      <a:pt x="343" y="125"/>
                    </a:lnTo>
                    <a:lnTo>
                      <a:pt x="344" y="122"/>
                    </a:lnTo>
                    <a:lnTo>
                      <a:pt x="347" y="117"/>
                    </a:lnTo>
                    <a:lnTo>
                      <a:pt x="351" y="100"/>
                    </a:lnTo>
                    <a:lnTo>
                      <a:pt x="355" y="84"/>
                    </a:lnTo>
                    <a:lnTo>
                      <a:pt x="355" y="77"/>
                    </a:lnTo>
                    <a:lnTo>
                      <a:pt x="355" y="69"/>
                    </a:lnTo>
                    <a:lnTo>
                      <a:pt x="354" y="61"/>
                    </a:lnTo>
                    <a:lnTo>
                      <a:pt x="353" y="54"/>
                    </a:lnTo>
                    <a:lnTo>
                      <a:pt x="350" y="47"/>
                    </a:lnTo>
                    <a:lnTo>
                      <a:pt x="347" y="40"/>
                    </a:lnTo>
                    <a:lnTo>
                      <a:pt x="342" y="34"/>
                    </a:lnTo>
                    <a:lnTo>
                      <a:pt x="336" y="28"/>
                    </a:lnTo>
                    <a:lnTo>
                      <a:pt x="330" y="22"/>
                    </a:lnTo>
                    <a:lnTo>
                      <a:pt x="323" y="17"/>
                    </a:lnTo>
                    <a:lnTo>
                      <a:pt x="314" y="12"/>
                    </a:lnTo>
                    <a:lnTo>
                      <a:pt x="305" y="9"/>
                    </a:lnTo>
                    <a:lnTo>
                      <a:pt x="305" y="9"/>
                    </a:lnTo>
                    <a:lnTo>
                      <a:pt x="305" y="9"/>
                    </a:lnTo>
                    <a:lnTo>
                      <a:pt x="295" y="6"/>
                    </a:lnTo>
                    <a:lnTo>
                      <a:pt x="286" y="4"/>
                    </a:lnTo>
                    <a:lnTo>
                      <a:pt x="276" y="2"/>
                    </a:lnTo>
                    <a:lnTo>
                      <a:pt x="267" y="0"/>
                    </a:lnTo>
                    <a:lnTo>
                      <a:pt x="267" y="0"/>
                    </a:lnTo>
                    <a:lnTo>
                      <a:pt x="267" y="0"/>
                    </a:lnTo>
                    <a:lnTo>
                      <a:pt x="263" y="0"/>
                    </a:lnTo>
                    <a:lnTo>
                      <a:pt x="260" y="0"/>
                    </a:lnTo>
                    <a:lnTo>
                      <a:pt x="255" y="0"/>
                    </a:lnTo>
                    <a:lnTo>
                      <a:pt x="251" y="0"/>
                    </a:lnTo>
                    <a:lnTo>
                      <a:pt x="244" y="0"/>
                    </a:lnTo>
                    <a:lnTo>
                      <a:pt x="237" y="0"/>
                    </a:lnTo>
                    <a:lnTo>
                      <a:pt x="235" y="0"/>
                    </a:lnTo>
                    <a:lnTo>
                      <a:pt x="232" y="2"/>
                    </a:lnTo>
                    <a:lnTo>
                      <a:pt x="229" y="2"/>
                    </a:lnTo>
                    <a:lnTo>
                      <a:pt x="224" y="3"/>
                    </a:lnTo>
                    <a:lnTo>
                      <a:pt x="220" y="3"/>
                    </a:lnTo>
                    <a:lnTo>
                      <a:pt x="217" y="4"/>
                    </a:lnTo>
                    <a:lnTo>
                      <a:pt x="215" y="4"/>
                    </a:lnTo>
                    <a:lnTo>
                      <a:pt x="212" y="5"/>
                    </a:lnTo>
                    <a:lnTo>
                      <a:pt x="207" y="6"/>
                    </a:lnTo>
                    <a:lnTo>
                      <a:pt x="203" y="8"/>
                    </a:lnTo>
                    <a:lnTo>
                      <a:pt x="199" y="9"/>
                    </a:lnTo>
                    <a:lnTo>
                      <a:pt x="195" y="10"/>
                    </a:lnTo>
                    <a:lnTo>
                      <a:pt x="193" y="10"/>
                    </a:lnTo>
                    <a:lnTo>
                      <a:pt x="192" y="11"/>
                    </a:lnTo>
                    <a:lnTo>
                      <a:pt x="181" y="16"/>
                    </a:lnTo>
                    <a:lnTo>
                      <a:pt x="172" y="23"/>
                    </a:lnTo>
                    <a:lnTo>
                      <a:pt x="163" y="30"/>
                    </a:lnTo>
                    <a:lnTo>
                      <a:pt x="157" y="38"/>
                    </a:lnTo>
                    <a:lnTo>
                      <a:pt x="157" y="38"/>
                    </a:lnTo>
                    <a:lnTo>
                      <a:pt x="156" y="38"/>
                    </a:lnTo>
                    <a:lnTo>
                      <a:pt x="155" y="42"/>
                    </a:lnTo>
                    <a:lnTo>
                      <a:pt x="154" y="44"/>
                    </a:lnTo>
                    <a:lnTo>
                      <a:pt x="150" y="44"/>
                    </a:lnTo>
                    <a:lnTo>
                      <a:pt x="148" y="44"/>
                    </a:lnTo>
                    <a:lnTo>
                      <a:pt x="143" y="44"/>
                    </a:lnTo>
                    <a:lnTo>
                      <a:pt x="140" y="46"/>
                    </a:lnTo>
                    <a:lnTo>
                      <a:pt x="138" y="46"/>
                    </a:lnTo>
                    <a:lnTo>
                      <a:pt x="137" y="46"/>
                    </a:lnTo>
                    <a:lnTo>
                      <a:pt x="135" y="47"/>
                    </a:lnTo>
                    <a:lnTo>
                      <a:pt x="131" y="48"/>
                    </a:lnTo>
                    <a:lnTo>
                      <a:pt x="131" y="48"/>
                    </a:lnTo>
                    <a:lnTo>
                      <a:pt x="130" y="49"/>
                    </a:lnTo>
                    <a:lnTo>
                      <a:pt x="128" y="50"/>
                    </a:lnTo>
                    <a:lnTo>
                      <a:pt x="126" y="53"/>
                    </a:lnTo>
                    <a:lnTo>
                      <a:pt x="125" y="53"/>
                    </a:lnTo>
                    <a:lnTo>
                      <a:pt x="125" y="53"/>
                    </a:lnTo>
                    <a:lnTo>
                      <a:pt x="124" y="55"/>
                    </a:lnTo>
                    <a:lnTo>
                      <a:pt x="123" y="56"/>
                    </a:lnTo>
                    <a:lnTo>
                      <a:pt x="121" y="60"/>
                    </a:lnTo>
                    <a:lnTo>
                      <a:pt x="119" y="63"/>
                    </a:lnTo>
                    <a:lnTo>
                      <a:pt x="119" y="65"/>
                    </a:lnTo>
                    <a:lnTo>
                      <a:pt x="118" y="66"/>
                    </a:lnTo>
                    <a:lnTo>
                      <a:pt x="118" y="68"/>
                    </a:lnTo>
                    <a:lnTo>
                      <a:pt x="118" y="71"/>
                    </a:lnTo>
                    <a:lnTo>
                      <a:pt x="118" y="73"/>
                    </a:lnTo>
                    <a:lnTo>
                      <a:pt x="118" y="75"/>
                    </a:lnTo>
                    <a:lnTo>
                      <a:pt x="118" y="77"/>
                    </a:lnTo>
                    <a:lnTo>
                      <a:pt x="118" y="79"/>
                    </a:lnTo>
                    <a:lnTo>
                      <a:pt x="118" y="81"/>
                    </a:lnTo>
                    <a:lnTo>
                      <a:pt x="118" y="84"/>
                    </a:lnTo>
                    <a:lnTo>
                      <a:pt x="119" y="85"/>
                    </a:lnTo>
                    <a:lnTo>
                      <a:pt x="119" y="87"/>
                    </a:lnTo>
                    <a:lnTo>
                      <a:pt x="119" y="90"/>
                    </a:lnTo>
                    <a:lnTo>
                      <a:pt x="121" y="92"/>
                    </a:lnTo>
                    <a:lnTo>
                      <a:pt x="121" y="94"/>
                    </a:lnTo>
                    <a:lnTo>
                      <a:pt x="122" y="96"/>
                    </a:lnTo>
                    <a:lnTo>
                      <a:pt x="122" y="98"/>
                    </a:lnTo>
                    <a:lnTo>
                      <a:pt x="123" y="100"/>
                    </a:lnTo>
                    <a:lnTo>
                      <a:pt x="124" y="103"/>
                    </a:lnTo>
                    <a:lnTo>
                      <a:pt x="125" y="106"/>
                    </a:lnTo>
                    <a:lnTo>
                      <a:pt x="125" y="107"/>
                    </a:lnTo>
                    <a:lnTo>
                      <a:pt x="125" y="109"/>
                    </a:lnTo>
                    <a:lnTo>
                      <a:pt x="129" y="117"/>
                    </a:lnTo>
                    <a:lnTo>
                      <a:pt x="132" y="125"/>
                    </a:lnTo>
                    <a:lnTo>
                      <a:pt x="132" y="125"/>
                    </a:lnTo>
                    <a:lnTo>
                      <a:pt x="132" y="125"/>
                    </a:lnTo>
                    <a:lnTo>
                      <a:pt x="126" y="130"/>
                    </a:lnTo>
                    <a:lnTo>
                      <a:pt x="122" y="136"/>
                    </a:lnTo>
                    <a:lnTo>
                      <a:pt x="118" y="142"/>
                    </a:lnTo>
                    <a:lnTo>
                      <a:pt x="116" y="148"/>
                    </a:lnTo>
                    <a:lnTo>
                      <a:pt x="115" y="155"/>
                    </a:lnTo>
                    <a:lnTo>
                      <a:pt x="115" y="163"/>
                    </a:lnTo>
                    <a:lnTo>
                      <a:pt x="115" y="168"/>
                    </a:lnTo>
                    <a:lnTo>
                      <a:pt x="115" y="174"/>
                    </a:lnTo>
                    <a:lnTo>
                      <a:pt x="116" y="175"/>
                    </a:lnTo>
                    <a:lnTo>
                      <a:pt x="116" y="175"/>
                    </a:lnTo>
                    <a:lnTo>
                      <a:pt x="117" y="180"/>
                    </a:lnTo>
                    <a:lnTo>
                      <a:pt x="118" y="185"/>
                    </a:lnTo>
                    <a:lnTo>
                      <a:pt x="119" y="186"/>
                    </a:lnTo>
                    <a:lnTo>
                      <a:pt x="119" y="187"/>
                    </a:lnTo>
                    <a:lnTo>
                      <a:pt x="122" y="190"/>
                    </a:lnTo>
                    <a:lnTo>
                      <a:pt x="124" y="193"/>
                    </a:lnTo>
                    <a:lnTo>
                      <a:pt x="125" y="194"/>
                    </a:lnTo>
                    <a:lnTo>
                      <a:pt x="125" y="195"/>
                    </a:lnTo>
                    <a:lnTo>
                      <a:pt x="128" y="198"/>
                    </a:lnTo>
                    <a:lnTo>
                      <a:pt x="130" y="199"/>
                    </a:lnTo>
                    <a:lnTo>
                      <a:pt x="134" y="201"/>
                    </a:lnTo>
                    <a:lnTo>
                      <a:pt x="137" y="203"/>
                    </a:lnTo>
                    <a:lnTo>
                      <a:pt x="137" y="210"/>
                    </a:lnTo>
                    <a:lnTo>
                      <a:pt x="138" y="216"/>
                    </a:lnTo>
                    <a:lnTo>
                      <a:pt x="138" y="218"/>
                    </a:lnTo>
                    <a:lnTo>
                      <a:pt x="138" y="220"/>
                    </a:lnTo>
                    <a:lnTo>
                      <a:pt x="141" y="231"/>
                    </a:lnTo>
                    <a:lnTo>
                      <a:pt x="144" y="242"/>
                    </a:lnTo>
                    <a:lnTo>
                      <a:pt x="148" y="250"/>
                    </a:lnTo>
                    <a:lnTo>
                      <a:pt x="151" y="257"/>
                    </a:lnTo>
                    <a:lnTo>
                      <a:pt x="156" y="263"/>
                    </a:lnTo>
                    <a:lnTo>
                      <a:pt x="161" y="268"/>
                    </a:lnTo>
                    <a:lnTo>
                      <a:pt x="165" y="272"/>
                    </a:lnTo>
                    <a:lnTo>
                      <a:pt x="168" y="275"/>
                    </a:lnTo>
                    <a:lnTo>
                      <a:pt x="168" y="281"/>
                    </a:lnTo>
                    <a:lnTo>
                      <a:pt x="168" y="312"/>
                    </a:lnTo>
                    <a:lnTo>
                      <a:pt x="168" y="319"/>
                    </a:lnTo>
                    <a:lnTo>
                      <a:pt x="142" y="331"/>
                    </a:lnTo>
                    <a:lnTo>
                      <a:pt x="115" y="344"/>
                    </a:lnTo>
                    <a:lnTo>
                      <a:pt x="87" y="357"/>
                    </a:lnTo>
                    <a:lnTo>
                      <a:pt x="62" y="370"/>
                    </a:lnTo>
                    <a:lnTo>
                      <a:pt x="47" y="380"/>
                    </a:lnTo>
                    <a:lnTo>
                      <a:pt x="34" y="388"/>
                    </a:lnTo>
                    <a:lnTo>
                      <a:pt x="19" y="399"/>
                    </a:lnTo>
                    <a:lnTo>
                      <a:pt x="9" y="408"/>
                    </a:lnTo>
                    <a:lnTo>
                      <a:pt x="5" y="413"/>
                    </a:lnTo>
                    <a:lnTo>
                      <a:pt x="3" y="417"/>
                    </a:lnTo>
                    <a:lnTo>
                      <a:pt x="2" y="420"/>
                    </a:lnTo>
                    <a:lnTo>
                      <a:pt x="0" y="424"/>
                    </a:lnTo>
                    <a:lnTo>
                      <a:pt x="0" y="495"/>
                    </a:lnTo>
                    <a:lnTo>
                      <a:pt x="2" y="500"/>
                    </a:lnTo>
                    <a:lnTo>
                      <a:pt x="4" y="504"/>
                    </a:lnTo>
                    <a:lnTo>
                      <a:pt x="8" y="506"/>
                    </a:lnTo>
                    <a:lnTo>
                      <a:pt x="12" y="507"/>
                    </a:lnTo>
                    <a:lnTo>
                      <a:pt x="468" y="507"/>
                    </a:lnTo>
                    <a:lnTo>
                      <a:pt x="473" y="506"/>
                    </a:lnTo>
                    <a:lnTo>
                      <a:pt x="476" y="504"/>
                    </a:lnTo>
                    <a:lnTo>
                      <a:pt x="479" y="500"/>
                    </a:lnTo>
                    <a:lnTo>
                      <a:pt x="480" y="495"/>
                    </a:lnTo>
                    <a:lnTo>
                      <a:pt x="480" y="424"/>
                    </a:lnTo>
                    <a:lnTo>
                      <a:pt x="480" y="420"/>
                    </a:lnTo>
                    <a:lnTo>
                      <a:pt x="477" y="417"/>
                    </a:lnTo>
                    <a:lnTo>
                      <a:pt x="475" y="413"/>
                    </a:lnTo>
                    <a:lnTo>
                      <a:pt x="471" y="408"/>
                    </a:lnTo>
                    <a:lnTo>
                      <a:pt x="462" y="399"/>
                    </a:lnTo>
                    <a:lnTo>
                      <a:pt x="446" y="38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53" name="Group 52" descr="Icon of books. ">
              <a:extLst>
                <a:ext uri="{FF2B5EF4-FFF2-40B4-BE49-F238E27FC236}">
                  <a16:creationId xmlns:a16="http://schemas.microsoft.com/office/drawing/2014/main" xmlns="" id="{8567F01D-3435-4405-B8A9-9C2446E042DD}"/>
                </a:ext>
              </a:extLst>
            </p:cNvPr>
            <p:cNvGrpSpPr/>
            <p:nvPr/>
          </p:nvGrpSpPr>
          <p:grpSpPr>
            <a:xfrm>
              <a:off x="8281595" y="2430106"/>
              <a:ext cx="344413" cy="382447"/>
              <a:chOff x="2608263" y="1920875"/>
              <a:chExt cx="258763" cy="287338"/>
            </a:xfrm>
            <a:solidFill>
              <a:schemeClr val="accent4">
                <a:lumMod val="75000"/>
              </a:schemeClr>
            </a:solidFill>
          </p:grpSpPr>
          <p:sp>
            <p:nvSpPr>
              <p:cNvPr id="54" name="Rectangle 705">
                <a:extLst>
                  <a:ext uri="{FF2B5EF4-FFF2-40B4-BE49-F238E27FC236}">
                    <a16:creationId xmlns:a16="http://schemas.microsoft.com/office/drawing/2014/main" xmlns="" id="{D0A6A593-47E4-4B49-AA6D-52F8874CB4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08288" y="2122488"/>
                <a:ext cx="58738" cy="19050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55" name="Freeform 706">
                <a:extLst>
                  <a:ext uri="{FF2B5EF4-FFF2-40B4-BE49-F238E27FC236}">
                    <a16:creationId xmlns:a16="http://schemas.microsoft.com/office/drawing/2014/main" xmlns="" id="{B6E4140A-62C5-4AC5-9815-F2E1EC98F9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08288" y="1920875"/>
                <a:ext cx="58738" cy="192088"/>
              </a:xfrm>
              <a:custGeom>
                <a:avLst/>
                <a:gdLst>
                  <a:gd name="T0" fmla="*/ 163 w 181"/>
                  <a:gd name="T1" fmla="*/ 0 h 602"/>
                  <a:gd name="T2" fmla="*/ 158 w 181"/>
                  <a:gd name="T3" fmla="*/ 3 h 602"/>
                  <a:gd name="T4" fmla="*/ 154 w 181"/>
                  <a:gd name="T5" fmla="*/ 7 h 602"/>
                  <a:gd name="T6" fmla="*/ 151 w 181"/>
                  <a:gd name="T7" fmla="*/ 12 h 602"/>
                  <a:gd name="T8" fmla="*/ 151 w 181"/>
                  <a:gd name="T9" fmla="*/ 211 h 602"/>
                  <a:gd name="T10" fmla="*/ 150 w 181"/>
                  <a:gd name="T11" fmla="*/ 222 h 602"/>
                  <a:gd name="T12" fmla="*/ 146 w 181"/>
                  <a:gd name="T13" fmla="*/ 234 h 602"/>
                  <a:gd name="T14" fmla="*/ 141 w 181"/>
                  <a:gd name="T15" fmla="*/ 245 h 602"/>
                  <a:gd name="T16" fmla="*/ 133 w 181"/>
                  <a:gd name="T17" fmla="*/ 254 h 602"/>
                  <a:gd name="T18" fmla="*/ 125 w 181"/>
                  <a:gd name="T19" fmla="*/ 261 h 602"/>
                  <a:gd name="T20" fmla="*/ 114 w 181"/>
                  <a:gd name="T21" fmla="*/ 266 h 602"/>
                  <a:gd name="T22" fmla="*/ 103 w 181"/>
                  <a:gd name="T23" fmla="*/ 270 h 602"/>
                  <a:gd name="T24" fmla="*/ 91 w 181"/>
                  <a:gd name="T25" fmla="*/ 271 h 602"/>
                  <a:gd name="T26" fmla="*/ 78 w 181"/>
                  <a:gd name="T27" fmla="*/ 270 h 602"/>
                  <a:gd name="T28" fmla="*/ 68 w 181"/>
                  <a:gd name="T29" fmla="*/ 266 h 602"/>
                  <a:gd name="T30" fmla="*/ 57 w 181"/>
                  <a:gd name="T31" fmla="*/ 261 h 602"/>
                  <a:gd name="T32" fmla="*/ 48 w 181"/>
                  <a:gd name="T33" fmla="*/ 254 h 602"/>
                  <a:gd name="T34" fmla="*/ 41 w 181"/>
                  <a:gd name="T35" fmla="*/ 245 h 602"/>
                  <a:gd name="T36" fmla="*/ 36 w 181"/>
                  <a:gd name="T37" fmla="*/ 234 h 602"/>
                  <a:gd name="T38" fmla="*/ 32 w 181"/>
                  <a:gd name="T39" fmla="*/ 224 h 602"/>
                  <a:gd name="T40" fmla="*/ 30 w 181"/>
                  <a:gd name="T41" fmla="*/ 211 h 602"/>
                  <a:gd name="T42" fmla="*/ 30 w 181"/>
                  <a:gd name="T43" fmla="*/ 12 h 602"/>
                  <a:gd name="T44" fmla="*/ 28 w 181"/>
                  <a:gd name="T45" fmla="*/ 7 h 602"/>
                  <a:gd name="T46" fmla="*/ 24 w 181"/>
                  <a:gd name="T47" fmla="*/ 3 h 602"/>
                  <a:gd name="T48" fmla="*/ 18 w 181"/>
                  <a:gd name="T49" fmla="*/ 0 h 602"/>
                  <a:gd name="T50" fmla="*/ 13 w 181"/>
                  <a:gd name="T51" fmla="*/ 0 h 602"/>
                  <a:gd name="T52" fmla="*/ 8 w 181"/>
                  <a:gd name="T53" fmla="*/ 3 h 602"/>
                  <a:gd name="T54" fmla="*/ 3 w 181"/>
                  <a:gd name="T55" fmla="*/ 7 h 602"/>
                  <a:gd name="T56" fmla="*/ 1 w 181"/>
                  <a:gd name="T57" fmla="*/ 12 h 602"/>
                  <a:gd name="T58" fmla="*/ 0 w 181"/>
                  <a:gd name="T59" fmla="*/ 211 h 602"/>
                  <a:gd name="T60" fmla="*/ 181 w 181"/>
                  <a:gd name="T61" fmla="*/ 602 h 602"/>
                  <a:gd name="T62" fmla="*/ 181 w 181"/>
                  <a:gd name="T63" fmla="*/ 15 h 602"/>
                  <a:gd name="T64" fmla="*/ 180 w 181"/>
                  <a:gd name="T65" fmla="*/ 9 h 602"/>
                  <a:gd name="T66" fmla="*/ 177 w 181"/>
                  <a:gd name="T67" fmla="*/ 5 h 602"/>
                  <a:gd name="T68" fmla="*/ 172 w 181"/>
                  <a:gd name="T69" fmla="*/ 2 h 602"/>
                  <a:gd name="T70" fmla="*/ 166 w 181"/>
                  <a:gd name="T71" fmla="*/ 0 h 6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81" h="602">
                    <a:moveTo>
                      <a:pt x="166" y="0"/>
                    </a:moveTo>
                    <a:lnTo>
                      <a:pt x="163" y="0"/>
                    </a:lnTo>
                    <a:lnTo>
                      <a:pt x="160" y="2"/>
                    </a:lnTo>
                    <a:lnTo>
                      <a:pt x="158" y="3"/>
                    </a:lnTo>
                    <a:lnTo>
                      <a:pt x="156" y="5"/>
                    </a:lnTo>
                    <a:lnTo>
                      <a:pt x="154" y="7"/>
                    </a:lnTo>
                    <a:lnTo>
                      <a:pt x="152" y="9"/>
                    </a:lnTo>
                    <a:lnTo>
                      <a:pt x="151" y="12"/>
                    </a:lnTo>
                    <a:lnTo>
                      <a:pt x="151" y="15"/>
                    </a:lnTo>
                    <a:lnTo>
                      <a:pt x="151" y="211"/>
                    </a:lnTo>
                    <a:lnTo>
                      <a:pt x="150" y="217"/>
                    </a:lnTo>
                    <a:lnTo>
                      <a:pt x="150" y="222"/>
                    </a:lnTo>
                    <a:lnTo>
                      <a:pt x="148" y="229"/>
                    </a:lnTo>
                    <a:lnTo>
                      <a:pt x="146" y="234"/>
                    </a:lnTo>
                    <a:lnTo>
                      <a:pt x="144" y="240"/>
                    </a:lnTo>
                    <a:lnTo>
                      <a:pt x="141" y="245"/>
                    </a:lnTo>
                    <a:lnTo>
                      <a:pt x="137" y="249"/>
                    </a:lnTo>
                    <a:lnTo>
                      <a:pt x="133" y="254"/>
                    </a:lnTo>
                    <a:lnTo>
                      <a:pt x="129" y="258"/>
                    </a:lnTo>
                    <a:lnTo>
                      <a:pt x="125" y="261"/>
                    </a:lnTo>
                    <a:lnTo>
                      <a:pt x="119" y="264"/>
                    </a:lnTo>
                    <a:lnTo>
                      <a:pt x="114" y="266"/>
                    </a:lnTo>
                    <a:lnTo>
                      <a:pt x="108" y="269"/>
                    </a:lnTo>
                    <a:lnTo>
                      <a:pt x="103" y="270"/>
                    </a:lnTo>
                    <a:lnTo>
                      <a:pt x="97" y="271"/>
                    </a:lnTo>
                    <a:lnTo>
                      <a:pt x="91" y="271"/>
                    </a:lnTo>
                    <a:lnTo>
                      <a:pt x="85" y="271"/>
                    </a:lnTo>
                    <a:lnTo>
                      <a:pt x="78" y="270"/>
                    </a:lnTo>
                    <a:lnTo>
                      <a:pt x="73" y="269"/>
                    </a:lnTo>
                    <a:lnTo>
                      <a:pt x="68" y="266"/>
                    </a:lnTo>
                    <a:lnTo>
                      <a:pt x="62" y="264"/>
                    </a:lnTo>
                    <a:lnTo>
                      <a:pt x="57" y="261"/>
                    </a:lnTo>
                    <a:lnTo>
                      <a:pt x="53" y="258"/>
                    </a:lnTo>
                    <a:lnTo>
                      <a:pt x="48" y="254"/>
                    </a:lnTo>
                    <a:lnTo>
                      <a:pt x="44" y="249"/>
                    </a:lnTo>
                    <a:lnTo>
                      <a:pt x="41" y="245"/>
                    </a:lnTo>
                    <a:lnTo>
                      <a:pt x="38" y="240"/>
                    </a:lnTo>
                    <a:lnTo>
                      <a:pt x="36" y="234"/>
                    </a:lnTo>
                    <a:lnTo>
                      <a:pt x="33" y="229"/>
                    </a:lnTo>
                    <a:lnTo>
                      <a:pt x="32" y="224"/>
                    </a:lnTo>
                    <a:lnTo>
                      <a:pt x="31" y="217"/>
                    </a:lnTo>
                    <a:lnTo>
                      <a:pt x="30" y="211"/>
                    </a:lnTo>
                    <a:lnTo>
                      <a:pt x="30" y="15"/>
                    </a:lnTo>
                    <a:lnTo>
                      <a:pt x="30" y="12"/>
                    </a:lnTo>
                    <a:lnTo>
                      <a:pt x="29" y="9"/>
                    </a:lnTo>
                    <a:lnTo>
                      <a:pt x="28" y="7"/>
                    </a:lnTo>
                    <a:lnTo>
                      <a:pt x="26" y="5"/>
                    </a:lnTo>
                    <a:lnTo>
                      <a:pt x="24" y="3"/>
                    </a:lnTo>
                    <a:lnTo>
                      <a:pt x="22" y="2"/>
                    </a:lnTo>
                    <a:lnTo>
                      <a:pt x="18" y="0"/>
                    </a:lnTo>
                    <a:lnTo>
                      <a:pt x="15" y="0"/>
                    </a:lnTo>
                    <a:lnTo>
                      <a:pt x="13" y="0"/>
                    </a:lnTo>
                    <a:lnTo>
                      <a:pt x="10" y="2"/>
                    </a:lnTo>
                    <a:lnTo>
                      <a:pt x="8" y="3"/>
                    </a:lnTo>
                    <a:lnTo>
                      <a:pt x="6" y="5"/>
                    </a:lnTo>
                    <a:lnTo>
                      <a:pt x="3" y="7"/>
                    </a:lnTo>
                    <a:lnTo>
                      <a:pt x="1" y="9"/>
                    </a:lnTo>
                    <a:lnTo>
                      <a:pt x="1" y="12"/>
                    </a:lnTo>
                    <a:lnTo>
                      <a:pt x="0" y="15"/>
                    </a:lnTo>
                    <a:lnTo>
                      <a:pt x="0" y="211"/>
                    </a:lnTo>
                    <a:lnTo>
                      <a:pt x="0" y="602"/>
                    </a:lnTo>
                    <a:lnTo>
                      <a:pt x="181" y="602"/>
                    </a:lnTo>
                    <a:lnTo>
                      <a:pt x="181" y="211"/>
                    </a:lnTo>
                    <a:lnTo>
                      <a:pt x="181" y="15"/>
                    </a:lnTo>
                    <a:lnTo>
                      <a:pt x="181" y="12"/>
                    </a:lnTo>
                    <a:lnTo>
                      <a:pt x="180" y="9"/>
                    </a:lnTo>
                    <a:lnTo>
                      <a:pt x="178" y="7"/>
                    </a:lnTo>
                    <a:lnTo>
                      <a:pt x="177" y="5"/>
                    </a:lnTo>
                    <a:lnTo>
                      <a:pt x="175" y="3"/>
                    </a:lnTo>
                    <a:lnTo>
                      <a:pt x="172" y="2"/>
                    </a:lnTo>
                    <a:lnTo>
                      <a:pt x="170" y="0"/>
                    </a:lnTo>
                    <a:lnTo>
                      <a:pt x="166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56" name="Freeform 707">
                <a:extLst>
                  <a:ext uri="{FF2B5EF4-FFF2-40B4-BE49-F238E27FC236}">
                    <a16:creationId xmlns:a16="http://schemas.microsoft.com/office/drawing/2014/main" xmlns="" id="{2BB05B54-8B23-444D-95F1-028389DEF5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08288" y="2151063"/>
                <a:ext cx="58738" cy="57150"/>
              </a:xfrm>
              <a:custGeom>
                <a:avLst/>
                <a:gdLst>
                  <a:gd name="T0" fmla="*/ 0 w 181"/>
                  <a:gd name="T1" fmla="*/ 91 h 182"/>
                  <a:gd name="T2" fmla="*/ 1 w 181"/>
                  <a:gd name="T3" fmla="*/ 100 h 182"/>
                  <a:gd name="T4" fmla="*/ 2 w 181"/>
                  <a:gd name="T5" fmla="*/ 110 h 182"/>
                  <a:gd name="T6" fmla="*/ 4 w 181"/>
                  <a:gd name="T7" fmla="*/ 118 h 182"/>
                  <a:gd name="T8" fmla="*/ 8 w 181"/>
                  <a:gd name="T9" fmla="*/ 126 h 182"/>
                  <a:gd name="T10" fmla="*/ 12 w 181"/>
                  <a:gd name="T11" fmla="*/ 134 h 182"/>
                  <a:gd name="T12" fmla="*/ 16 w 181"/>
                  <a:gd name="T13" fmla="*/ 142 h 182"/>
                  <a:gd name="T14" fmla="*/ 22 w 181"/>
                  <a:gd name="T15" fmla="*/ 148 h 182"/>
                  <a:gd name="T16" fmla="*/ 27 w 181"/>
                  <a:gd name="T17" fmla="*/ 155 h 182"/>
                  <a:gd name="T18" fmla="*/ 33 w 181"/>
                  <a:gd name="T19" fmla="*/ 161 h 182"/>
                  <a:gd name="T20" fmla="*/ 41 w 181"/>
                  <a:gd name="T21" fmla="*/ 165 h 182"/>
                  <a:gd name="T22" fmla="*/ 47 w 181"/>
                  <a:gd name="T23" fmla="*/ 171 h 182"/>
                  <a:gd name="T24" fmla="*/ 56 w 181"/>
                  <a:gd name="T25" fmla="*/ 174 h 182"/>
                  <a:gd name="T26" fmla="*/ 65 w 181"/>
                  <a:gd name="T27" fmla="*/ 177 h 182"/>
                  <a:gd name="T28" fmla="*/ 73 w 181"/>
                  <a:gd name="T29" fmla="*/ 179 h 182"/>
                  <a:gd name="T30" fmla="*/ 82 w 181"/>
                  <a:gd name="T31" fmla="*/ 181 h 182"/>
                  <a:gd name="T32" fmla="*/ 91 w 181"/>
                  <a:gd name="T33" fmla="*/ 182 h 182"/>
                  <a:gd name="T34" fmla="*/ 100 w 181"/>
                  <a:gd name="T35" fmla="*/ 181 h 182"/>
                  <a:gd name="T36" fmla="*/ 110 w 181"/>
                  <a:gd name="T37" fmla="*/ 179 h 182"/>
                  <a:gd name="T38" fmla="*/ 118 w 181"/>
                  <a:gd name="T39" fmla="*/ 177 h 182"/>
                  <a:gd name="T40" fmla="*/ 126 w 181"/>
                  <a:gd name="T41" fmla="*/ 174 h 182"/>
                  <a:gd name="T42" fmla="*/ 134 w 181"/>
                  <a:gd name="T43" fmla="*/ 171 h 182"/>
                  <a:gd name="T44" fmla="*/ 142 w 181"/>
                  <a:gd name="T45" fmla="*/ 165 h 182"/>
                  <a:gd name="T46" fmla="*/ 148 w 181"/>
                  <a:gd name="T47" fmla="*/ 161 h 182"/>
                  <a:gd name="T48" fmla="*/ 155 w 181"/>
                  <a:gd name="T49" fmla="*/ 155 h 182"/>
                  <a:gd name="T50" fmla="*/ 161 w 181"/>
                  <a:gd name="T51" fmla="*/ 148 h 182"/>
                  <a:gd name="T52" fmla="*/ 165 w 181"/>
                  <a:gd name="T53" fmla="*/ 142 h 182"/>
                  <a:gd name="T54" fmla="*/ 171 w 181"/>
                  <a:gd name="T55" fmla="*/ 134 h 182"/>
                  <a:gd name="T56" fmla="*/ 174 w 181"/>
                  <a:gd name="T57" fmla="*/ 126 h 182"/>
                  <a:gd name="T58" fmla="*/ 177 w 181"/>
                  <a:gd name="T59" fmla="*/ 118 h 182"/>
                  <a:gd name="T60" fmla="*/ 179 w 181"/>
                  <a:gd name="T61" fmla="*/ 110 h 182"/>
                  <a:gd name="T62" fmla="*/ 180 w 181"/>
                  <a:gd name="T63" fmla="*/ 100 h 182"/>
                  <a:gd name="T64" fmla="*/ 181 w 181"/>
                  <a:gd name="T65" fmla="*/ 91 h 182"/>
                  <a:gd name="T66" fmla="*/ 181 w 181"/>
                  <a:gd name="T67" fmla="*/ 0 h 182"/>
                  <a:gd name="T68" fmla="*/ 0 w 181"/>
                  <a:gd name="T69" fmla="*/ 0 h 182"/>
                  <a:gd name="T70" fmla="*/ 0 w 181"/>
                  <a:gd name="T71" fmla="*/ 91 h 1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81" h="182">
                    <a:moveTo>
                      <a:pt x="0" y="91"/>
                    </a:moveTo>
                    <a:lnTo>
                      <a:pt x="1" y="100"/>
                    </a:lnTo>
                    <a:lnTo>
                      <a:pt x="2" y="110"/>
                    </a:lnTo>
                    <a:lnTo>
                      <a:pt x="4" y="118"/>
                    </a:lnTo>
                    <a:lnTo>
                      <a:pt x="8" y="126"/>
                    </a:lnTo>
                    <a:lnTo>
                      <a:pt x="12" y="134"/>
                    </a:lnTo>
                    <a:lnTo>
                      <a:pt x="16" y="142"/>
                    </a:lnTo>
                    <a:lnTo>
                      <a:pt x="22" y="148"/>
                    </a:lnTo>
                    <a:lnTo>
                      <a:pt x="27" y="155"/>
                    </a:lnTo>
                    <a:lnTo>
                      <a:pt x="33" y="161"/>
                    </a:lnTo>
                    <a:lnTo>
                      <a:pt x="41" y="165"/>
                    </a:lnTo>
                    <a:lnTo>
                      <a:pt x="47" y="171"/>
                    </a:lnTo>
                    <a:lnTo>
                      <a:pt x="56" y="174"/>
                    </a:lnTo>
                    <a:lnTo>
                      <a:pt x="65" y="177"/>
                    </a:lnTo>
                    <a:lnTo>
                      <a:pt x="73" y="179"/>
                    </a:lnTo>
                    <a:lnTo>
                      <a:pt x="82" y="181"/>
                    </a:lnTo>
                    <a:lnTo>
                      <a:pt x="91" y="182"/>
                    </a:lnTo>
                    <a:lnTo>
                      <a:pt x="100" y="181"/>
                    </a:lnTo>
                    <a:lnTo>
                      <a:pt x="110" y="179"/>
                    </a:lnTo>
                    <a:lnTo>
                      <a:pt x="118" y="177"/>
                    </a:lnTo>
                    <a:lnTo>
                      <a:pt x="126" y="174"/>
                    </a:lnTo>
                    <a:lnTo>
                      <a:pt x="134" y="171"/>
                    </a:lnTo>
                    <a:lnTo>
                      <a:pt x="142" y="165"/>
                    </a:lnTo>
                    <a:lnTo>
                      <a:pt x="148" y="161"/>
                    </a:lnTo>
                    <a:lnTo>
                      <a:pt x="155" y="155"/>
                    </a:lnTo>
                    <a:lnTo>
                      <a:pt x="161" y="148"/>
                    </a:lnTo>
                    <a:lnTo>
                      <a:pt x="165" y="142"/>
                    </a:lnTo>
                    <a:lnTo>
                      <a:pt x="171" y="134"/>
                    </a:lnTo>
                    <a:lnTo>
                      <a:pt x="174" y="126"/>
                    </a:lnTo>
                    <a:lnTo>
                      <a:pt x="177" y="118"/>
                    </a:lnTo>
                    <a:lnTo>
                      <a:pt x="179" y="110"/>
                    </a:lnTo>
                    <a:lnTo>
                      <a:pt x="180" y="100"/>
                    </a:lnTo>
                    <a:lnTo>
                      <a:pt x="181" y="91"/>
                    </a:lnTo>
                    <a:lnTo>
                      <a:pt x="181" y="0"/>
                    </a:lnTo>
                    <a:lnTo>
                      <a:pt x="0" y="0"/>
                    </a:lnTo>
                    <a:lnTo>
                      <a:pt x="0" y="9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57" name="Freeform 708">
                <a:extLst>
                  <a:ext uri="{FF2B5EF4-FFF2-40B4-BE49-F238E27FC236}">
                    <a16:creationId xmlns:a16="http://schemas.microsoft.com/office/drawing/2014/main" xmlns="" id="{FCD192F6-CF13-4B1C-AF7D-85317A2D8C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33688" y="1930400"/>
                <a:ext cx="9525" cy="57150"/>
              </a:xfrm>
              <a:custGeom>
                <a:avLst/>
                <a:gdLst>
                  <a:gd name="T0" fmla="*/ 15 w 30"/>
                  <a:gd name="T1" fmla="*/ 181 h 181"/>
                  <a:gd name="T2" fmla="*/ 17 w 30"/>
                  <a:gd name="T3" fmla="*/ 181 h 181"/>
                  <a:gd name="T4" fmla="*/ 21 w 30"/>
                  <a:gd name="T5" fmla="*/ 180 h 181"/>
                  <a:gd name="T6" fmla="*/ 23 w 30"/>
                  <a:gd name="T7" fmla="*/ 179 h 181"/>
                  <a:gd name="T8" fmla="*/ 26 w 30"/>
                  <a:gd name="T9" fmla="*/ 176 h 181"/>
                  <a:gd name="T10" fmla="*/ 27 w 30"/>
                  <a:gd name="T11" fmla="*/ 174 h 181"/>
                  <a:gd name="T12" fmla="*/ 29 w 30"/>
                  <a:gd name="T13" fmla="*/ 172 h 181"/>
                  <a:gd name="T14" fmla="*/ 29 w 30"/>
                  <a:gd name="T15" fmla="*/ 169 h 181"/>
                  <a:gd name="T16" fmla="*/ 30 w 30"/>
                  <a:gd name="T17" fmla="*/ 166 h 181"/>
                  <a:gd name="T18" fmla="*/ 30 w 30"/>
                  <a:gd name="T19" fmla="*/ 16 h 181"/>
                  <a:gd name="T20" fmla="*/ 29 w 30"/>
                  <a:gd name="T21" fmla="*/ 12 h 181"/>
                  <a:gd name="T22" fmla="*/ 29 w 30"/>
                  <a:gd name="T23" fmla="*/ 9 h 181"/>
                  <a:gd name="T24" fmla="*/ 27 w 30"/>
                  <a:gd name="T25" fmla="*/ 7 h 181"/>
                  <a:gd name="T26" fmla="*/ 26 w 30"/>
                  <a:gd name="T27" fmla="*/ 5 h 181"/>
                  <a:gd name="T28" fmla="*/ 23 w 30"/>
                  <a:gd name="T29" fmla="*/ 3 h 181"/>
                  <a:gd name="T30" fmla="*/ 21 w 30"/>
                  <a:gd name="T31" fmla="*/ 2 h 181"/>
                  <a:gd name="T32" fmla="*/ 17 w 30"/>
                  <a:gd name="T33" fmla="*/ 0 h 181"/>
                  <a:gd name="T34" fmla="*/ 15 w 30"/>
                  <a:gd name="T35" fmla="*/ 0 h 181"/>
                  <a:gd name="T36" fmla="*/ 12 w 30"/>
                  <a:gd name="T37" fmla="*/ 0 h 181"/>
                  <a:gd name="T38" fmla="*/ 9 w 30"/>
                  <a:gd name="T39" fmla="*/ 2 h 181"/>
                  <a:gd name="T40" fmla="*/ 7 w 30"/>
                  <a:gd name="T41" fmla="*/ 3 h 181"/>
                  <a:gd name="T42" fmla="*/ 5 w 30"/>
                  <a:gd name="T43" fmla="*/ 5 h 181"/>
                  <a:gd name="T44" fmla="*/ 2 w 30"/>
                  <a:gd name="T45" fmla="*/ 7 h 181"/>
                  <a:gd name="T46" fmla="*/ 1 w 30"/>
                  <a:gd name="T47" fmla="*/ 9 h 181"/>
                  <a:gd name="T48" fmla="*/ 0 w 30"/>
                  <a:gd name="T49" fmla="*/ 12 h 181"/>
                  <a:gd name="T50" fmla="*/ 0 w 30"/>
                  <a:gd name="T51" fmla="*/ 16 h 181"/>
                  <a:gd name="T52" fmla="*/ 0 w 30"/>
                  <a:gd name="T53" fmla="*/ 166 h 181"/>
                  <a:gd name="T54" fmla="*/ 0 w 30"/>
                  <a:gd name="T55" fmla="*/ 169 h 181"/>
                  <a:gd name="T56" fmla="*/ 1 w 30"/>
                  <a:gd name="T57" fmla="*/ 172 h 181"/>
                  <a:gd name="T58" fmla="*/ 2 w 30"/>
                  <a:gd name="T59" fmla="*/ 174 h 181"/>
                  <a:gd name="T60" fmla="*/ 5 w 30"/>
                  <a:gd name="T61" fmla="*/ 176 h 181"/>
                  <a:gd name="T62" fmla="*/ 7 w 30"/>
                  <a:gd name="T63" fmla="*/ 179 h 181"/>
                  <a:gd name="T64" fmla="*/ 9 w 30"/>
                  <a:gd name="T65" fmla="*/ 180 h 181"/>
                  <a:gd name="T66" fmla="*/ 12 w 30"/>
                  <a:gd name="T67" fmla="*/ 181 h 181"/>
                  <a:gd name="T68" fmla="*/ 15 w 30"/>
                  <a:gd name="T69" fmla="*/ 181 h 181"/>
                  <a:gd name="T70" fmla="*/ 15 w 30"/>
                  <a:gd name="T71" fmla="*/ 181 h 1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30" h="181">
                    <a:moveTo>
                      <a:pt x="15" y="181"/>
                    </a:moveTo>
                    <a:lnTo>
                      <a:pt x="17" y="181"/>
                    </a:lnTo>
                    <a:lnTo>
                      <a:pt x="21" y="180"/>
                    </a:lnTo>
                    <a:lnTo>
                      <a:pt x="23" y="179"/>
                    </a:lnTo>
                    <a:lnTo>
                      <a:pt x="26" y="176"/>
                    </a:lnTo>
                    <a:lnTo>
                      <a:pt x="27" y="174"/>
                    </a:lnTo>
                    <a:lnTo>
                      <a:pt x="29" y="172"/>
                    </a:lnTo>
                    <a:lnTo>
                      <a:pt x="29" y="169"/>
                    </a:lnTo>
                    <a:lnTo>
                      <a:pt x="30" y="166"/>
                    </a:lnTo>
                    <a:lnTo>
                      <a:pt x="30" y="16"/>
                    </a:lnTo>
                    <a:lnTo>
                      <a:pt x="29" y="12"/>
                    </a:lnTo>
                    <a:lnTo>
                      <a:pt x="29" y="9"/>
                    </a:lnTo>
                    <a:lnTo>
                      <a:pt x="27" y="7"/>
                    </a:lnTo>
                    <a:lnTo>
                      <a:pt x="26" y="5"/>
                    </a:lnTo>
                    <a:lnTo>
                      <a:pt x="23" y="3"/>
                    </a:lnTo>
                    <a:lnTo>
                      <a:pt x="21" y="2"/>
                    </a:lnTo>
                    <a:lnTo>
                      <a:pt x="17" y="0"/>
                    </a:lnTo>
                    <a:lnTo>
                      <a:pt x="15" y="0"/>
                    </a:lnTo>
                    <a:lnTo>
                      <a:pt x="12" y="0"/>
                    </a:lnTo>
                    <a:lnTo>
                      <a:pt x="9" y="2"/>
                    </a:lnTo>
                    <a:lnTo>
                      <a:pt x="7" y="3"/>
                    </a:lnTo>
                    <a:lnTo>
                      <a:pt x="5" y="5"/>
                    </a:lnTo>
                    <a:lnTo>
                      <a:pt x="2" y="7"/>
                    </a:lnTo>
                    <a:lnTo>
                      <a:pt x="1" y="9"/>
                    </a:lnTo>
                    <a:lnTo>
                      <a:pt x="0" y="12"/>
                    </a:lnTo>
                    <a:lnTo>
                      <a:pt x="0" y="16"/>
                    </a:lnTo>
                    <a:lnTo>
                      <a:pt x="0" y="166"/>
                    </a:lnTo>
                    <a:lnTo>
                      <a:pt x="0" y="169"/>
                    </a:lnTo>
                    <a:lnTo>
                      <a:pt x="1" y="172"/>
                    </a:lnTo>
                    <a:lnTo>
                      <a:pt x="2" y="174"/>
                    </a:lnTo>
                    <a:lnTo>
                      <a:pt x="5" y="176"/>
                    </a:lnTo>
                    <a:lnTo>
                      <a:pt x="7" y="179"/>
                    </a:lnTo>
                    <a:lnTo>
                      <a:pt x="9" y="180"/>
                    </a:lnTo>
                    <a:lnTo>
                      <a:pt x="12" y="181"/>
                    </a:lnTo>
                    <a:lnTo>
                      <a:pt x="15" y="181"/>
                    </a:lnTo>
                    <a:lnTo>
                      <a:pt x="15" y="18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58" name="Freeform 709">
                <a:extLst>
                  <a:ext uri="{FF2B5EF4-FFF2-40B4-BE49-F238E27FC236}">
                    <a16:creationId xmlns:a16="http://schemas.microsoft.com/office/drawing/2014/main" xmlns="" id="{01062624-ADFC-42E8-A6C7-0C7AF44AC7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41613" y="1920875"/>
                <a:ext cx="57150" cy="192088"/>
              </a:xfrm>
              <a:custGeom>
                <a:avLst/>
                <a:gdLst>
                  <a:gd name="T0" fmla="*/ 162 w 180"/>
                  <a:gd name="T1" fmla="*/ 0 h 602"/>
                  <a:gd name="T2" fmla="*/ 157 w 180"/>
                  <a:gd name="T3" fmla="*/ 3 h 602"/>
                  <a:gd name="T4" fmla="*/ 153 w 180"/>
                  <a:gd name="T5" fmla="*/ 7 h 602"/>
                  <a:gd name="T6" fmla="*/ 151 w 180"/>
                  <a:gd name="T7" fmla="*/ 12 h 602"/>
                  <a:gd name="T8" fmla="*/ 150 w 180"/>
                  <a:gd name="T9" fmla="*/ 211 h 602"/>
                  <a:gd name="T10" fmla="*/ 149 w 180"/>
                  <a:gd name="T11" fmla="*/ 222 h 602"/>
                  <a:gd name="T12" fmla="*/ 146 w 180"/>
                  <a:gd name="T13" fmla="*/ 234 h 602"/>
                  <a:gd name="T14" fmla="*/ 140 w 180"/>
                  <a:gd name="T15" fmla="*/ 245 h 602"/>
                  <a:gd name="T16" fmla="*/ 133 w 180"/>
                  <a:gd name="T17" fmla="*/ 254 h 602"/>
                  <a:gd name="T18" fmla="*/ 123 w 180"/>
                  <a:gd name="T19" fmla="*/ 261 h 602"/>
                  <a:gd name="T20" fmla="*/ 114 w 180"/>
                  <a:gd name="T21" fmla="*/ 266 h 602"/>
                  <a:gd name="T22" fmla="*/ 102 w 180"/>
                  <a:gd name="T23" fmla="*/ 270 h 602"/>
                  <a:gd name="T24" fmla="*/ 90 w 180"/>
                  <a:gd name="T25" fmla="*/ 271 h 602"/>
                  <a:gd name="T26" fmla="*/ 78 w 180"/>
                  <a:gd name="T27" fmla="*/ 270 h 602"/>
                  <a:gd name="T28" fmla="*/ 66 w 180"/>
                  <a:gd name="T29" fmla="*/ 266 h 602"/>
                  <a:gd name="T30" fmla="*/ 57 w 180"/>
                  <a:gd name="T31" fmla="*/ 261 h 602"/>
                  <a:gd name="T32" fmla="*/ 47 w 180"/>
                  <a:gd name="T33" fmla="*/ 254 h 602"/>
                  <a:gd name="T34" fmla="*/ 41 w 180"/>
                  <a:gd name="T35" fmla="*/ 245 h 602"/>
                  <a:gd name="T36" fmla="*/ 34 w 180"/>
                  <a:gd name="T37" fmla="*/ 234 h 602"/>
                  <a:gd name="T38" fmla="*/ 31 w 180"/>
                  <a:gd name="T39" fmla="*/ 224 h 602"/>
                  <a:gd name="T40" fmla="*/ 30 w 180"/>
                  <a:gd name="T41" fmla="*/ 211 h 602"/>
                  <a:gd name="T42" fmla="*/ 30 w 180"/>
                  <a:gd name="T43" fmla="*/ 12 h 602"/>
                  <a:gd name="T44" fmla="*/ 28 w 180"/>
                  <a:gd name="T45" fmla="*/ 7 h 602"/>
                  <a:gd name="T46" fmla="*/ 24 w 180"/>
                  <a:gd name="T47" fmla="*/ 3 h 602"/>
                  <a:gd name="T48" fmla="*/ 18 w 180"/>
                  <a:gd name="T49" fmla="*/ 0 h 602"/>
                  <a:gd name="T50" fmla="*/ 12 w 180"/>
                  <a:gd name="T51" fmla="*/ 0 h 602"/>
                  <a:gd name="T52" fmla="*/ 6 w 180"/>
                  <a:gd name="T53" fmla="*/ 3 h 602"/>
                  <a:gd name="T54" fmla="*/ 2 w 180"/>
                  <a:gd name="T55" fmla="*/ 7 h 602"/>
                  <a:gd name="T56" fmla="*/ 0 w 180"/>
                  <a:gd name="T57" fmla="*/ 12 h 602"/>
                  <a:gd name="T58" fmla="*/ 0 w 180"/>
                  <a:gd name="T59" fmla="*/ 211 h 602"/>
                  <a:gd name="T60" fmla="*/ 180 w 180"/>
                  <a:gd name="T61" fmla="*/ 602 h 602"/>
                  <a:gd name="T62" fmla="*/ 180 w 180"/>
                  <a:gd name="T63" fmla="*/ 15 h 602"/>
                  <a:gd name="T64" fmla="*/ 179 w 180"/>
                  <a:gd name="T65" fmla="*/ 9 h 602"/>
                  <a:gd name="T66" fmla="*/ 176 w 180"/>
                  <a:gd name="T67" fmla="*/ 5 h 602"/>
                  <a:gd name="T68" fmla="*/ 172 w 180"/>
                  <a:gd name="T69" fmla="*/ 2 h 602"/>
                  <a:gd name="T70" fmla="*/ 165 w 180"/>
                  <a:gd name="T71" fmla="*/ 0 h 6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80" h="602">
                    <a:moveTo>
                      <a:pt x="165" y="0"/>
                    </a:moveTo>
                    <a:lnTo>
                      <a:pt x="162" y="0"/>
                    </a:lnTo>
                    <a:lnTo>
                      <a:pt x="160" y="2"/>
                    </a:lnTo>
                    <a:lnTo>
                      <a:pt x="157" y="3"/>
                    </a:lnTo>
                    <a:lnTo>
                      <a:pt x="154" y="5"/>
                    </a:lnTo>
                    <a:lnTo>
                      <a:pt x="153" y="7"/>
                    </a:lnTo>
                    <a:lnTo>
                      <a:pt x="151" y="9"/>
                    </a:lnTo>
                    <a:lnTo>
                      <a:pt x="151" y="12"/>
                    </a:lnTo>
                    <a:lnTo>
                      <a:pt x="150" y="15"/>
                    </a:lnTo>
                    <a:lnTo>
                      <a:pt x="150" y="211"/>
                    </a:lnTo>
                    <a:lnTo>
                      <a:pt x="150" y="217"/>
                    </a:lnTo>
                    <a:lnTo>
                      <a:pt x="149" y="222"/>
                    </a:lnTo>
                    <a:lnTo>
                      <a:pt x="148" y="229"/>
                    </a:lnTo>
                    <a:lnTo>
                      <a:pt x="146" y="234"/>
                    </a:lnTo>
                    <a:lnTo>
                      <a:pt x="143" y="240"/>
                    </a:lnTo>
                    <a:lnTo>
                      <a:pt x="140" y="245"/>
                    </a:lnTo>
                    <a:lnTo>
                      <a:pt x="136" y="249"/>
                    </a:lnTo>
                    <a:lnTo>
                      <a:pt x="133" y="254"/>
                    </a:lnTo>
                    <a:lnTo>
                      <a:pt x="129" y="258"/>
                    </a:lnTo>
                    <a:lnTo>
                      <a:pt x="123" y="261"/>
                    </a:lnTo>
                    <a:lnTo>
                      <a:pt x="119" y="264"/>
                    </a:lnTo>
                    <a:lnTo>
                      <a:pt x="114" y="266"/>
                    </a:lnTo>
                    <a:lnTo>
                      <a:pt x="108" y="269"/>
                    </a:lnTo>
                    <a:lnTo>
                      <a:pt x="102" y="270"/>
                    </a:lnTo>
                    <a:lnTo>
                      <a:pt x="96" y="271"/>
                    </a:lnTo>
                    <a:lnTo>
                      <a:pt x="90" y="271"/>
                    </a:lnTo>
                    <a:lnTo>
                      <a:pt x="84" y="271"/>
                    </a:lnTo>
                    <a:lnTo>
                      <a:pt x="78" y="270"/>
                    </a:lnTo>
                    <a:lnTo>
                      <a:pt x="72" y="269"/>
                    </a:lnTo>
                    <a:lnTo>
                      <a:pt x="66" y="266"/>
                    </a:lnTo>
                    <a:lnTo>
                      <a:pt x="61" y="264"/>
                    </a:lnTo>
                    <a:lnTo>
                      <a:pt x="57" y="261"/>
                    </a:lnTo>
                    <a:lnTo>
                      <a:pt x="51" y="258"/>
                    </a:lnTo>
                    <a:lnTo>
                      <a:pt x="47" y="254"/>
                    </a:lnTo>
                    <a:lnTo>
                      <a:pt x="44" y="249"/>
                    </a:lnTo>
                    <a:lnTo>
                      <a:pt x="41" y="245"/>
                    </a:lnTo>
                    <a:lnTo>
                      <a:pt x="37" y="240"/>
                    </a:lnTo>
                    <a:lnTo>
                      <a:pt x="34" y="234"/>
                    </a:lnTo>
                    <a:lnTo>
                      <a:pt x="32" y="229"/>
                    </a:lnTo>
                    <a:lnTo>
                      <a:pt x="31" y="224"/>
                    </a:lnTo>
                    <a:lnTo>
                      <a:pt x="30" y="217"/>
                    </a:lnTo>
                    <a:lnTo>
                      <a:pt x="30" y="211"/>
                    </a:lnTo>
                    <a:lnTo>
                      <a:pt x="30" y="15"/>
                    </a:lnTo>
                    <a:lnTo>
                      <a:pt x="30" y="12"/>
                    </a:lnTo>
                    <a:lnTo>
                      <a:pt x="29" y="9"/>
                    </a:lnTo>
                    <a:lnTo>
                      <a:pt x="28" y="7"/>
                    </a:lnTo>
                    <a:lnTo>
                      <a:pt x="26" y="5"/>
                    </a:lnTo>
                    <a:lnTo>
                      <a:pt x="24" y="3"/>
                    </a:lnTo>
                    <a:lnTo>
                      <a:pt x="20" y="2"/>
                    </a:lnTo>
                    <a:lnTo>
                      <a:pt x="18" y="0"/>
                    </a:lnTo>
                    <a:lnTo>
                      <a:pt x="15" y="0"/>
                    </a:lnTo>
                    <a:lnTo>
                      <a:pt x="12" y="0"/>
                    </a:lnTo>
                    <a:lnTo>
                      <a:pt x="9" y="2"/>
                    </a:lnTo>
                    <a:lnTo>
                      <a:pt x="6" y="3"/>
                    </a:lnTo>
                    <a:lnTo>
                      <a:pt x="4" y="5"/>
                    </a:lnTo>
                    <a:lnTo>
                      <a:pt x="2" y="7"/>
                    </a:lnTo>
                    <a:lnTo>
                      <a:pt x="1" y="9"/>
                    </a:lnTo>
                    <a:lnTo>
                      <a:pt x="0" y="12"/>
                    </a:lnTo>
                    <a:lnTo>
                      <a:pt x="0" y="15"/>
                    </a:lnTo>
                    <a:lnTo>
                      <a:pt x="0" y="211"/>
                    </a:lnTo>
                    <a:lnTo>
                      <a:pt x="0" y="602"/>
                    </a:lnTo>
                    <a:lnTo>
                      <a:pt x="180" y="602"/>
                    </a:lnTo>
                    <a:lnTo>
                      <a:pt x="180" y="211"/>
                    </a:lnTo>
                    <a:lnTo>
                      <a:pt x="180" y="15"/>
                    </a:lnTo>
                    <a:lnTo>
                      <a:pt x="180" y="12"/>
                    </a:lnTo>
                    <a:lnTo>
                      <a:pt x="179" y="9"/>
                    </a:lnTo>
                    <a:lnTo>
                      <a:pt x="178" y="7"/>
                    </a:lnTo>
                    <a:lnTo>
                      <a:pt x="176" y="5"/>
                    </a:lnTo>
                    <a:lnTo>
                      <a:pt x="174" y="3"/>
                    </a:lnTo>
                    <a:lnTo>
                      <a:pt x="172" y="2"/>
                    </a:lnTo>
                    <a:lnTo>
                      <a:pt x="168" y="0"/>
                    </a:lnTo>
                    <a:lnTo>
                      <a:pt x="165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59" name="Freeform 710">
                <a:extLst>
                  <a:ext uri="{FF2B5EF4-FFF2-40B4-BE49-F238E27FC236}">
                    <a16:creationId xmlns:a16="http://schemas.microsoft.com/office/drawing/2014/main" xmlns="" id="{8AA6F9D2-5C11-4285-A4B0-23EFFF22BC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41613" y="2151063"/>
                <a:ext cx="57150" cy="57150"/>
              </a:xfrm>
              <a:custGeom>
                <a:avLst/>
                <a:gdLst>
                  <a:gd name="T0" fmla="*/ 0 w 180"/>
                  <a:gd name="T1" fmla="*/ 91 h 182"/>
                  <a:gd name="T2" fmla="*/ 0 w 180"/>
                  <a:gd name="T3" fmla="*/ 100 h 182"/>
                  <a:gd name="T4" fmla="*/ 2 w 180"/>
                  <a:gd name="T5" fmla="*/ 110 h 182"/>
                  <a:gd name="T6" fmla="*/ 4 w 180"/>
                  <a:gd name="T7" fmla="*/ 118 h 182"/>
                  <a:gd name="T8" fmla="*/ 7 w 180"/>
                  <a:gd name="T9" fmla="*/ 126 h 182"/>
                  <a:gd name="T10" fmla="*/ 11 w 180"/>
                  <a:gd name="T11" fmla="*/ 134 h 182"/>
                  <a:gd name="T12" fmla="*/ 15 w 180"/>
                  <a:gd name="T13" fmla="*/ 142 h 182"/>
                  <a:gd name="T14" fmla="*/ 20 w 180"/>
                  <a:gd name="T15" fmla="*/ 148 h 182"/>
                  <a:gd name="T16" fmla="*/ 27 w 180"/>
                  <a:gd name="T17" fmla="*/ 155 h 182"/>
                  <a:gd name="T18" fmla="*/ 33 w 180"/>
                  <a:gd name="T19" fmla="*/ 161 h 182"/>
                  <a:gd name="T20" fmla="*/ 40 w 180"/>
                  <a:gd name="T21" fmla="*/ 165 h 182"/>
                  <a:gd name="T22" fmla="*/ 47 w 180"/>
                  <a:gd name="T23" fmla="*/ 171 h 182"/>
                  <a:gd name="T24" fmla="*/ 55 w 180"/>
                  <a:gd name="T25" fmla="*/ 174 h 182"/>
                  <a:gd name="T26" fmla="*/ 63 w 180"/>
                  <a:gd name="T27" fmla="*/ 177 h 182"/>
                  <a:gd name="T28" fmla="*/ 72 w 180"/>
                  <a:gd name="T29" fmla="*/ 179 h 182"/>
                  <a:gd name="T30" fmla="*/ 80 w 180"/>
                  <a:gd name="T31" fmla="*/ 181 h 182"/>
                  <a:gd name="T32" fmla="*/ 90 w 180"/>
                  <a:gd name="T33" fmla="*/ 182 h 182"/>
                  <a:gd name="T34" fmla="*/ 100 w 180"/>
                  <a:gd name="T35" fmla="*/ 181 h 182"/>
                  <a:gd name="T36" fmla="*/ 108 w 180"/>
                  <a:gd name="T37" fmla="*/ 179 h 182"/>
                  <a:gd name="T38" fmla="*/ 117 w 180"/>
                  <a:gd name="T39" fmla="*/ 177 h 182"/>
                  <a:gd name="T40" fmla="*/ 125 w 180"/>
                  <a:gd name="T41" fmla="*/ 174 h 182"/>
                  <a:gd name="T42" fmla="*/ 133 w 180"/>
                  <a:gd name="T43" fmla="*/ 171 h 182"/>
                  <a:gd name="T44" fmla="*/ 140 w 180"/>
                  <a:gd name="T45" fmla="*/ 165 h 182"/>
                  <a:gd name="T46" fmla="*/ 148 w 180"/>
                  <a:gd name="T47" fmla="*/ 161 h 182"/>
                  <a:gd name="T48" fmla="*/ 154 w 180"/>
                  <a:gd name="T49" fmla="*/ 155 h 182"/>
                  <a:gd name="T50" fmla="*/ 160 w 180"/>
                  <a:gd name="T51" fmla="*/ 148 h 182"/>
                  <a:gd name="T52" fmla="*/ 165 w 180"/>
                  <a:gd name="T53" fmla="*/ 142 h 182"/>
                  <a:gd name="T54" fmla="*/ 169 w 180"/>
                  <a:gd name="T55" fmla="*/ 134 h 182"/>
                  <a:gd name="T56" fmla="*/ 174 w 180"/>
                  <a:gd name="T57" fmla="*/ 126 h 182"/>
                  <a:gd name="T58" fmla="*/ 177 w 180"/>
                  <a:gd name="T59" fmla="*/ 118 h 182"/>
                  <a:gd name="T60" fmla="*/ 179 w 180"/>
                  <a:gd name="T61" fmla="*/ 110 h 182"/>
                  <a:gd name="T62" fmla="*/ 180 w 180"/>
                  <a:gd name="T63" fmla="*/ 100 h 182"/>
                  <a:gd name="T64" fmla="*/ 180 w 180"/>
                  <a:gd name="T65" fmla="*/ 91 h 182"/>
                  <a:gd name="T66" fmla="*/ 180 w 180"/>
                  <a:gd name="T67" fmla="*/ 0 h 182"/>
                  <a:gd name="T68" fmla="*/ 0 w 180"/>
                  <a:gd name="T69" fmla="*/ 0 h 182"/>
                  <a:gd name="T70" fmla="*/ 0 w 180"/>
                  <a:gd name="T71" fmla="*/ 91 h 1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80" h="182">
                    <a:moveTo>
                      <a:pt x="0" y="91"/>
                    </a:moveTo>
                    <a:lnTo>
                      <a:pt x="0" y="100"/>
                    </a:lnTo>
                    <a:lnTo>
                      <a:pt x="2" y="110"/>
                    </a:lnTo>
                    <a:lnTo>
                      <a:pt x="4" y="118"/>
                    </a:lnTo>
                    <a:lnTo>
                      <a:pt x="7" y="126"/>
                    </a:lnTo>
                    <a:lnTo>
                      <a:pt x="11" y="134"/>
                    </a:lnTo>
                    <a:lnTo>
                      <a:pt x="15" y="142"/>
                    </a:lnTo>
                    <a:lnTo>
                      <a:pt x="20" y="148"/>
                    </a:lnTo>
                    <a:lnTo>
                      <a:pt x="27" y="155"/>
                    </a:lnTo>
                    <a:lnTo>
                      <a:pt x="33" y="161"/>
                    </a:lnTo>
                    <a:lnTo>
                      <a:pt x="40" y="165"/>
                    </a:lnTo>
                    <a:lnTo>
                      <a:pt x="47" y="171"/>
                    </a:lnTo>
                    <a:lnTo>
                      <a:pt x="55" y="174"/>
                    </a:lnTo>
                    <a:lnTo>
                      <a:pt x="63" y="177"/>
                    </a:lnTo>
                    <a:lnTo>
                      <a:pt x="72" y="179"/>
                    </a:lnTo>
                    <a:lnTo>
                      <a:pt x="80" y="181"/>
                    </a:lnTo>
                    <a:lnTo>
                      <a:pt x="90" y="182"/>
                    </a:lnTo>
                    <a:lnTo>
                      <a:pt x="100" y="181"/>
                    </a:lnTo>
                    <a:lnTo>
                      <a:pt x="108" y="179"/>
                    </a:lnTo>
                    <a:lnTo>
                      <a:pt x="117" y="177"/>
                    </a:lnTo>
                    <a:lnTo>
                      <a:pt x="125" y="174"/>
                    </a:lnTo>
                    <a:lnTo>
                      <a:pt x="133" y="171"/>
                    </a:lnTo>
                    <a:lnTo>
                      <a:pt x="140" y="165"/>
                    </a:lnTo>
                    <a:lnTo>
                      <a:pt x="148" y="161"/>
                    </a:lnTo>
                    <a:lnTo>
                      <a:pt x="154" y="155"/>
                    </a:lnTo>
                    <a:lnTo>
                      <a:pt x="160" y="148"/>
                    </a:lnTo>
                    <a:lnTo>
                      <a:pt x="165" y="142"/>
                    </a:lnTo>
                    <a:lnTo>
                      <a:pt x="169" y="134"/>
                    </a:lnTo>
                    <a:lnTo>
                      <a:pt x="174" y="126"/>
                    </a:lnTo>
                    <a:lnTo>
                      <a:pt x="177" y="118"/>
                    </a:lnTo>
                    <a:lnTo>
                      <a:pt x="179" y="110"/>
                    </a:lnTo>
                    <a:lnTo>
                      <a:pt x="180" y="100"/>
                    </a:lnTo>
                    <a:lnTo>
                      <a:pt x="180" y="91"/>
                    </a:lnTo>
                    <a:lnTo>
                      <a:pt x="180" y="0"/>
                    </a:lnTo>
                    <a:lnTo>
                      <a:pt x="0" y="0"/>
                    </a:lnTo>
                    <a:lnTo>
                      <a:pt x="0" y="9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0" name="Rectangle 711">
                <a:extLst>
                  <a:ext uri="{FF2B5EF4-FFF2-40B4-BE49-F238E27FC236}">
                    <a16:creationId xmlns:a16="http://schemas.microsoft.com/office/drawing/2014/main" xmlns="" id="{972C0779-96D7-4A7C-B110-5886B8B5DF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41613" y="2122488"/>
                <a:ext cx="57150" cy="19050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1" name="Freeform 712">
                <a:extLst>
                  <a:ext uri="{FF2B5EF4-FFF2-40B4-BE49-F238E27FC236}">
                    <a16:creationId xmlns:a16="http://schemas.microsoft.com/office/drawing/2014/main" xmlns="" id="{4533D40B-18F2-4A93-B829-E6C6A0AC58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5425" y="1930400"/>
                <a:ext cx="9525" cy="57150"/>
              </a:xfrm>
              <a:custGeom>
                <a:avLst/>
                <a:gdLst>
                  <a:gd name="T0" fmla="*/ 15 w 30"/>
                  <a:gd name="T1" fmla="*/ 181 h 181"/>
                  <a:gd name="T2" fmla="*/ 18 w 30"/>
                  <a:gd name="T3" fmla="*/ 181 h 181"/>
                  <a:gd name="T4" fmla="*/ 21 w 30"/>
                  <a:gd name="T5" fmla="*/ 180 h 181"/>
                  <a:gd name="T6" fmla="*/ 24 w 30"/>
                  <a:gd name="T7" fmla="*/ 179 h 181"/>
                  <a:gd name="T8" fmla="*/ 26 w 30"/>
                  <a:gd name="T9" fmla="*/ 176 h 181"/>
                  <a:gd name="T10" fmla="*/ 28 w 30"/>
                  <a:gd name="T11" fmla="*/ 174 h 181"/>
                  <a:gd name="T12" fmla="*/ 29 w 30"/>
                  <a:gd name="T13" fmla="*/ 172 h 181"/>
                  <a:gd name="T14" fmla="*/ 30 w 30"/>
                  <a:gd name="T15" fmla="*/ 169 h 181"/>
                  <a:gd name="T16" fmla="*/ 30 w 30"/>
                  <a:gd name="T17" fmla="*/ 166 h 181"/>
                  <a:gd name="T18" fmla="*/ 30 w 30"/>
                  <a:gd name="T19" fmla="*/ 16 h 181"/>
                  <a:gd name="T20" fmla="*/ 30 w 30"/>
                  <a:gd name="T21" fmla="*/ 12 h 181"/>
                  <a:gd name="T22" fmla="*/ 29 w 30"/>
                  <a:gd name="T23" fmla="*/ 9 h 181"/>
                  <a:gd name="T24" fmla="*/ 28 w 30"/>
                  <a:gd name="T25" fmla="*/ 7 h 181"/>
                  <a:gd name="T26" fmla="*/ 26 w 30"/>
                  <a:gd name="T27" fmla="*/ 5 h 181"/>
                  <a:gd name="T28" fmla="*/ 24 w 30"/>
                  <a:gd name="T29" fmla="*/ 3 h 181"/>
                  <a:gd name="T30" fmla="*/ 21 w 30"/>
                  <a:gd name="T31" fmla="*/ 2 h 181"/>
                  <a:gd name="T32" fmla="*/ 18 w 30"/>
                  <a:gd name="T33" fmla="*/ 0 h 181"/>
                  <a:gd name="T34" fmla="*/ 15 w 30"/>
                  <a:gd name="T35" fmla="*/ 0 h 181"/>
                  <a:gd name="T36" fmla="*/ 12 w 30"/>
                  <a:gd name="T37" fmla="*/ 0 h 181"/>
                  <a:gd name="T38" fmla="*/ 10 w 30"/>
                  <a:gd name="T39" fmla="*/ 2 h 181"/>
                  <a:gd name="T40" fmla="*/ 6 w 30"/>
                  <a:gd name="T41" fmla="*/ 3 h 181"/>
                  <a:gd name="T42" fmla="*/ 4 w 30"/>
                  <a:gd name="T43" fmla="*/ 5 h 181"/>
                  <a:gd name="T44" fmla="*/ 2 w 30"/>
                  <a:gd name="T45" fmla="*/ 7 h 181"/>
                  <a:gd name="T46" fmla="*/ 1 w 30"/>
                  <a:gd name="T47" fmla="*/ 9 h 181"/>
                  <a:gd name="T48" fmla="*/ 0 w 30"/>
                  <a:gd name="T49" fmla="*/ 12 h 181"/>
                  <a:gd name="T50" fmla="*/ 0 w 30"/>
                  <a:gd name="T51" fmla="*/ 16 h 181"/>
                  <a:gd name="T52" fmla="*/ 0 w 30"/>
                  <a:gd name="T53" fmla="*/ 166 h 181"/>
                  <a:gd name="T54" fmla="*/ 0 w 30"/>
                  <a:gd name="T55" fmla="*/ 169 h 181"/>
                  <a:gd name="T56" fmla="*/ 1 w 30"/>
                  <a:gd name="T57" fmla="*/ 172 h 181"/>
                  <a:gd name="T58" fmla="*/ 2 w 30"/>
                  <a:gd name="T59" fmla="*/ 174 h 181"/>
                  <a:gd name="T60" fmla="*/ 4 w 30"/>
                  <a:gd name="T61" fmla="*/ 176 h 181"/>
                  <a:gd name="T62" fmla="*/ 6 w 30"/>
                  <a:gd name="T63" fmla="*/ 179 h 181"/>
                  <a:gd name="T64" fmla="*/ 10 w 30"/>
                  <a:gd name="T65" fmla="*/ 180 h 181"/>
                  <a:gd name="T66" fmla="*/ 12 w 30"/>
                  <a:gd name="T67" fmla="*/ 181 h 181"/>
                  <a:gd name="T68" fmla="*/ 15 w 30"/>
                  <a:gd name="T69" fmla="*/ 181 h 1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30" h="181">
                    <a:moveTo>
                      <a:pt x="15" y="181"/>
                    </a:moveTo>
                    <a:lnTo>
                      <a:pt x="18" y="181"/>
                    </a:lnTo>
                    <a:lnTo>
                      <a:pt x="21" y="180"/>
                    </a:lnTo>
                    <a:lnTo>
                      <a:pt x="24" y="179"/>
                    </a:lnTo>
                    <a:lnTo>
                      <a:pt x="26" y="176"/>
                    </a:lnTo>
                    <a:lnTo>
                      <a:pt x="28" y="174"/>
                    </a:lnTo>
                    <a:lnTo>
                      <a:pt x="29" y="172"/>
                    </a:lnTo>
                    <a:lnTo>
                      <a:pt x="30" y="169"/>
                    </a:lnTo>
                    <a:lnTo>
                      <a:pt x="30" y="166"/>
                    </a:lnTo>
                    <a:lnTo>
                      <a:pt x="30" y="16"/>
                    </a:lnTo>
                    <a:lnTo>
                      <a:pt x="30" y="12"/>
                    </a:lnTo>
                    <a:lnTo>
                      <a:pt x="29" y="9"/>
                    </a:lnTo>
                    <a:lnTo>
                      <a:pt x="28" y="7"/>
                    </a:lnTo>
                    <a:lnTo>
                      <a:pt x="26" y="5"/>
                    </a:lnTo>
                    <a:lnTo>
                      <a:pt x="24" y="3"/>
                    </a:lnTo>
                    <a:lnTo>
                      <a:pt x="21" y="2"/>
                    </a:lnTo>
                    <a:lnTo>
                      <a:pt x="18" y="0"/>
                    </a:lnTo>
                    <a:lnTo>
                      <a:pt x="15" y="0"/>
                    </a:lnTo>
                    <a:lnTo>
                      <a:pt x="12" y="0"/>
                    </a:lnTo>
                    <a:lnTo>
                      <a:pt x="10" y="2"/>
                    </a:lnTo>
                    <a:lnTo>
                      <a:pt x="6" y="3"/>
                    </a:lnTo>
                    <a:lnTo>
                      <a:pt x="4" y="5"/>
                    </a:lnTo>
                    <a:lnTo>
                      <a:pt x="2" y="7"/>
                    </a:lnTo>
                    <a:lnTo>
                      <a:pt x="1" y="9"/>
                    </a:lnTo>
                    <a:lnTo>
                      <a:pt x="0" y="12"/>
                    </a:lnTo>
                    <a:lnTo>
                      <a:pt x="0" y="16"/>
                    </a:lnTo>
                    <a:lnTo>
                      <a:pt x="0" y="166"/>
                    </a:lnTo>
                    <a:lnTo>
                      <a:pt x="0" y="169"/>
                    </a:lnTo>
                    <a:lnTo>
                      <a:pt x="1" y="172"/>
                    </a:lnTo>
                    <a:lnTo>
                      <a:pt x="2" y="174"/>
                    </a:lnTo>
                    <a:lnTo>
                      <a:pt x="4" y="176"/>
                    </a:lnTo>
                    <a:lnTo>
                      <a:pt x="6" y="179"/>
                    </a:lnTo>
                    <a:lnTo>
                      <a:pt x="10" y="180"/>
                    </a:lnTo>
                    <a:lnTo>
                      <a:pt x="12" y="181"/>
                    </a:lnTo>
                    <a:lnTo>
                      <a:pt x="15" y="18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2" name="Freeform 713">
                <a:extLst>
                  <a:ext uri="{FF2B5EF4-FFF2-40B4-BE49-F238E27FC236}">
                    <a16:creationId xmlns:a16="http://schemas.microsoft.com/office/drawing/2014/main" xmlns="" id="{0B3AC97E-B521-48C2-8635-E6E2BFE55F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74938" y="2151063"/>
                <a:ext cx="57150" cy="57150"/>
              </a:xfrm>
              <a:custGeom>
                <a:avLst/>
                <a:gdLst>
                  <a:gd name="T0" fmla="*/ 0 w 181"/>
                  <a:gd name="T1" fmla="*/ 91 h 182"/>
                  <a:gd name="T2" fmla="*/ 1 w 181"/>
                  <a:gd name="T3" fmla="*/ 100 h 182"/>
                  <a:gd name="T4" fmla="*/ 2 w 181"/>
                  <a:gd name="T5" fmla="*/ 110 h 182"/>
                  <a:gd name="T6" fmla="*/ 4 w 181"/>
                  <a:gd name="T7" fmla="*/ 118 h 182"/>
                  <a:gd name="T8" fmla="*/ 7 w 181"/>
                  <a:gd name="T9" fmla="*/ 126 h 182"/>
                  <a:gd name="T10" fmla="*/ 11 w 181"/>
                  <a:gd name="T11" fmla="*/ 134 h 182"/>
                  <a:gd name="T12" fmla="*/ 16 w 181"/>
                  <a:gd name="T13" fmla="*/ 142 h 182"/>
                  <a:gd name="T14" fmla="*/ 21 w 181"/>
                  <a:gd name="T15" fmla="*/ 148 h 182"/>
                  <a:gd name="T16" fmla="*/ 26 w 181"/>
                  <a:gd name="T17" fmla="*/ 155 h 182"/>
                  <a:gd name="T18" fmla="*/ 33 w 181"/>
                  <a:gd name="T19" fmla="*/ 161 h 182"/>
                  <a:gd name="T20" fmla="*/ 40 w 181"/>
                  <a:gd name="T21" fmla="*/ 165 h 182"/>
                  <a:gd name="T22" fmla="*/ 47 w 181"/>
                  <a:gd name="T23" fmla="*/ 171 h 182"/>
                  <a:gd name="T24" fmla="*/ 55 w 181"/>
                  <a:gd name="T25" fmla="*/ 174 h 182"/>
                  <a:gd name="T26" fmla="*/ 64 w 181"/>
                  <a:gd name="T27" fmla="*/ 177 h 182"/>
                  <a:gd name="T28" fmla="*/ 73 w 181"/>
                  <a:gd name="T29" fmla="*/ 179 h 182"/>
                  <a:gd name="T30" fmla="*/ 81 w 181"/>
                  <a:gd name="T31" fmla="*/ 181 h 182"/>
                  <a:gd name="T32" fmla="*/ 91 w 181"/>
                  <a:gd name="T33" fmla="*/ 182 h 182"/>
                  <a:gd name="T34" fmla="*/ 99 w 181"/>
                  <a:gd name="T35" fmla="*/ 181 h 182"/>
                  <a:gd name="T36" fmla="*/ 109 w 181"/>
                  <a:gd name="T37" fmla="*/ 179 h 182"/>
                  <a:gd name="T38" fmla="*/ 118 w 181"/>
                  <a:gd name="T39" fmla="*/ 177 h 182"/>
                  <a:gd name="T40" fmla="*/ 125 w 181"/>
                  <a:gd name="T41" fmla="*/ 174 h 182"/>
                  <a:gd name="T42" fmla="*/ 134 w 181"/>
                  <a:gd name="T43" fmla="*/ 171 h 182"/>
                  <a:gd name="T44" fmla="*/ 141 w 181"/>
                  <a:gd name="T45" fmla="*/ 165 h 182"/>
                  <a:gd name="T46" fmla="*/ 148 w 181"/>
                  <a:gd name="T47" fmla="*/ 161 h 182"/>
                  <a:gd name="T48" fmla="*/ 154 w 181"/>
                  <a:gd name="T49" fmla="*/ 155 h 182"/>
                  <a:gd name="T50" fmla="*/ 161 w 181"/>
                  <a:gd name="T51" fmla="*/ 148 h 182"/>
                  <a:gd name="T52" fmla="*/ 165 w 181"/>
                  <a:gd name="T53" fmla="*/ 142 h 182"/>
                  <a:gd name="T54" fmla="*/ 170 w 181"/>
                  <a:gd name="T55" fmla="*/ 134 h 182"/>
                  <a:gd name="T56" fmla="*/ 173 w 181"/>
                  <a:gd name="T57" fmla="*/ 126 h 182"/>
                  <a:gd name="T58" fmla="*/ 177 w 181"/>
                  <a:gd name="T59" fmla="*/ 118 h 182"/>
                  <a:gd name="T60" fmla="*/ 179 w 181"/>
                  <a:gd name="T61" fmla="*/ 110 h 182"/>
                  <a:gd name="T62" fmla="*/ 180 w 181"/>
                  <a:gd name="T63" fmla="*/ 100 h 182"/>
                  <a:gd name="T64" fmla="*/ 181 w 181"/>
                  <a:gd name="T65" fmla="*/ 91 h 182"/>
                  <a:gd name="T66" fmla="*/ 181 w 181"/>
                  <a:gd name="T67" fmla="*/ 0 h 182"/>
                  <a:gd name="T68" fmla="*/ 0 w 181"/>
                  <a:gd name="T69" fmla="*/ 0 h 182"/>
                  <a:gd name="T70" fmla="*/ 0 w 181"/>
                  <a:gd name="T71" fmla="*/ 91 h 1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81" h="182">
                    <a:moveTo>
                      <a:pt x="0" y="91"/>
                    </a:moveTo>
                    <a:lnTo>
                      <a:pt x="1" y="100"/>
                    </a:lnTo>
                    <a:lnTo>
                      <a:pt x="2" y="110"/>
                    </a:lnTo>
                    <a:lnTo>
                      <a:pt x="4" y="118"/>
                    </a:lnTo>
                    <a:lnTo>
                      <a:pt x="7" y="126"/>
                    </a:lnTo>
                    <a:lnTo>
                      <a:pt x="11" y="134"/>
                    </a:lnTo>
                    <a:lnTo>
                      <a:pt x="16" y="142"/>
                    </a:lnTo>
                    <a:lnTo>
                      <a:pt x="21" y="148"/>
                    </a:lnTo>
                    <a:lnTo>
                      <a:pt x="26" y="155"/>
                    </a:lnTo>
                    <a:lnTo>
                      <a:pt x="33" y="161"/>
                    </a:lnTo>
                    <a:lnTo>
                      <a:pt x="40" y="165"/>
                    </a:lnTo>
                    <a:lnTo>
                      <a:pt x="47" y="171"/>
                    </a:lnTo>
                    <a:lnTo>
                      <a:pt x="55" y="174"/>
                    </a:lnTo>
                    <a:lnTo>
                      <a:pt x="64" y="177"/>
                    </a:lnTo>
                    <a:lnTo>
                      <a:pt x="73" y="179"/>
                    </a:lnTo>
                    <a:lnTo>
                      <a:pt x="81" y="181"/>
                    </a:lnTo>
                    <a:lnTo>
                      <a:pt x="91" y="182"/>
                    </a:lnTo>
                    <a:lnTo>
                      <a:pt x="99" y="181"/>
                    </a:lnTo>
                    <a:lnTo>
                      <a:pt x="109" y="179"/>
                    </a:lnTo>
                    <a:lnTo>
                      <a:pt x="118" y="177"/>
                    </a:lnTo>
                    <a:lnTo>
                      <a:pt x="125" y="174"/>
                    </a:lnTo>
                    <a:lnTo>
                      <a:pt x="134" y="171"/>
                    </a:lnTo>
                    <a:lnTo>
                      <a:pt x="141" y="165"/>
                    </a:lnTo>
                    <a:lnTo>
                      <a:pt x="148" y="161"/>
                    </a:lnTo>
                    <a:lnTo>
                      <a:pt x="154" y="155"/>
                    </a:lnTo>
                    <a:lnTo>
                      <a:pt x="161" y="148"/>
                    </a:lnTo>
                    <a:lnTo>
                      <a:pt x="165" y="142"/>
                    </a:lnTo>
                    <a:lnTo>
                      <a:pt x="170" y="134"/>
                    </a:lnTo>
                    <a:lnTo>
                      <a:pt x="173" y="126"/>
                    </a:lnTo>
                    <a:lnTo>
                      <a:pt x="177" y="118"/>
                    </a:lnTo>
                    <a:lnTo>
                      <a:pt x="179" y="110"/>
                    </a:lnTo>
                    <a:lnTo>
                      <a:pt x="180" y="100"/>
                    </a:lnTo>
                    <a:lnTo>
                      <a:pt x="181" y="91"/>
                    </a:lnTo>
                    <a:lnTo>
                      <a:pt x="181" y="0"/>
                    </a:lnTo>
                    <a:lnTo>
                      <a:pt x="0" y="0"/>
                    </a:lnTo>
                    <a:lnTo>
                      <a:pt x="0" y="9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3" name="Freeform 714">
                <a:extLst>
                  <a:ext uri="{FF2B5EF4-FFF2-40B4-BE49-F238E27FC236}">
                    <a16:creationId xmlns:a16="http://schemas.microsoft.com/office/drawing/2014/main" xmlns="" id="{7F864FC8-AB3C-49D8-83BB-14DA025641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74938" y="1920875"/>
                <a:ext cx="57150" cy="192088"/>
              </a:xfrm>
              <a:custGeom>
                <a:avLst/>
                <a:gdLst>
                  <a:gd name="T0" fmla="*/ 163 w 181"/>
                  <a:gd name="T1" fmla="*/ 0 h 602"/>
                  <a:gd name="T2" fmla="*/ 157 w 181"/>
                  <a:gd name="T3" fmla="*/ 3 h 602"/>
                  <a:gd name="T4" fmla="*/ 153 w 181"/>
                  <a:gd name="T5" fmla="*/ 7 h 602"/>
                  <a:gd name="T6" fmla="*/ 151 w 181"/>
                  <a:gd name="T7" fmla="*/ 12 h 602"/>
                  <a:gd name="T8" fmla="*/ 151 w 181"/>
                  <a:gd name="T9" fmla="*/ 211 h 602"/>
                  <a:gd name="T10" fmla="*/ 150 w 181"/>
                  <a:gd name="T11" fmla="*/ 222 h 602"/>
                  <a:gd name="T12" fmla="*/ 146 w 181"/>
                  <a:gd name="T13" fmla="*/ 234 h 602"/>
                  <a:gd name="T14" fmla="*/ 140 w 181"/>
                  <a:gd name="T15" fmla="*/ 245 h 602"/>
                  <a:gd name="T16" fmla="*/ 133 w 181"/>
                  <a:gd name="T17" fmla="*/ 254 h 602"/>
                  <a:gd name="T18" fmla="*/ 124 w 181"/>
                  <a:gd name="T19" fmla="*/ 261 h 602"/>
                  <a:gd name="T20" fmla="*/ 113 w 181"/>
                  <a:gd name="T21" fmla="*/ 266 h 602"/>
                  <a:gd name="T22" fmla="*/ 103 w 181"/>
                  <a:gd name="T23" fmla="*/ 270 h 602"/>
                  <a:gd name="T24" fmla="*/ 91 w 181"/>
                  <a:gd name="T25" fmla="*/ 271 h 602"/>
                  <a:gd name="T26" fmla="*/ 78 w 181"/>
                  <a:gd name="T27" fmla="*/ 270 h 602"/>
                  <a:gd name="T28" fmla="*/ 67 w 181"/>
                  <a:gd name="T29" fmla="*/ 266 h 602"/>
                  <a:gd name="T30" fmla="*/ 57 w 181"/>
                  <a:gd name="T31" fmla="*/ 261 h 602"/>
                  <a:gd name="T32" fmla="*/ 48 w 181"/>
                  <a:gd name="T33" fmla="*/ 254 h 602"/>
                  <a:gd name="T34" fmla="*/ 40 w 181"/>
                  <a:gd name="T35" fmla="*/ 245 h 602"/>
                  <a:gd name="T36" fmla="*/ 35 w 181"/>
                  <a:gd name="T37" fmla="*/ 234 h 602"/>
                  <a:gd name="T38" fmla="*/ 32 w 181"/>
                  <a:gd name="T39" fmla="*/ 224 h 602"/>
                  <a:gd name="T40" fmla="*/ 30 w 181"/>
                  <a:gd name="T41" fmla="*/ 211 h 602"/>
                  <a:gd name="T42" fmla="*/ 30 w 181"/>
                  <a:gd name="T43" fmla="*/ 12 h 602"/>
                  <a:gd name="T44" fmla="*/ 28 w 181"/>
                  <a:gd name="T45" fmla="*/ 7 h 602"/>
                  <a:gd name="T46" fmla="*/ 23 w 181"/>
                  <a:gd name="T47" fmla="*/ 3 h 602"/>
                  <a:gd name="T48" fmla="*/ 18 w 181"/>
                  <a:gd name="T49" fmla="*/ 0 h 602"/>
                  <a:gd name="T50" fmla="*/ 13 w 181"/>
                  <a:gd name="T51" fmla="*/ 0 h 602"/>
                  <a:gd name="T52" fmla="*/ 7 w 181"/>
                  <a:gd name="T53" fmla="*/ 3 h 602"/>
                  <a:gd name="T54" fmla="*/ 3 w 181"/>
                  <a:gd name="T55" fmla="*/ 7 h 602"/>
                  <a:gd name="T56" fmla="*/ 1 w 181"/>
                  <a:gd name="T57" fmla="*/ 12 h 602"/>
                  <a:gd name="T58" fmla="*/ 0 w 181"/>
                  <a:gd name="T59" fmla="*/ 211 h 602"/>
                  <a:gd name="T60" fmla="*/ 181 w 181"/>
                  <a:gd name="T61" fmla="*/ 602 h 602"/>
                  <a:gd name="T62" fmla="*/ 181 w 181"/>
                  <a:gd name="T63" fmla="*/ 15 h 602"/>
                  <a:gd name="T64" fmla="*/ 180 w 181"/>
                  <a:gd name="T65" fmla="*/ 9 h 602"/>
                  <a:gd name="T66" fmla="*/ 177 w 181"/>
                  <a:gd name="T67" fmla="*/ 5 h 602"/>
                  <a:gd name="T68" fmla="*/ 171 w 181"/>
                  <a:gd name="T69" fmla="*/ 2 h 602"/>
                  <a:gd name="T70" fmla="*/ 166 w 181"/>
                  <a:gd name="T71" fmla="*/ 0 h 6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81" h="602">
                    <a:moveTo>
                      <a:pt x="166" y="0"/>
                    </a:moveTo>
                    <a:lnTo>
                      <a:pt x="163" y="0"/>
                    </a:lnTo>
                    <a:lnTo>
                      <a:pt x="159" y="2"/>
                    </a:lnTo>
                    <a:lnTo>
                      <a:pt x="157" y="3"/>
                    </a:lnTo>
                    <a:lnTo>
                      <a:pt x="155" y="5"/>
                    </a:lnTo>
                    <a:lnTo>
                      <a:pt x="153" y="7"/>
                    </a:lnTo>
                    <a:lnTo>
                      <a:pt x="152" y="9"/>
                    </a:lnTo>
                    <a:lnTo>
                      <a:pt x="151" y="12"/>
                    </a:lnTo>
                    <a:lnTo>
                      <a:pt x="151" y="15"/>
                    </a:lnTo>
                    <a:lnTo>
                      <a:pt x="151" y="211"/>
                    </a:lnTo>
                    <a:lnTo>
                      <a:pt x="150" y="217"/>
                    </a:lnTo>
                    <a:lnTo>
                      <a:pt x="150" y="222"/>
                    </a:lnTo>
                    <a:lnTo>
                      <a:pt x="148" y="229"/>
                    </a:lnTo>
                    <a:lnTo>
                      <a:pt x="146" y="234"/>
                    </a:lnTo>
                    <a:lnTo>
                      <a:pt x="143" y="240"/>
                    </a:lnTo>
                    <a:lnTo>
                      <a:pt x="140" y="245"/>
                    </a:lnTo>
                    <a:lnTo>
                      <a:pt x="137" y="249"/>
                    </a:lnTo>
                    <a:lnTo>
                      <a:pt x="133" y="254"/>
                    </a:lnTo>
                    <a:lnTo>
                      <a:pt x="128" y="258"/>
                    </a:lnTo>
                    <a:lnTo>
                      <a:pt x="124" y="261"/>
                    </a:lnTo>
                    <a:lnTo>
                      <a:pt x="119" y="264"/>
                    </a:lnTo>
                    <a:lnTo>
                      <a:pt x="113" y="266"/>
                    </a:lnTo>
                    <a:lnTo>
                      <a:pt x="108" y="269"/>
                    </a:lnTo>
                    <a:lnTo>
                      <a:pt x="103" y="270"/>
                    </a:lnTo>
                    <a:lnTo>
                      <a:pt x="96" y="271"/>
                    </a:lnTo>
                    <a:lnTo>
                      <a:pt x="91" y="271"/>
                    </a:lnTo>
                    <a:lnTo>
                      <a:pt x="84" y="271"/>
                    </a:lnTo>
                    <a:lnTo>
                      <a:pt x="78" y="270"/>
                    </a:lnTo>
                    <a:lnTo>
                      <a:pt x="73" y="269"/>
                    </a:lnTo>
                    <a:lnTo>
                      <a:pt x="67" y="266"/>
                    </a:lnTo>
                    <a:lnTo>
                      <a:pt x="62" y="264"/>
                    </a:lnTo>
                    <a:lnTo>
                      <a:pt x="57" y="261"/>
                    </a:lnTo>
                    <a:lnTo>
                      <a:pt x="52" y="258"/>
                    </a:lnTo>
                    <a:lnTo>
                      <a:pt x="48" y="254"/>
                    </a:lnTo>
                    <a:lnTo>
                      <a:pt x="44" y="249"/>
                    </a:lnTo>
                    <a:lnTo>
                      <a:pt x="40" y="245"/>
                    </a:lnTo>
                    <a:lnTo>
                      <a:pt x="37" y="240"/>
                    </a:lnTo>
                    <a:lnTo>
                      <a:pt x="35" y="234"/>
                    </a:lnTo>
                    <a:lnTo>
                      <a:pt x="33" y="229"/>
                    </a:lnTo>
                    <a:lnTo>
                      <a:pt x="32" y="224"/>
                    </a:lnTo>
                    <a:lnTo>
                      <a:pt x="31" y="217"/>
                    </a:lnTo>
                    <a:lnTo>
                      <a:pt x="30" y="211"/>
                    </a:lnTo>
                    <a:lnTo>
                      <a:pt x="30" y="15"/>
                    </a:lnTo>
                    <a:lnTo>
                      <a:pt x="30" y="12"/>
                    </a:lnTo>
                    <a:lnTo>
                      <a:pt x="29" y="9"/>
                    </a:lnTo>
                    <a:lnTo>
                      <a:pt x="28" y="7"/>
                    </a:lnTo>
                    <a:lnTo>
                      <a:pt x="25" y="5"/>
                    </a:lnTo>
                    <a:lnTo>
                      <a:pt x="23" y="3"/>
                    </a:lnTo>
                    <a:lnTo>
                      <a:pt x="21" y="2"/>
                    </a:lnTo>
                    <a:lnTo>
                      <a:pt x="18" y="0"/>
                    </a:lnTo>
                    <a:lnTo>
                      <a:pt x="15" y="0"/>
                    </a:lnTo>
                    <a:lnTo>
                      <a:pt x="13" y="0"/>
                    </a:lnTo>
                    <a:lnTo>
                      <a:pt x="9" y="2"/>
                    </a:lnTo>
                    <a:lnTo>
                      <a:pt x="7" y="3"/>
                    </a:lnTo>
                    <a:lnTo>
                      <a:pt x="5" y="5"/>
                    </a:lnTo>
                    <a:lnTo>
                      <a:pt x="3" y="7"/>
                    </a:lnTo>
                    <a:lnTo>
                      <a:pt x="2" y="9"/>
                    </a:lnTo>
                    <a:lnTo>
                      <a:pt x="1" y="12"/>
                    </a:lnTo>
                    <a:lnTo>
                      <a:pt x="0" y="15"/>
                    </a:lnTo>
                    <a:lnTo>
                      <a:pt x="0" y="211"/>
                    </a:lnTo>
                    <a:lnTo>
                      <a:pt x="0" y="602"/>
                    </a:lnTo>
                    <a:lnTo>
                      <a:pt x="181" y="602"/>
                    </a:lnTo>
                    <a:lnTo>
                      <a:pt x="181" y="211"/>
                    </a:lnTo>
                    <a:lnTo>
                      <a:pt x="181" y="15"/>
                    </a:lnTo>
                    <a:lnTo>
                      <a:pt x="181" y="12"/>
                    </a:lnTo>
                    <a:lnTo>
                      <a:pt x="180" y="9"/>
                    </a:lnTo>
                    <a:lnTo>
                      <a:pt x="178" y="7"/>
                    </a:lnTo>
                    <a:lnTo>
                      <a:pt x="177" y="5"/>
                    </a:lnTo>
                    <a:lnTo>
                      <a:pt x="174" y="3"/>
                    </a:lnTo>
                    <a:lnTo>
                      <a:pt x="171" y="2"/>
                    </a:lnTo>
                    <a:lnTo>
                      <a:pt x="169" y="0"/>
                    </a:lnTo>
                    <a:lnTo>
                      <a:pt x="166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4" name="Rectangle 715">
                <a:extLst>
                  <a:ext uri="{FF2B5EF4-FFF2-40B4-BE49-F238E27FC236}">
                    <a16:creationId xmlns:a16="http://schemas.microsoft.com/office/drawing/2014/main" xmlns="" id="{F62F4F23-3E58-4391-99F6-14D56BFAAB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74938" y="2122488"/>
                <a:ext cx="57150" cy="19050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5" name="Freeform 716">
                <a:extLst>
                  <a:ext uri="{FF2B5EF4-FFF2-40B4-BE49-F238E27FC236}">
                    <a16:creationId xmlns:a16="http://schemas.microsoft.com/office/drawing/2014/main" xmlns="" id="{66455EB6-E255-40C5-AFB5-4353F10409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98750" y="1930400"/>
                <a:ext cx="9525" cy="57150"/>
              </a:xfrm>
              <a:custGeom>
                <a:avLst/>
                <a:gdLst>
                  <a:gd name="T0" fmla="*/ 15 w 30"/>
                  <a:gd name="T1" fmla="*/ 181 h 181"/>
                  <a:gd name="T2" fmla="*/ 17 w 30"/>
                  <a:gd name="T3" fmla="*/ 181 h 181"/>
                  <a:gd name="T4" fmla="*/ 20 w 30"/>
                  <a:gd name="T5" fmla="*/ 180 h 181"/>
                  <a:gd name="T6" fmla="*/ 22 w 30"/>
                  <a:gd name="T7" fmla="*/ 179 h 181"/>
                  <a:gd name="T8" fmla="*/ 26 w 30"/>
                  <a:gd name="T9" fmla="*/ 176 h 181"/>
                  <a:gd name="T10" fmla="*/ 27 w 30"/>
                  <a:gd name="T11" fmla="*/ 174 h 181"/>
                  <a:gd name="T12" fmla="*/ 29 w 30"/>
                  <a:gd name="T13" fmla="*/ 172 h 181"/>
                  <a:gd name="T14" fmla="*/ 29 w 30"/>
                  <a:gd name="T15" fmla="*/ 169 h 181"/>
                  <a:gd name="T16" fmla="*/ 30 w 30"/>
                  <a:gd name="T17" fmla="*/ 166 h 181"/>
                  <a:gd name="T18" fmla="*/ 30 w 30"/>
                  <a:gd name="T19" fmla="*/ 16 h 181"/>
                  <a:gd name="T20" fmla="*/ 29 w 30"/>
                  <a:gd name="T21" fmla="*/ 12 h 181"/>
                  <a:gd name="T22" fmla="*/ 29 w 30"/>
                  <a:gd name="T23" fmla="*/ 9 h 181"/>
                  <a:gd name="T24" fmla="*/ 27 w 30"/>
                  <a:gd name="T25" fmla="*/ 7 h 181"/>
                  <a:gd name="T26" fmla="*/ 26 w 30"/>
                  <a:gd name="T27" fmla="*/ 5 h 181"/>
                  <a:gd name="T28" fmla="*/ 22 w 30"/>
                  <a:gd name="T29" fmla="*/ 3 h 181"/>
                  <a:gd name="T30" fmla="*/ 20 w 30"/>
                  <a:gd name="T31" fmla="*/ 2 h 181"/>
                  <a:gd name="T32" fmla="*/ 17 w 30"/>
                  <a:gd name="T33" fmla="*/ 0 h 181"/>
                  <a:gd name="T34" fmla="*/ 15 w 30"/>
                  <a:gd name="T35" fmla="*/ 0 h 181"/>
                  <a:gd name="T36" fmla="*/ 12 w 30"/>
                  <a:gd name="T37" fmla="*/ 0 h 181"/>
                  <a:gd name="T38" fmla="*/ 8 w 30"/>
                  <a:gd name="T39" fmla="*/ 2 h 181"/>
                  <a:gd name="T40" fmla="*/ 6 w 30"/>
                  <a:gd name="T41" fmla="*/ 3 h 181"/>
                  <a:gd name="T42" fmla="*/ 4 w 30"/>
                  <a:gd name="T43" fmla="*/ 5 h 181"/>
                  <a:gd name="T44" fmla="*/ 2 w 30"/>
                  <a:gd name="T45" fmla="*/ 7 h 181"/>
                  <a:gd name="T46" fmla="*/ 1 w 30"/>
                  <a:gd name="T47" fmla="*/ 9 h 181"/>
                  <a:gd name="T48" fmla="*/ 0 w 30"/>
                  <a:gd name="T49" fmla="*/ 12 h 181"/>
                  <a:gd name="T50" fmla="*/ 0 w 30"/>
                  <a:gd name="T51" fmla="*/ 16 h 181"/>
                  <a:gd name="T52" fmla="*/ 0 w 30"/>
                  <a:gd name="T53" fmla="*/ 166 h 181"/>
                  <a:gd name="T54" fmla="*/ 0 w 30"/>
                  <a:gd name="T55" fmla="*/ 169 h 181"/>
                  <a:gd name="T56" fmla="*/ 1 w 30"/>
                  <a:gd name="T57" fmla="*/ 172 h 181"/>
                  <a:gd name="T58" fmla="*/ 2 w 30"/>
                  <a:gd name="T59" fmla="*/ 174 h 181"/>
                  <a:gd name="T60" fmla="*/ 4 w 30"/>
                  <a:gd name="T61" fmla="*/ 176 h 181"/>
                  <a:gd name="T62" fmla="*/ 6 w 30"/>
                  <a:gd name="T63" fmla="*/ 179 h 181"/>
                  <a:gd name="T64" fmla="*/ 8 w 30"/>
                  <a:gd name="T65" fmla="*/ 180 h 181"/>
                  <a:gd name="T66" fmla="*/ 12 w 30"/>
                  <a:gd name="T67" fmla="*/ 181 h 181"/>
                  <a:gd name="T68" fmla="*/ 15 w 30"/>
                  <a:gd name="T69" fmla="*/ 181 h 181"/>
                  <a:gd name="T70" fmla="*/ 15 w 30"/>
                  <a:gd name="T71" fmla="*/ 181 h 1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30" h="181">
                    <a:moveTo>
                      <a:pt x="15" y="181"/>
                    </a:moveTo>
                    <a:lnTo>
                      <a:pt x="17" y="181"/>
                    </a:lnTo>
                    <a:lnTo>
                      <a:pt x="20" y="180"/>
                    </a:lnTo>
                    <a:lnTo>
                      <a:pt x="22" y="179"/>
                    </a:lnTo>
                    <a:lnTo>
                      <a:pt x="26" y="176"/>
                    </a:lnTo>
                    <a:lnTo>
                      <a:pt x="27" y="174"/>
                    </a:lnTo>
                    <a:lnTo>
                      <a:pt x="29" y="172"/>
                    </a:lnTo>
                    <a:lnTo>
                      <a:pt x="29" y="169"/>
                    </a:lnTo>
                    <a:lnTo>
                      <a:pt x="30" y="166"/>
                    </a:lnTo>
                    <a:lnTo>
                      <a:pt x="30" y="16"/>
                    </a:lnTo>
                    <a:lnTo>
                      <a:pt x="29" y="12"/>
                    </a:lnTo>
                    <a:lnTo>
                      <a:pt x="29" y="9"/>
                    </a:lnTo>
                    <a:lnTo>
                      <a:pt x="27" y="7"/>
                    </a:lnTo>
                    <a:lnTo>
                      <a:pt x="26" y="5"/>
                    </a:lnTo>
                    <a:lnTo>
                      <a:pt x="22" y="3"/>
                    </a:lnTo>
                    <a:lnTo>
                      <a:pt x="20" y="2"/>
                    </a:lnTo>
                    <a:lnTo>
                      <a:pt x="17" y="0"/>
                    </a:lnTo>
                    <a:lnTo>
                      <a:pt x="15" y="0"/>
                    </a:lnTo>
                    <a:lnTo>
                      <a:pt x="12" y="0"/>
                    </a:lnTo>
                    <a:lnTo>
                      <a:pt x="8" y="2"/>
                    </a:lnTo>
                    <a:lnTo>
                      <a:pt x="6" y="3"/>
                    </a:lnTo>
                    <a:lnTo>
                      <a:pt x="4" y="5"/>
                    </a:lnTo>
                    <a:lnTo>
                      <a:pt x="2" y="7"/>
                    </a:lnTo>
                    <a:lnTo>
                      <a:pt x="1" y="9"/>
                    </a:lnTo>
                    <a:lnTo>
                      <a:pt x="0" y="12"/>
                    </a:lnTo>
                    <a:lnTo>
                      <a:pt x="0" y="16"/>
                    </a:lnTo>
                    <a:lnTo>
                      <a:pt x="0" y="166"/>
                    </a:lnTo>
                    <a:lnTo>
                      <a:pt x="0" y="169"/>
                    </a:lnTo>
                    <a:lnTo>
                      <a:pt x="1" y="172"/>
                    </a:lnTo>
                    <a:lnTo>
                      <a:pt x="2" y="174"/>
                    </a:lnTo>
                    <a:lnTo>
                      <a:pt x="4" y="176"/>
                    </a:lnTo>
                    <a:lnTo>
                      <a:pt x="6" y="179"/>
                    </a:lnTo>
                    <a:lnTo>
                      <a:pt x="8" y="180"/>
                    </a:lnTo>
                    <a:lnTo>
                      <a:pt x="12" y="181"/>
                    </a:lnTo>
                    <a:lnTo>
                      <a:pt x="15" y="181"/>
                    </a:lnTo>
                    <a:lnTo>
                      <a:pt x="15" y="18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6" name="Freeform 717">
                <a:extLst>
                  <a:ext uri="{FF2B5EF4-FFF2-40B4-BE49-F238E27FC236}">
                    <a16:creationId xmlns:a16="http://schemas.microsoft.com/office/drawing/2014/main" xmlns="" id="{ACB7783E-196C-43E0-BB10-D454ACB8E3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08263" y="1920875"/>
                <a:ext cx="57150" cy="192088"/>
              </a:xfrm>
              <a:custGeom>
                <a:avLst/>
                <a:gdLst>
                  <a:gd name="T0" fmla="*/ 162 w 181"/>
                  <a:gd name="T1" fmla="*/ 0 h 602"/>
                  <a:gd name="T2" fmla="*/ 157 w 181"/>
                  <a:gd name="T3" fmla="*/ 3 h 602"/>
                  <a:gd name="T4" fmla="*/ 154 w 181"/>
                  <a:gd name="T5" fmla="*/ 7 h 602"/>
                  <a:gd name="T6" fmla="*/ 152 w 181"/>
                  <a:gd name="T7" fmla="*/ 12 h 602"/>
                  <a:gd name="T8" fmla="*/ 151 w 181"/>
                  <a:gd name="T9" fmla="*/ 211 h 602"/>
                  <a:gd name="T10" fmla="*/ 150 w 181"/>
                  <a:gd name="T11" fmla="*/ 222 h 602"/>
                  <a:gd name="T12" fmla="*/ 146 w 181"/>
                  <a:gd name="T13" fmla="*/ 234 h 602"/>
                  <a:gd name="T14" fmla="*/ 141 w 181"/>
                  <a:gd name="T15" fmla="*/ 245 h 602"/>
                  <a:gd name="T16" fmla="*/ 133 w 181"/>
                  <a:gd name="T17" fmla="*/ 254 h 602"/>
                  <a:gd name="T18" fmla="*/ 125 w 181"/>
                  <a:gd name="T19" fmla="*/ 261 h 602"/>
                  <a:gd name="T20" fmla="*/ 114 w 181"/>
                  <a:gd name="T21" fmla="*/ 266 h 602"/>
                  <a:gd name="T22" fmla="*/ 102 w 181"/>
                  <a:gd name="T23" fmla="*/ 270 h 602"/>
                  <a:gd name="T24" fmla="*/ 91 w 181"/>
                  <a:gd name="T25" fmla="*/ 271 h 602"/>
                  <a:gd name="T26" fmla="*/ 79 w 181"/>
                  <a:gd name="T27" fmla="*/ 270 h 602"/>
                  <a:gd name="T28" fmla="*/ 67 w 181"/>
                  <a:gd name="T29" fmla="*/ 266 h 602"/>
                  <a:gd name="T30" fmla="*/ 57 w 181"/>
                  <a:gd name="T31" fmla="*/ 261 h 602"/>
                  <a:gd name="T32" fmla="*/ 48 w 181"/>
                  <a:gd name="T33" fmla="*/ 254 h 602"/>
                  <a:gd name="T34" fmla="*/ 41 w 181"/>
                  <a:gd name="T35" fmla="*/ 245 h 602"/>
                  <a:gd name="T36" fmla="*/ 35 w 181"/>
                  <a:gd name="T37" fmla="*/ 234 h 602"/>
                  <a:gd name="T38" fmla="*/ 32 w 181"/>
                  <a:gd name="T39" fmla="*/ 224 h 602"/>
                  <a:gd name="T40" fmla="*/ 30 w 181"/>
                  <a:gd name="T41" fmla="*/ 211 h 602"/>
                  <a:gd name="T42" fmla="*/ 30 w 181"/>
                  <a:gd name="T43" fmla="*/ 12 h 602"/>
                  <a:gd name="T44" fmla="*/ 28 w 181"/>
                  <a:gd name="T45" fmla="*/ 7 h 602"/>
                  <a:gd name="T46" fmla="*/ 24 w 181"/>
                  <a:gd name="T47" fmla="*/ 3 h 602"/>
                  <a:gd name="T48" fmla="*/ 19 w 181"/>
                  <a:gd name="T49" fmla="*/ 0 h 602"/>
                  <a:gd name="T50" fmla="*/ 12 w 181"/>
                  <a:gd name="T51" fmla="*/ 0 h 602"/>
                  <a:gd name="T52" fmla="*/ 7 w 181"/>
                  <a:gd name="T53" fmla="*/ 3 h 602"/>
                  <a:gd name="T54" fmla="*/ 3 w 181"/>
                  <a:gd name="T55" fmla="*/ 7 h 602"/>
                  <a:gd name="T56" fmla="*/ 0 w 181"/>
                  <a:gd name="T57" fmla="*/ 12 h 602"/>
                  <a:gd name="T58" fmla="*/ 0 w 181"/>
                  <a:gd name="T59" fmla="*/ 211 h 602"/>
                  <a:gd name="T60" fmla="*/ 181 w 181"/>
                  <a:gd name="T61" fmla="*/ 602 h 602"/>
                  <a:gd name="T62" fmla="*/ 181 w 181"/>
                  <a:gd name="T63" fmla="*/ 15 h 602"/>
                  <a:gd name="T64" fmla="*/ 180 w 181"/>
                  <a:gd name="T65" fmla="*/ 9 h 602"/>
                  <a:gd name="T66" fmla="*/ 176 w 181"/>
                  <a:gd name="T67" fmla="*/ 5 h 602"/>
                  <a:gd name="T68" fmla="*/ 172 w 181"/>
                  <a:gd name="T69" fmla="*/ 2 h 602"/>
                  <a:gd name="T70" fmla="*/ 166 w 181"/>
                  <a:gd name="T71" fmla="*/ 0 h 6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81" h="602">
                    <a:moveTo>
                      <a:pt x="166" y="0"/>
                    </a:moveTo>
                    <a:lnTo>
                      <a:pt x="162" y="0"/>
                    </a:lnTo>
                    <a:lnTo>
                      <a:pt x="160" y="2"/>
                    </a:lnTo>
                    <a:lnTo>
                      <a:pt x="157" y="3"/>
                    </a:lnTo>
                    <a:lnTo>
                      <a:pt x="155" y="5"/>
                    </a:lnTo>
                    <a:lnTo>
                      <a:pt x="154" y="7"/>
                    </a:lnTo>
                    <a:lnTo>
                      <a:pt x="152" y="9"/>
                    </a:lnTo>
                    <a:lnTo>
                      <a:pt x="152" y="12"/>
                    </a:lnTo>
                    <a:lnTo>
                      <a:pt x="151" y="15"/>
                    </a:lnTo>
                    <a:lnTo>
                      <a:pt x="151" y="211"/>
                    </a:lnTo>
                    <a:lnTo>
                      <a:pt x="151" y="217"/>
                    </a:lnTo>
                    <a:lnTo>
                      <a:pt x="150" y="222"/>
                    </a:lnTo>
                    <a:lnTo>
                      <a:pt x="148" y="229"/>
                    </a:lnTo>
                    <a:lnTo>
                      <a:pt x="146" y="234"/>
                    </a:lnTo>
                    <a:lnTo>
                      <a:pt x="143" y="240"/>
                    </a:lnTo>
                    <a:lnTo>
                      <a:pt x="141" y="245"/>
                    </a:lnTo>
                    <a:lnTo>
                      <a:pt x="137" y="249"/>
                    </a:lnTo>
                    <a:lnTo>
                      <a:pt x="133" y="254"/>
                    </a:lnTo>
                    <a:lnTo>
                      <a:pt x="129" y="258"/>
                    </a:lnTo>
                    <a:lnTo>
                      <a:pt x="125" y="261"/>
                    </a:lnTo>
                    <a:lnTo>
                      <a:pt x="120" y="264"/>
                    </a:lnTo>
                    <a:lnTo>
                      <a:pt x="114" y="266"/>
                    </a:lnTo>
                    <a:lnTo>
                      <a:pt x="109" y="269"/>
                    </a:lnTo>
                    <a:lnTo>
                      <a:pt x="102" y="270"/>
                    </a:lnTo>
                    <a:lnTo>
                      <a:pt x="97" y="271"/>
                    </a:lnTo>
                    <a:lnTo>
                      <a:pt x="91" y="271"/>
                    </a:lnTo>
                    <a:lnTo>
                      <a:pt x="84" y="271"/>
                    </a:lnTo>
                    <a:lnTo>
                      <a:pt x="79" y="270"/>
                    </a:lnTo>
                    <a:lnTo>
                      <a:pt x="72" y="269"/>
                    </a:lnTo>
                    <a:lnTo>
                      <a:pt x="67" y="266"/>
                    </a:lnTo>
                    <a:lnTo>
                      <a:pt x="62" y="264"/>
                    </a:lnTo>
                    <a:lnTo>
                      <a:pt x="57" y="261"/>
                    </a:lnTo>
                    <a:lnTo>
                      <a:pt x="52" y="258"/>
                    </a:lnTo>
                    <a:lnTo>
                      <a:pt x="48" y="254"/>
                    </a:lnTo>
                    <a:lnTo>
                      <a:pt x="44" y="249"/>
                    </a:lnTo>
                    <a:lnTo>
                      <a:pt x="41" y="245"/>
                    </a:lnTo>
                    <a:lnTo>
                      <a:pt x="38" y="240"/>
                    </a:lnTo>
                    <a:lnTo>
                      <a:pt x="35" y="234"/>
                    </a:lnTo>
                    <a:lnTo>
                      <a:pt x="33" y="229"/>
                    </a:lnTo>
                    <a:lnTo>
                      <a:pt x="32" y="224"/>
                    </a:lnTo>
                    <a:lnTo>
                      <a:pt x="30" y="217"/>
                    </a:lnTo>
                    <a:lnTo>
                      <a:pt x="30" y="211"/>
                    </a:lnTo>
                    <a:lnTo>
                      <a:pt x="30" y="15"/>
                    </a:lnTo>
                    <a:lnTo>
                      <a:pt x="30" y="12"/>
                    </a:lnTo>
                    <a:lnTo>
                      <a:pt x="29" y="9"/>
                    </a:lnTo>
                    <a:lnTo>
                      <a:pt x="28" y="7"/>
                    </a:lnTo>
                    <a:lnTo>
                      <a:pt x="26" y="5"/>
                    </a:lnTo>
                    <a:lnTo>
                      <a:pt x="24" y="3"/>
                    </a:lnTo>
                    <a:lnTo>
                      <a:pt x="21" y="2"/>
                    </a:lnTo>
                    <a:lnTo>
                      <a:pt x="19" y="0"/>
                    </a:lnTo>
                    <a:lnTo>
                      <a:pt x="15" y="0"/>
                    </a:lnTo>
                    <a:lnTo>
                      <a:pt x="12" y="0"/>
                    </a:lnTo>
                    <a:lnTo>
                      <a:pt x="9" y="2"/>
                    </a:lnTo>
                    <a:lnTo>
                      <a:pt x="7" y="3"/>
                    </a:lnTo>
                    <a:lnTo>
                      <a:pt x="5" y="5"/>
                    </a:lnTo>
                    <a:lnTo>
                      <a:pt x="3" y="7"/>
                    </a:lnTo>
                    <a:lnTo>
                      <a:pt x="2" y="9"/>
                    </a:lnTo>
                    <a:lnTo>
                      <a:pt x="0" y="12"/>
                    </a:lnTo>
                    <a:lnTo>
                      <a:pt x="0" y="15"/>
                    </a:lnTo>
                    <a:lnTo>
                      <a:pt x="0" y="211"/>
                    </a:lnTo>
                    <a:lnTo>
                      <a:pt x="0" y="602"/>
                    </a:lnTo>
                    <a:lnTo>
                      <a:pt x="181" y="602"/>
                    </a:lnTo>
                    <a:lnTo>
                      <a:pt x="181" y="211"/>
                    </a:lnTo>
                    <a:lnTo>
                      <a:pt x="181" y="15"/>
                    </a:lnTo>
                    <a:lnTo>
                      <a:pt x="181" y="12"/>
                    </a:lnTo>
                    <a:lnTo>
                      <a:pt x="180" y="9"/>
                    </a:lnTo>
                    <a:lnTo>
                      <a:pt x="178" y="7"/>
                    </a:lnTo>
                    <a:lnTo>
                      <a:pt x="176" y="5"/>
                    </a:lnTo>
                    <a:lnTo>
                      <a:pt x="174" y="3"/>
                    </a:lnTo>
                    <a:lnTo>
                      <a:pt x="172" y="2"/>
                    </a:lnTo>
                    <a:lnTo>
                      <a:pt x="169" y="0"/>
                    </a:lnTo>
                    <a:lnTo>
                      <a:pt x="166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7" name="Rectangle 718">
                <a:extLst>
                  <a:ext uri="{FF2B5EF4-FFF2-40B4-BE49-F238E27FC236}">
                    <a16:creationId xmlns:a16="http://schemas.microsoft.com/office/drawing/2014/main" xmlns="" id="{CB587A79-A690-4BE1-9A7B-D4D179008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08263" y="2122488"/>
                <a:ext cx="57150" cy="19050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" name="Freeform 719">
                <a:extLst>
                  <a:ext uri="{FF2B5EF4-FFF2-40B4-BE49-F238E27FC236}">
                    <a16:creationId xmlns:a16="http://schemas.microsoft.com/office/drawing/2014/main" xmlns="" id="{9B27E552-9858-46C0-912C-4365788798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08263" y="2151063"/>
                <a:ext cx="57150" cy="57150"/>
              </a:xfrm>
              <a:custGeom>
                <a:avLst/>
                <a:gdLst>
                  <a:gd name="T0" fmla="*/ 0 w 181"/>
                  <a:gd name="T1" fmla="*/ 91 h 182"/>
                  <a:gd name="T2" fmla="*/ 0 w 181"/>
                  <a:gd name="T3" fmla="*/ 100 h 182"/>
                  <a:gd name="T4" fmla="*/ 3 w 181"/>
                  <a:gd name="T5" fmla="*/ 110 h 182"/>
                  <a:gd name="T6" fmla="*/ 5 w 181"/>
                  <a:gd name="T7" fmla="*/ 118 h 182"/>
                  <a:gd name="T8" fmla="*/ 8 w 181"/>
                  <a:gd name="T9" fmla="*/ 126 h 182"/>
                  <a:gd name="T10" fmla="*/ 11 w 181"/>
                  <a:gd name="T11" fmla="*/ 134 h 182"/>
                  <a:gd name="T12" fmla="*/ 15 w 181"/>
                  <a:gd name="T13" fmla="*/ 142 h 182"/>
                  <a:gd name="T14" fmla="*/ 21 w 181"/>
                  <a:gd name="T15" fmla="*/ 148 h 182"/>
                  <a:gd name="T16" fmla="*/ 27 w 181"/>
                  <a:gd name="T17" fmla="*/ 155 h 182"/>
                  <a:gd name="T18" fmla="*/ 34 w 181"/>
                  <a:gd name="T19" fmla="*/ 161 h 182"/>
                  <a:gd name="T20" fmla="*/ 40 w 181"/>
                  <a:gd name="T21" fmla="*/ 165 h 182"/>
                  <a:gd name="T22" fmla="*/ 48 w 181"/>
                  <a:gd name="T23" fmla="*/ 171 h 182"/>
                  <a:gd name="T24" fmla="*/ 55 w 181"/>
                  <a:gd name="T25" fmla="*/ 174 h 182"/>
                  <a:gd name="T26" fmla="*/ 64 w 181"/>
                  <a:gd name="T27" fmla="*/ 177 h 182"/>
                  <a:gd name="T28" fmla="*/ 72 w 181"/>
                  <a:gd name="T29" fmla="*/ 179 h 182"/>
                  <a:gd name="T30" fmla="*/ 82 w 181"/>
                  <a:gd name="T31" fmla="*/ 181 h 182"/>
                  <a:gd name="T32" fmla="*/ 91 w 181"/>
                  <a:gd name="T33" fmla="*/ 182 h 182"/>
                  <a:gd name="T34" fmla="*/ 100 w 181"/>
                  <a:gd name="T35" fmla="*/ 181 h 182"/>
                  <a:gd name="T36" fmla="*/ 109 w 181"/>
                  <a:gd name="T37" fmla="*/ 179 h 182"/>
                  <a:gd name="T38" fmla="*/ 117 w 181"/>
                  <a:gd name="T39" fmla="*/ 177 h 182"/>
                  <a:gd name="T40" fmla="*/ 126 w 181"/>
                  <a:gd name="T41" fmla="*/ 174 h 182"/>
                  <a:gd name="T42" fmla="*/ 133 w 181"/>
                  <a:gd name="T43" fmla="*/ 171 h 182"/>
                  <a:gd name="T44" fmla="*/ 141 w 181"/>
                  <a:gd name="T45" fmla="*/ 165 h 182"/>
                  <a:gd name="T46" fmla="*/ 148 w 181"/>
                  <a:gd name="T47" fmla="*/ 161 h 182"/>
                  <a:gd name="T48" fmla="*/ 155 w 181"/>
                  <a:gd name="T49" fmla="*/ 155 h 182"/>
                  <a:gd name="T50" fmla="*/ 160 w 181"/>
                  <a:gd name="T51" fmla="*/ 148 h 182"/>
                  <a:gd name="T52" fmla="*/ 166 w 181"/>
                  <a:gd name="T53" fmla="*/ 142 h 182"/>
                  <a:gd name="T54" fmla="*/ 170 w 181"/>
                  <a:gd name="T55" fmla="*/ 134 h 182"/>
                  <a:gd name="T56" fmla="*/ 174 w 181"/>
                  <a:gd name="T57" fmla="*/ 126 h 182"/>
                  <a:gd name="T58" fmla="*/ 177 w 181"/>
                  <a:gd name="T59" fmla="*/ 118 h 182"/>
                  <a:gd name="T60" fmla="*/ 180 w 181"/>
                  <a:gd name="T61" fmla="*/ 110 h 182"/>
                  <a:gd name="T62" fmla="*/ 181 w 181"/>
                  <a:gd name="T63" fmla="*/ 100 h 182"/>
                  <a:gd name="T64" fmla="*/ 181 w 181"/>
                  <a:gd name="T65" fmla="*/ 91 h 182"/>
                  <a:gd name="T66" fmla="*/ 181 w 181"/>
                  <a:gd name="T67" fmla="*/ 0 h 182"/>
                  <a:gd name="T68" fmla="*/ 0 w 181"/>
                  <a:gd name="T69" fmla="*/ 0 h 182"/>
                  <a:gd name="T70" fmla="*/ 0 w 181"/>
                  <a:gd name="T71" fmla="*/ 91 h 1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81" h="182">
                    <a:moveTo>
                      <a:pt x="0" y="91"/>
                    </a:moveTo>
                    <a:lnTo>
                      <a:pt x="0" y="100"/>
                    </a:lnTo>
                    <a:lnTo>
                      <a:pt x="3" y="110"/>
                    </a:lnTo>
                    <a:lnTo>
                      <a:pt x="5" y="118"/>
                    </a:lnTo>
                    <a:lnTo>
                      <a:pt x="8" y="126"/>
                    </a:lnTo>
                    <a:lnTo>
                      <a:pt x="11" y="134"/>
                    </a:lnTo>
                    <a:lnTo>
                      <a:pt x="15" y="142"/>
                    </a:lnTo>
                    <a:lnTo>
                      <a:pt x="21" y="148"/>
                    </a:lnTo>
                    <a:lnTo>
                      <a:pt x="27" y="155"/>
                    </a:lnTo>
                    <a:lnTo>
                      <a:pt x="34" y="161"/>
                    </a:lnTo>
                    <a:lnTo>
                      <a:pt x="40" y="165"/>
                    </a:lnTo>
                    <a:lnTo>
                      <a:pt x="48" y="171"/>
                    </a:lnTo>
                    <a:lnTo>
                      <a:pt x="55" y="174"/>
                    </a:lnTo>
                    <a:lnTo>
                      <a:pt x="64" y="177"/>
                    </a:lnTo>
                    <a:lnTo>
                      <a:pt x="72" y="179"/>
                    </a:lnTo>
                    <a:lnTo>
                      <a:pt x="82" y="181"/>
                    </a:lnTo>
                    <a:lnTo>
                      <a:pt x="91" y="182"/>
                    </a:lnTo>
                    <a:lnTo>
                      <a:pt x="100" y="181"/>
                    </a:lnTo>
                    <a:lnTo>
                      <a:pt x="109" y="179"/>
                    </a:lnTo>
                    <a:lnTo>
                      <a:pt x="117" y="177"/>
                    </a:lnTo>
                    <a:lnTo>
                      <a:pt x="126" y="174"/>
                    </a:lnTo>
                    <a:lnTo>
                      <a:pt x="133" y="171"/>
                    </a:lnTo>
                    <a:lnTo>
                      <a:pt x="141" y="165"/>
                    </a:lnTo>
                    <a:lnTo>
                      <a:pt x="148" y="161"/>
                    </a:lnTo>
                    <a:lnTo>
                      <a:pt x="155" y="155"/>
                    </a:lnTo>
                    <a:lnTo>
                      <a:pt x="160" y="148"/>
                    </a:lnTo>
                    <a:lnTo>
                      <a:pt x="166" y="142"/>
                    </a:lnTo>
                    <a:lnTo>
                      <a:pt x="170" y="134"/>
                    </a:lnTo>
                    <a:lnTo>
                      <a:pt x="174" y="126"/>
                    </a:lnTo>
                    <a:lnTo>
                      <a:pt x="177" y="118"/>
                    </a:lnTo>
                    <a:lnTo>
                      <a:pt x="180" y="110"/>
                    </a:lnTo>
                    <a:lnTo>
                      <a:pt x="181" y="100"/>
                    </a:lnTo>
                    <a:lnTo>
                      <a:pt x="181" y="91"/>
                    </a:lnTo>
                    <a:lnTo>
                      <a:pt x="181" y="0"/>
                    </a:lnTo>
                    <a:lnTo>
                      <a:pt x="0" y="0"/>
                    </a:lnTo>
                    <a:lnTo>
                      <a:pt x="0" y="9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9" name="Freeform 720">
                <a:extLst>
                  <a:ext uri="{FF2B5EF4-FFF2-40B4-BE49-F238E27FC236}">
                    <a16:creationId xmlns:a16="http://schemas.microsoft.com/office/drawing/2014/main" xmlns="" id="{445A4A3C-20C5-4624-9209-D11A75CEC9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32075" y="1930400"/>
                <a:ext cx="9525" cy="57150"/>
              </a:xfrm>
              <a:custGeom>
                <a:avLst/>
                <a:gdLst>
                  <a:gd name="T0" fmla="*/ 15 w 30"/>
                  <a:gd name="T1" fmla="*/ 181 h 181"/>
                  <a:gd name="T2" fmla="*/ 18 w 30"/>
                  <a:gd name="T3" fmla="*/ 181 h 181"/>
                  <a:gd name="T4" fmla="*/ 21 w 30"/>
                  <a:gd name="T5" fmla="*/ 180 h 181"/>
                  <a:gd name="T6" fmla="*/ 23 w 30"/>
                  <a:gd name="T7" fmla="*/ 179 h 181"/>
                  <a:gd name="T8" fmla="*/ 25 w 30"/>
                  <a:gd name="T9" fmla="*/ 176 h 181"/>
                  <a:gd name="T10" fmla="*/ 27 w 30"/>
                  <a:gd name="T11" fmla="*/ 174 h 181"/>
                  <a:gd name="T12" fmla="*/ 28 w 30"/>
                  <a:gd name="T13" fmla="*/ 172 h 181"/>
                  <a:gd name="T14" fmla="*/ 30 w 30"/>
                  <a:gd name="T15" fmla="*/ 169 h 181"/>
                  <a:gd name="T16" fmla="*/ 30 w 30"/>
                  <a:gd name="T17" fmla="*/ 166 h 181"/>
                  <a:gd name="T18" fmla="*/ 30 w 30"/>
                  <a:gd name="T19" fmla="*/ 16 h 181"/>
                  <a:gd name="T20" fmla="*/ 30 w 30"/>
                  <a:gd name="T21" fmla="*/ 12 h 181"/>
                  <a:gd name="T22" fmla="*/ 28 w 30"/>
                  <a:gd name="T23" fmla="*/ 9 h 181"/>
                  <a:gd name="T24" fmla="*/ 27 w 30"/>
                  <a:gd name="T25" fmla="*/ 7 h 181"/>
                  <a:gd name="T26" fmla="*/ 25 w 30"/>
                  <a:gd name="T27" fmla="*/ 5 h 181"/>
                  <a:gd name="T28" fmla="*/ 23 w 30"/>
                  <a:gd name="T29" fmla="*/ 3 h 181"/>
                  <a:gd name="T30" fmla="*/ 21 w 30"/>
                  <a:gd name="T31" fmla="*/ 2 h 181"/>
                  <a:gd name="T32" fmla="*/ 18 w 30"/>
                  <a:gd name="T33" fmla="*/ 0 h 181"/>
                  <a:gd name="T34" fmla="*/ 15 w 30"/>
                  <a:gd name="T35" fmla="*/ 0 h 181"/>
                  <a:gd name="T36" fmla="*/ 11 w 30"/>
                  <a:gd name="T37" fmla="*/ 0 h 181"/>
                  <a:gd name="T38" fmla="*/ 9 w 30"/>
                  <a:gd name="T39" fmla="*/ 2 h 181"/>
                  <a:gd name="T40" fmla="*/ 6 w 30"/>
                  <a:gd name="T41" fmla="*/ 3 h 181"/>
                  <a:gd name="T42" fmla="*/ 4 w 30"/>
                  <a:gd name="T43" fmla="*/ 5 h 181"/>
                  <a:gd name="T44" fmla="*/ 2 w 30"/>
                  <a:gd name="T45" fmla="*/ 7 h 181"/>
                  <a:gd name="T46" fmla="*/ 1 w 30"/>
                  <a:gd name="T47" fmla="*/ 9 h 181"/>
                  <a:gd name="T48" fmla="*/ 0 w 30"/>
                  <a:gd name="T49" fmla="*/ 12 h 181"/>
                  <a:gd name="T50" fmla="*/ 0 w 30"/>
                  <a:gd name="T51" fmla="*/ 16 h 181"/>
                  <a:gd name="T52" fmla="*/ 0 w 30"/>
                  <a:gd name="T53" fmla="*/ 166 h 181"/>
                  <a:gd name="T54" fmla="*/ 0 w 30"/>
                  <a:gd name="T55" fmla="*/ 169 h 181"/>
                  <a:gd name="T56" fmla="*/ 1 w 30"/>
                  <a:gd name="T57" fmla="*/ 172 h 181"/>
                  <a:gd name="T58" fmla="*/ 2 w 30"/>
                  <a:gd name="T59" fmla="*/ 174 h 181"/>
                  <a:gd name="T60" fmla="*/ 4 w 30"/>
                  <a:gd name="T61" fmla="*/ 176 h 181"/>
                  <a:gd name="T62" fmla="*/ 6 w 30"/>
                  <a:gd name="T63" fmla="*/ 179 h 181"/>
                  <a:gd name="T64" fmla="*/ 9 w 30"/>
                  <a:gd name="T65" fmla="*/ 180 h 181"/>
                  <a:gd name="T66" fmla="*/ 11 w 30"/>
                  <a:gd name="T67" fmla="*/ 181 h 181"/>
                  <a:gd name="T68" fmla="*/ 15 w 30"/>
                  <a:gd name="T69" fmla="*/ 181 h 1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30" h="181">
                    <a:moveTo>
                      <a:pt x="15" y="181"/>
                    </a:moveTo>
                    <a:lnTo>
                      <a:pt x="18" y="181"/>
                    </a:lnTo>
                    <a:lnTo>
                      <a:pt x="21" y="180"/>
                    </a:lnTo>
                    <a:lnTo>
                      <a:pt x="23" y="179"/>
                    </a:lnTo>
                    <a:lnTo>
                      <a:pt x="25" y="176"/>
                    </a:lnTo>
                    <a:lnTo>
                      <a:pt x="27" y="174"/>
                    </a:lnTo>
                    <a:lnTo>
                      <a:pt x="28" y="172"/>
                    </a:lnTo>
                    <a:lnTo>
                      <a:pt x="30" y="169"/>
                    </a:lnTo>
                    <a:lnTo>
                      <a:pt x="30" y="166"/>
                    </a:lnTo>
                    <a:lnTo>
                      <a:pt x="30" y="16"/>
                    </a:lnTo>
                    <a:lnTo>
                      <a:pt x="30" y="12"/>
                    </a:lnTo>
                    <a:lnTo>
                      <a:pt x="28" y="9"/>
                    </a:lnTo>
                    <a:lnTo>
                      <a:pt x="27" y="7"/>
                    </a:lnTo>
                    <a:lnTo>
                      <a:pt x="25" y="5"/>
                    </a:lnTo>
                    <a:lnTo>
                      <a:pt x="23" y="3"/>
                    </a:lnTo>
                    <a:lnTo>
                      <a:pt x="21" y="2"/>
                    </a:lnTo>
                    <a:lnTo>
                      <a:pt x="18" y="0"/>
                    </a:lnTo>
                    <a:lnTo>
                      <a:pt x="15" y="0"/>
                    </a:lnTo>
                    <a:lnTo>
                      <a:pt x="11" y="0"/>
                    </a:lnTo>
                    <a:lnTo>
                      <a:pt x="9" y="2"/>
                    </a:lnTo>
                    <a:lnTo>
                      <a:pt x="6" y="3"/>
                    </a:lnTo>
                    <a:lnTo>
                      <a:pt x="4" y="5"/>
                    </a:lnTo>
                    <a:lnTo>
                      <a:pt x="2" y="7"/>
                    </a:lnTo>
                    <a:lnTo>
                      <a:pt x="1" y="9"/>
                    </a:lnTo>
                    <a:lnTo>
                      <a:pt x="0" y="12"/>
                    </a:lnTo>
                    <a:lnTo>
                      <a:pt x="0" y="16"/>
                    </a:lnTo>
                    <a:lnTo>
                      <a:pt x="0" y="166"/>
                    </a:lnTo>
                    <a:lnTo>
                      <a:pt x="0" y="169"/>
                    </a:lnTo>
                    <a:lnTo>
                      <a:pt x="1" y="172"/>
                    </a:lnTo>
                    <a:lnTo>
                      <a:pt x="2" y="174"/>
                    </a:lnTo>
                    <a:lnTo>
                      <a:pt x="4" y="176"/>
                    </a:lnTo>
                    <a:lnTo>
                      <a:pt x="6" y="179"/>
                    </a:lnTo>
                    <a:lnTo>
                      <a:pt x="9" y="180"/>
                    </a:lnTo>
                    <a:lnTo>
                      <a:pt x="11" y="181"/>
                    </a:lnTo>
                    <a:lnTo>
                      <a:pt x="15" y="18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sp>
          <p:nvSpPr>
            <p:cNvPr id="70" name="Freeform 1671" descr="Icon of check mark. ">
              <a:extLst>
                <a:ext uri="{FF2B5EF4-FFF2-40B4-BE49-F238E27FC236}">
                  <a16:creationId xmlns:a16="http://schemas.microsoft.com/office/drawing/2014/main" xmlns="" id="{1A4AFC64-5C16-40F4-BDFA-E62EE3AAEA2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673430" y="2431162"/>
              <a:ext cx="380334" cy="380334"/>
            </a:xfrm>
            <a:custGeom>
              <a:avLst/>
              <a:gdLst>
                <a:gd name="T0" fmla="*/ 279 w 719"/>
                <a:gd name="T1" fmla="*/ 477 h 719"/>
                <a:gd name="T2" fmla="*/ 197 w 719"/>
                <a:gd name="T3" fmla="*/ 387 h 719"/>
                <a:gd name="T4" fmla="*/ 217 w 719"/>
                <a:gd name="T5" fmla="*/ 382 h 719"/>
                <a:gd name="T6" fmla="*/ 515 w 719"/>
                <a:gd name="T7" fmla="*/ 243 h 719"/>
                <a:gd name="T8" fmla="*/ 519 w 719"/>
                <a:gd name="T9" fmla="*/ 263 h 719"/>
                <a:gd name="T10" fmla="*/ 709 w 719"/>
                <a:gd name="T11" fmla="*/ 323 h 719"/>
                <a:gd name="T12" fmla="*/ 687 w 719"/>
                <a:gd name="T13" fmla="*/ 289 h 719"/>
                <a:gd name="T14" fmla="*/ 696 w 719"/>
                <a:gd name="T15" fmla="*/ 243 h 719"/>
                <a:gd name="T16" fmla="*/ 675 w 719"/>
                <a:gd name="T17" fmla="*/ 199 h 719"/>
                <a:gd name="T18" fmla="*/ 631 w 719"/>
                <a:gd name="T19" fmla="*/ 179 h 719"/>
                <a:gd name="T20" fmla="*/ 630 w 719"/>
                <a:gd name="T21" fmla="*/ 131 h 719"/>
                <a:gd name="T22" fmla="*/ 603 w 719"/>
                <a:gd name="T23" fmla="*/ 98 h 719"/>
                <a:gd name="T24" fmla="*/ 569 w 719"/>
                <a:gd name="T25" fmla="*/ 87 h 719"/>
                <a:gd name="T26" fmla="*/ 536 w 719"/>
                <a:gd name="T27" fmla="*/ 70 h 719"/>
                <a:gd name="T28" fmla="*/ 507 w 719"/>
                <a:gd name="T29" fmla="*/ 34 h 719"/>
                <a:gd name="T30" fmla="*/ 458 w 719"/>
                <a:gd name="T31" fmla="*/ 25 h 719"/>
                <a:gd name="T32" fmla="*/ 418 w 719"/>
                <a:gd name="T33" fmla="*/ 31 h 719"/>
                <a:gd name="T34" fmla="*/ 380 w 719"/>
                <a:gd name="T35" fmla="*/ 4 h 719"/>
                <a:gd name="T36" fmla="*/ 331 w 719"/>
                <a:gd name="T37" fmla="*/ 7 h 719"/>
                <a:gd name="T38" fmla="*/ 296 w 719"/>
                <a:gd name="T39" fmla="*/ 39 h 719"/>
                <a:gd name="T40" fmla="*/ 251 w 719"/>
                <a:gd name="T41" fmla="*/ 24 h 719"/>
                <a:gd name="T42" fmla="*/ 205 w 719"/>
                <a:gd name="T43" fmla="*/ 39 h 719"/>
                <a:gd name="T44" fmla="*/ 180 w 719"/>
                <a:gd name="T45" fmla="*/ 79 h 719"/>
                <a:gd name="T46" fmla="*/ 142 w 719"/>
                <a:gd name="T47" fmla="*/ 88 h 719"/>
                <a:gd name="T48" fmla="*/ 111 w 719"/>
                <a:gd name="T49" fmla="*/ 102 h 719"/>
                <a:gd name="T50" fmla="*/ 86 w 719"/>
                <a:gd name="T51" fmla="*/ 141 h 719"/>
                <a:gd name="T52" fmla="*/ 78 w 719"/>
                <a:gd name="T53" fmla="*/ 180 h 719"/>
                <a:gd name="T54" fmla="*/ 37 w 719"/>
                <a:gd name="T55" fmla="*/ 207 h 719"/>
                <a:gd name="T56" fmla="*/ 22 w 719"/>
                <a:gd name="T57" fmla="*/ 252 h 719"/>
                <a:gd name="T58" fmla="*/ 38 w 719"/>
                <a:gd name="T59" fmla="*/ 296 h 719"/>
                <a:gd name="T60" fmla="*/ 6 w 719"/>
                <a:gd name="T61" fmla="*/ 332 h 719"/>
                <a:gd name="T62" fmla="*/ 3 w 719"/>
                <a:gd name="T63" fmla="*/ 380 h 719"/>
                <a:gd name="T64" fmla="*/ 31 w 719"/>
                <a:gd name="T65" fmla="*/ 420 h 719"/>
                <a:gd name="T66" fmla="*/ 23 w 719"/>
                <a:gd name="T67" fmla="*/ 460 h 719"/>
                <a:gd name="T68" fmla="*/ 32 w 719"/>
                <a:gd name="T69" fmla="*/ 507 h 719"/>
                <a:gd name="T70" fmla="*/ 68 w 719"/>
                <a:gd name="T71" fmla="*/ 538 h 719"/>
                <a:gd name="T72" fmla="*/ 85 w 719"/>
                <a:gd name="T73" fmla="*/ 571 h 719"/>
                <a:gd name="T74" fmla="*/ 106 w 719"/>
                <a:gd name="T75" fmla="*/ 615 h 719"/>
                <a:gd name="T76" fmla="*/ 135 w 719"/>
                <a:gd name="T77" fmla="*/ 633 h 719"/>
                <a:gd name="T78" fmla="*/ 177 w 719"/>
                <a:gd name="T79" fmla="*/ 633 h 719"/>
                <a:gd name="T80" fmla="*/ 197 w 719"/>
                <a:gd name="T81" fmla="*/ 676 h 719"/>
                <a:gd name="T82" fmla="*/ 242 w 719"/>
                <a:gd name="T83" fmla="*/ 698 h 719"/>
                <a:gd name="T84" fmla="*/ 288 w 719"/>
                <a:gd name="T85" fmla="*/ 687 h 719"/>
                <a:gd name="T86" fmla="*/ 322 w 719"/>
                <a:gd name="T87" fmla="*/ 709 h 719"/>
                <a:gd name="T88" fmla="*/ 370 w 719"/>
                <a:gd name="T89" fmla="*/ 719 h 719"/>
                <a:gd name="T90" fmla="*/ 412 w 719"/>
                <a:gd name="T91" fmla="*/ 697 h 719"/>
                <a:gd name="T92" fmla="*/ 449 w 719"/>
                <a:gd name="T93" fmla="*/ 695 h 719"/>
                <a:gd name="T94" fmla="*/ 497 w 719"/>
                <a:gd name="T95" fmla="*/ 693 h 719"/>
                <a:gd name="T96" fmla="*/ 533 w 719"/>
                <a:gd name="T97" fmla="*/ 661 h 719"/>
                <a:gd name="T98" fmla="*/ 563 w 719"/>
                <a:gd name="T99" fmla="*/ 635 h 719"/>
                <a:gd name="T100" fmla="*/ 597 w 719"/>
                <a:gd name="T101" fmla="*/ 628 h 719"/>
                <a:gd name="T102" fmla="*/ 626 w 719"/>
                <a:gd name="T103" fmla="*/ 599 h 719"/>
                <a:gd name="T104" fmla="*/ 634 w 719"/>
                <a:gd name="T105" fmla="*/ 551 h 719"/>
                <a:gd name="T106" fmla="*/ 668 w 719"/>
                <a:gd name="T107" fmla="*/ 528 h 719"/>
                <a:gd name="T108" fmla="*/ 694 w 719"/>
                <a:gd name="T109" fmla="*/ 488 h 719"/>
                <a:gd name="T110" fmla="*/ 691 w 719"/>
                <a:gd name="T111" fmla="*/ 441 h 719"/>
                <a:gd name="T112" fmla="*/ 703 w 719"/>
                <a:gd name="T113" fmla="*/ 406 h 719"/>
                <a:gd name="T114" fmla="*/ 719 w 719"/>
                <a:gd name="T115" fmla="*/ 360 h 7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719" h="719">
                  <a:moveTo>
                    <a:pt x="519" y="263"/>
                  </a:moveTo>
                  <a:lnTo>
                    <a:pt x="292" y="475"/>
                  </a:lnTo>
                  <a:lnTo>
                    <a:pt x="288" y="477"/>
                  </a:lnTo>
                  <a:lnTo>
                    <a:pt x="285" y="479"/>
                  </a:lnTo>
                  <a:lnTo>
                    <a:pt x="279" y="477"/>
                  </a:lnTo>
                  <a:lnTo>
                    <a:pt x="276" y="475"/>
                  </a:lnTo>
                  <a:lnTo>
                    <a:pt x="200" y="400"/>
                  </a:lnTo>
                  <a:lnTo>
                    <a:pt x="197" y="396"/>
                  </a:lnTo>
                  <a:lnTo>
                    <a:pt x="196" y="391"/>
                  </a:lnTo>
                  <a:lnTo>
                    <a:pt x="197" y="387"/>
                  </a:lnTo>
                  <a:lnTo>
                    <a:pt x="200" y="382"/>
                  </a:lnTo>
                  <a:lnTo>
                    <a:pt x="204" y="380"/>
                  </a:lnTo>
                  <a:lnTo>
                    <a:pt x="208" y="379"/>
                  </a:lnTo>
                  <a:lnTo>
                    <a:pt x="213" y="380"/>
                  </a:lnTo>
                  <a:lnTo>
                    <a:pt x="217" y="382"/>
                  </a:lnTo>
                  <a:lnTo>
                    <a:pt x="285" y="450"/>
                  </a:lnTo>
                  <a:lnTo>
                    <a:pt x="502" y="247"/>
                  </a:lnTo>
                  <a:lnTo>
                    <a:pt x="507" y="243"/>
                  </a:lnTo>
                  <a:lnTo>
                    <a:pt x="511" y="243"/>
                  </a:lnTo>
                  <a:lnTo>
                    <a:pt x="515" y="243"/>
                  </a:lnTo>
                  <a:lnTo>
                    <a:pt x="520" y="247"/>
                  </a:lnTo>
                  <a:lnTo>
                    <a:pt x="522" y="251"/>
                  </a:lnTo>
                  <a:lnTo>
                    <a:pt x="523" y="255"/>
                  </a:lnTo>
                  <a:lnTo>
                    <a:pt x="522" y="260"/>
                  </a:lnTo>
                  <a:lnTo>
                    <a:pt x="519" y="263"/>
                  </a:lnTo>
                  <a:close/>
                  <a:moveTo>
                    <a:pt x="719" y="360"/>
                  </a:moveTo>
                  <a:lnTo>
                    <a:pt x="719" y="350"/>
                  </a:lnTo>
                  <a:lnTo>
                    <a:pt x="716" y="341"/>
                  </a:lnTo>
                  <a:lnTo>
                    <a:pt x="713" y="332"/>
                  </a:lnTo>
                  <a:lnTo>
                    <a:pt x="709" y="323"/>
                  </a:lnTo>
                  <a:lnTo>
                    <a:pt x="703" y="315"/>
                  </a:lnTo>
                  <a:lnTo>
                    <a:pt x="696" y="308"/>
                  </a:lnTo>
                  <a:lnTo>
                    <a:pt x="689" y="302"/>
                  </a:lnTo>
                  <a:lnTo>
                    <a:pt x="681" y="296"/>
                  </a:lnTo>
                  <a:lnTo>
                    <a:pt x="687" y="289"/>
                  </a:lnTo>
                  <a:lnTo>
                    <a:pt x="691" y="280"/>
                  </a:lnTo>
                  <a:lnTo>
                    <a:pt x="694" y="271"/>
                  </a:lnTo>
                  <a:lnTo>
                    <a:pt x="696" y="262"/>
                  </a:lnTo>
                  <a:lnTo>
                    <a:pt x="696" y="252"/>
                  </a:lnTo>
                  <a:lnTo>
                    <a:pt x="696" y="243"/>
                  </a:lnTo>
                  <a:lnTo>
                    <a:pt x="694" y="233"/>
                  </a:lnTo>
                  <a:lnTo>
                    <a:pt x="692" y="223"/>
                  </a:lnTo>
                  <a:lnTo>
                    <a:pt x="688" y="215"/>
                  </a:lnTo>
                  <a:lnTo>
                    <a:pt x="682" y="207"/>
                  </a:lnTo>
                  <a:lnTo>
                    <a:pt x="675" y="199"/>
                  </a:lnTo>
                  <a:lnTo>
                    <a:pt x="668" y="193"/>
                  </a:lnTo>
                  <a:lnTo>
                    <a:pt x="660" y="188"/>
                  </a:lnTo>
                  <a:lnTo>
                    <a:pt x="651" y="184"/>
                  </a:lnTo>
                  <a:lnTo>
                    <a:pt x="641" y="180"/>
                  </a:lnTo>
                  <a:lnTo>
                    <a:pt x="631" y="179"/>
                  </a:lnTo>
                  <a:lnTo>
                    <a:pt x="634" y="169"/>
                  </a:lnTo>
                  <a:lnTo>
                    <a:pt x="635" y="161"/>
                  </a:lnTo>
                  <a:lnTo>
                    <a:pt x="635" y="151"/>
                  </a:lnTo>
                  <a:lnTo>
                    <a:pt x="632" y="141"/>
                  </a:lnTo>
                  <a:lnTo>
                    <a:pt x="630" y="131"/>
                  </a:lnTo>
                  <a:lnTo>
                    <a:pt x="626" y="122"/>
                  </a:lnTo>
                  <a:lnTo>
                    <a:pt x="620" y="114"/>
                  </a:lnTo>
                  <a:lnTo>
                    <a:pt x="614" y="106"/>
                  </a:lnTo>
                  <a:lnTo>
                    <a:pt x="608" y="102"/>
                  </a:lnTo>
                  <a:lnTo>
                    <a:pt x="603" y="98"/>
                  </a:lnTo>
                  <a:lnTo>
                    <a:pt x="597" y="94"/>
                  </a:lnTo>
                  <a:lnTo>
                    <a:pt x="590" y="91"/>
                  </a:lnTo>
                  <a:lnTo>
                    <a:pt x="584" y="89"/>
                  </a:lnTo>
                  <a:lnTo>
                    <a:pt x="577" y="88"/>
                  </a:lnTo>
                  <a:lnTo>
                    <a:pt x="569" y="87"/>
                  </a:lnTo>
                  <a:lnTo>
                    <a:pt x="563" y="85"/>
                  </a:lnTo>
                  <a:lnTo>
                    <a:pt x="552" y="87"/>
                  </a:lnTo>
                  <a:lnTo>
                    <a:pt x="542" y="89"/>
                  </a:lnTo>
                  <a:lnTo>
                    <a:pt x="540" y="79"/>
                  </a:lnTo>
                  <a:lnTo>
                    <a:pt x="536" y="70"/>
                  </a:lnTo>
                  <a:lnTo>
                    <a:pt x="533" y="61"/>
                  </a:lnTo>
                  <a:lnTo>
                    <a:pt x="528" y="53"/>
                  </a:lnTo>
                  <a:lnTo>
                    <a:pt x="522" y="46"/>
                  </a:lnTo>
                  <a:lnTo>
                    <a:pt x="514" y="39"/>
                  </a:lnTo>
                  <a:lnTo>
                    <a:pt x="507" y="34"/>
                  </a:lnTo>
                  <a:lnTo>
                    <a:pt x="497" y="28"/>
                  </a:lnTo>
                  <a:lnTo>
                    <a:pt x="488" y="26"/>
                  </a:lnTo>
                  <a:lnTo>
                    <a:pt x="478" y="24"/>
                  </a:lnTo>
                  <a:lnTo>
                    <a:pt x="468" y="24"/>
                  </a:lnTo>
                  <a:lnTo>
                    <a:pt x="458" y="25"/>
                  </a:lnTo>
                  <a:lnTo>
                    <a:pt x="449" y="27"/>
                  </a:lnTo>
                  <a:lnTo>
                    <a:pt x="440" y="29"/>
                  </a:lnTo>
                  <a:lnTo>
                    <a:pt x="431" y="34"/>
                  </a:lnTo>
                  <a:lnTo>
                    <a:pt x="424" y="39"/>
                  </a:lnTo>
                  <a:lnTo>
                    <a:pt x="418" y="31"/>
                  </a:lnTo>
                  <a:lnTo>
                    <a:pt x="412" y="24"/>
                  </a:lnTo>
                  <a:lnTo>
                    <a:pt x="405" y="17"/>
                  </a:lnTo>
                  <a:lnTo>
                    <a:pt x="397" y="11"/>
                  </a:lnTo>
                  <a:lnTo>
                    <a:pt x="388" y="7"/>
                  </a:lnTo>
                  <a:lnTo>
                    <a:pt x="380" y="4"/>
                  </a:lnTo>
                  <a:lnTo>
                    <a:pt x="370" y="2"/>
                  </a:lnTo>
                  <a:lnTo>
                    <a:pt x="360" y="0"/>
                  </a:lnTo>
                  <a:lnTo>
                    <a:pt x="350" y="2"/>
                  </a:lnTo>
                  <a:lnTo>
                    <a:pt x="340" y="4"/>
                  </a:lnTo>
                  <a:lnTo>
                    <a:pt x="331" y="7"/>
                  </a:lnTo>
                  <a:lnTo>
                    <a:pt x="322" y="11"/>
                  </a:lnTo>
                  <a:lnTo>
                    <a:pt x="314" y="17"/>
                  </a:lnTo>
                  <a:lnTo>
                    <a:pt x="307" y="24"/>
                  </a:lnTo>
                  <a:lnTo>
                    <a:pt x="301" y="31"/>
                  </a:lnTo>
                  <a:lnTo>
                    <a:pt x="296" y="39"/>
                  </a:lnTo>
                  <a:lnTo>
                    <a:pt x="288" y="34"/>
                  </a:lnTo>
                  <a:lnTo>
                    <a:pt x="279" y="29"/>
                  </a:lnTo>
                  <a:lnTo>
                    <a:pt x="270" y="27"/>
                  </a:lnTo>
                  <a:lnTo>
                    <a:pt x="260" y="25"/>
                  </a:lnTo>
                  <a:lnTo>
                    <a:pt x="251" y="24"/>
                  </a:lnTo>
                  <a:lnTo>
                    <a:pt x="242" y="24"/>
                  </a:lnTo>
                  <a:lnTo>
                    <a:pt x="232" y="26"/>
                  </a:lnTo>
                  <a:lnTo>
                    <a:pt x="222" y="28"/>
                  </a:lnTo>
                  <a:lnTo>
                    <a:pt x="213" y="34"/>
                  </a:lnTo>
                  <a:lnTo>
                    <a:pt x="205" y="39"/>
                  </a:lnTo>
                  <a:lnTo>
                    <a:pt x="197" y="46"/>
                  </a:lnTo>
                  <a:lnTo>
                    <a:pt x="192" y="52"/>
                  </a:lnTo>
                  <a:lnTo>
                    <a:pt x="186" y="61"/>
                  </a:lnTo>
                  <a:lnTo>
                    <a:pt x="182" y="69"/>
                  </a:lnTo>
                  <a:lnTo>
                    <a:pt x="180" y="79"/>
                  </a:lnTo>
                  <a:lnTo>
                    <a:pt x="177" y="89"/>
                  </a:lnTo>
                  <a:lnTo>
                    <a:pt x="168" y="87"/>
                  </a:lnTo>
                  <a:lnTo>
                    <a:pt x="156" y="85"/>
                  </a:lnTo>
                  <a:lnTo>
                    <a:pt x="149" y="87"/>
                  </a:lnTo>
                  <a:lnTo>
                    <a:pt x="142" y="88"/>
                  </a:lnTo>
                  <a:lnTo>
                    <a:pt x="135" y="89"/>
                  </a:lnTo>
                  <a:lnTo>
                    <a:pt x="129" y="91"/>
                  </a:lnTo>
                  <a:lnTo>
                    <a:pt x="122" y="94"/>
                  </a:lnTo>
                  <a:lnTo>
                    <a:pt x="117" y="98"/>
                  </a:lnTo>
                  <a:lnTo>
                    <a:pt x="111" y="102"/>
                  </a:lnTo>
                  <a:lnTo>
                    <a:pt x="106" y="106"/>
                  </a:lnTo>
                  <a:lnTo>
                    <a:pt x="99" y="114"/>
                  </a:lnTo>
                  <a:lnTo>
                    <a:pt x="94" y="122"/>
                  </a:lnTo>
                  <a:lnTo>
                    <a:pt x="89" y="131"/>
                  </a:lnTo>
                  <a:lnTo>
                    <a:pt x="86" y="141"/>
                  </a:lnTo>
                  <a:lnTo>
                    <a:pt x="85" y="151"/>
                  </a:lnTo>
                  <a:lnTo>
                    <a:pt x="85" y="161"/>
                  </a:lnTo>
                  <a:lnTo>
                    <a:pt x="85" y="169"/>
                  </a:lnTo>
                  <a:lnTo>
                    <a:pt x="87" y="179"/>
                  </a:lnTo>
                  <a:lnTo>
                    <a:pt x="78" y="180"/>
                  </a:lnTo>
                  <a:lnTo>
                    <a:pt x="68" y="184"/>
                  </a:lnTo>
                  <a:lnTo>
                    <a:pt x="59" y="188"/>
                  </a:lnTo>
                  <a:lnTo>
                    <a:pt x="52" y="193"/>
                  </a:lnTo>
                  <a:lnTo>
                    <a:pt x="44" y="199"/>
                  </a:lnTo>
                  <a:lnTo>
                    <a:pt x="37" y="207"/>
                  </a:lnTo>
                  <a:lnTo>
                    <a:pt x="32" y="215"/>
                  </a:lnTo>
                  <a:lnTo>
                    <a:pt x="27" y="223"/>
                  </a:lnTo>
                  <a:lnTo>
                    <a:pt x="24" y="233"/>
                  </a:lnTo>
                  <a:lnTo>
                    <a:pt x="23" y="243"/>
                  </a:lnTo>
                  <a:lnTo>
                    <a:pt x="22" y="252"/>
                  </a:lnTo>
                  <a:lnTo>
                    <a:pt x="23" y="262"/>
                  </a:lnTo>
                  <a:lnTo>
                    <a:pt x="25" y="271"/>
                  </a:lnTo>
                  <a:lnTo>
                    <a:pt x="28" y="280"/>
                  </a:lnTo>
                  <a:lnTo>
                    <a:pt x="33" y="289"/>
                  </a:lnTo>
                  <a:lnTo>
                    <a:pt x="38" y="296"/>
                  </a:lnTo>
                  <a:lnTo>
                    <a:pt x="31" y="302"/>
                  </a:lnTo>
                  <a:lnTo>
                    <a:pt x="23" y="308"/>
                  </a:lnTo>
                  <a:lnTo>
                    <a:pt x="16" y="315"/>
                  </a:lnTo>
                  <a:lnTo>
                    <a:pt x="11" y="323"/>
                  </a:lnTo>
                  <a:lnTo>
                    <a:pt x="6" y="332"/>
                  </a:lnTo>
                  <a:lnTo>
                    <a:pt x="3" y="341"/>
                  </a:lnTo>
                  <a:lnTo>
                    <a:pt x="1" y="350"/>
                  </a:lnTo>
                  <a:lnTo>
                    <a:pt x="0" y="360"/>
                  </a:lnTo>
                  <a:lnTo>
                    <a:pt x="1" y="370"/>
                  </a:lnTo>
                  <a:lnTo>
                    <a:pt x="3" y="380"/>
                  </a:lnTo>
                  <a:lnTo>
                    <a:pt x="6" y="389"/>
                  </a:lnTo>
                  <a:lnTo>
                    <a:pt x="11" y="398"/>
                  </a:lnTo>
                  <a:lnTo>
                    <a:pt x="16" y="406"/>
                  </a:lnTo>
                  <a:lnTo>
                    <a:pt x="23" y="413"/>
                  </a:lnTo>
                  <a:lnTo>
                    <a:pt x="31" y="420"/>
                  </a:lnTo>
                  <a:lnTo>
                    <a:pt x="38" y="424"/>
                  </a:lnTo>
                  <a:lnTo>
                    <a:pt x="33" y="433"/>
                  </a:lnTo>
                  <a:lnTo>
                    <a:pt x="28" y="441"/>
                  </a:lnTo>
                  <a:lnTo>
                    <a:pt x="25" y="450"/>
                  </a:lnTo>
                  <a:lnTo>
                    <a:pt x="23" y="460"/>
                  </a:lnTo>
                  <a:lnTo>
                    <a:pt x="22" y="470"/>
                  </a:lnTo>
                  <a:lnTo>
                    <a:pt x="23" y="479"/>
                  </a:lnTo>
                  <a:lnTo>
                    <a:pt x="24" y="488"/>
                  </a:lnTo>
                  <a:lnTo>
                    <a:pt x="27" y="498"/>
                  </a:lnTo>
                  <a:lnTo>
                    <a:pt x="32" y="507"/>
                  </a:lnTo>
                  <a:lnTo>
                    <a:pt x="37" y="515"/>
                  </a:lnTo>
                  <a:lnTo>
                    <a:pt x="44" y="523"/>
                  </a:lnTo>
                  <a:lnTo>
                    <a:pt x="52" y="528"/>
                  </a:lnTo>
                  <a:lnTo>
                    <a:pt x="59" y="534"/>
                  </a:lnTo>
                  <a:lnTo>
                    <a:pt x="68" y="538"/>
                  </a:lnTo>
                  <a:lnTo>
                    <a:pt x="78" y="540"/>
                  </a:lnTo>
                  <a:lnTo>
                    <a:pt x="87" y="543"/>
                  </a:lnTo>
                  <a:lnTo>
                    <a:pt x="85" y="551"/>
                  </a:lnTo>
                  <a:lnTo>
                    <a:pt x="85" y="561"/>
                  </a:lnTo>
                  <a:lnTo>
                    <a:pt x="85" y="571"/>
                  </a:lnTo>
                  <a:lnTo>
                    <a:pt x="86" y="580"/>
                  </a:lnTo>
                  <a:lnTo>
                    <a:pt x="89" y="590"/>
                  </a:lnTo>
                  <a:lnTo>
                    <a:pt x="94" y="599"/>
                  </a:lnTo>
                  <a:lnTo>
                    <a:pt x="99" y="608"/>
                  </a:lnTo>
                  <a:lnTo>
                    <a:pt x="106" y="615"/>
                  </a:lnTo>
                  <a:lnTo>
                    <a:pt x="111" y="620"/>
                  </a:lnTo>
                  <a:lnTo>
                    <a:pt x="117" y="624"/>
                  </a:lnTo>
                  <a:lnTo>
                    <a:pt x="122" y="628"/>
                  </a:lnTo>
                  <a:lnTo>
                    <a:pt x="129" y="631"/>
                  </a:lnTo>
                  <a:lnTo>
                    <a:pt x="135" y="633"/>
                  </a:lnTo>
                  <a:lnTo>
                    <a:pt x="142" y="634"/>
                  </a:lnTo>
                  <a:lnTo>
                    <a:pt x="149" y="635"/>
                  </a:lnTo>
                  <a:lnTo>
                    <a:pt x="156" y="635"/>
                  </a:lnTo>
                  <a:lnTo>
                    <a:pt x="168" y="635"/>
                  </a:lnTo>
                  <a:lnTo>
                    <a:pt x="177" y="633"/>
                  </a:lnTo>
                  <a:lnTo>
                    <a:pt x="180" y="643"/>
                  </a:lnTo>
                  <a:lnTo>
                    <a:pt x="182" y="652"/>
                  </a:lnTo>
                  <a:lnTo>
                    <a:pt x="186" y="661"/>
                  </a:lnTo>
                  <a:lnTo>
                    <a:pt x="192" y="668"/>
                  </a:lnTo>
                  <a:lnTo>
                    <a:pt x="197" y="676"/>
                  </a:lnTo>
                  <a:lnTo>
                    <a:pt x="205" y="683"/>
                  </a:lnTo>
                  <a:lnTo>
                    <a:pt x="213" y="688"/>
                  </a:lnTo>
                  <a:lnTo>
                    <a:pt x="222" y="693"/>
                  </a:lnTo>
                  <a:lnTo>
                    <a:pt x="232" y="696"/>
                  </a:lnTo>
                  <a:lnTo>
                    <a:pt x="242" y="698"/>
                  </a:lnTo>
                  <a:lnTo>
                    <a:pt x="251" y="698"/>
                  </a:lnTo>
                  <a:lnTo>
                    <a:pt x="260" y="697"/>
                  </a:lnTo>
                  <a:lnTo>
                    <a:pt x="270" y="695"/>
                  </a:lnTo>
                  <a:lnTo>
                    <a:pt x="279" y="692"/>
                  </a:lnTo>
                  <a:lnTo>
                    <a:pt x="288" y="687"/>
                  </a:lnTo>
                  <a:lnTo>
                    <a:pt x="296" y="682"/>
                  </a:lnTo>
                  <a:lnTo>
                    <a:pt x="301" y="689"/>
                  </a:lnTo>
                  <a:lnTo>
                    <a:pt x="307" y="697"/>
                  </a:lnTo>
                  <a:lnTo>
                    <a:pt x="314" y="704"/>
                  </a:lnTo>
                  <a:lnTo>
                    <a:pt x="322" y="709"/>
                  </a:lnTo>
                  <a:lnTo>
                    <a:pt x="331" y="714"/>
                  </a:lnTo>
                  <a:lnTo>
                    <a:pt x="340" y="717"/>
                  </a:lnTo>
                  <a:lnTo>
                    <a:pt x="350" y="719"/>
                  </a:lnTo>
                  <a:lnTo>
                    <a:pt x="360" y="719"/>
                  </a:lnTo>
                  <a:lnTo>
                    <a:pt x="370" y="719"/>
                  </a:lnTo>
                  <a:lnTo>
                    <a:pt x="380" y="717"/>
                  </a:lnTo>
                  <a:lnTo>
                    <a:pt x="388" y="714"/>
                  </a:lnTo>
                  <a:lnTo>
                    <a:pt x="397" y="709"/>
                  </a:lnTo>
                  <a:lnTo>
                    <a:pt x="405" y="704"/>
                  </a:lnTo>
                  <a:lnTo>
                    <a:pt x="412" y="697"/>
                  </a:lnTo>
                  <a:lnTo>
                    <a:pt x="418" y="689"/>
                  </a:lnTo>
                  <a:lnTo>
                    <a:pt x="424" y="682"/>
                  </a:lnTo>
                  <a:lnTo>
                    <a:pt x="431" y="687"/>
                  </a:lnTo>
                  <a:lnTo>
                    <a:pt x="440" y="692"/>
                  </a:lnTo>
                  <a:lnTo>
                    <a:pt x="449" y="695"/>
                  </a:lnTo>
                  <a:lnTo>
                    <a:pt x="458" y="697"/>
                  </a:lnTo>
                  <a:lnTo>
                    <a:pt x="468" y="698"/>
                  </a:lnTo>
                  <a:lnTo>
                    <a:pt x="478" y="698"/>
                  </a:lnTo>
                  <a:lnTo>
                    <a:pt x="488" y="696"/>
                  </a:lnTo>
                  <a:lnTo>
                    <a:pt x="497" y="693"/>
                  </a:lnTo>
                  <a:lnTo>
                    <a:pt x="507" y="688"/>
                  </a:lnTo>
                  <a:lnTo>
                    <a:pt x="514" y="683"/>
                  </a:lnTo>
                  <a:lnTo>
                    <a:pt x="522" y="676"/>
                  </a:lnTo>
                  <a:lnTo>
                    <a:pt x="528" y="668"/>
                  </a:lnTo>
                  <a:lnTo>
                    <a:pt x="533" y="661"/>
                  </a:lnTo>
                  <a:lnTo>
                    <a:pt x="536" y="652"/>
                  </a:lnTo>
                  <a:lnTo>
                    <a:pt x="540" y="643"/>
                  </a:lnTo>
                  <a:lnTo>
                    <a:pt x="541" y="633"/>
                  </a:lnTo>
                  <a:lnTo>
                    <a:pt x="552" y="635"/>
                  </a:lnTo>
                  <a:lnTo>
                    <a:pt x="563" y="635"/>
                  </a:lnTo>
                  <a:lnTo>
                    <a:pt x="569" y="635"/>
                  </a:lnTo>
                  <a:lnTo>
                    <a:pt x="577" y="634"/>
                  </a:lnTo>
                  <a:lnTo>
                    <a:pt x="584" y="633"/>
                  </a:lnTo>
                  <a:lnTo>
                    <a:pt x="590" y="631"/>
                  </a:lnTo>
                  <a:lnTo>
                    <a:pt x="597" y="628"/>
                  </a:lnTo>
                  <a:lnTo>
                    <a:pt x="603" y="624"/>
                  </a:lnTo>
                  <a:lnTo>
                    <a:pt x="608" y="620"/>
                  </a:lnTo>
                  <a:lnTo>
                    <a:pt x="614" y="615"/>
                  </a:lnTo>
                  <a:lnTo>
                    <a:pt x="620" y="608"/>
                  </a:lnTo>
                  <a:lnTo>
                    <a:pt x="626" y="599"/>
                  </a:lnTo>
                  <a:lnTo>
                    <a:pt x="630" y="590"/>
                  </a:lnTo>
                  <a:lnTo>
                    <a:pt x="632" y="580"/>
                  </a:lnTo>
                  <a:lnTo>
                    <a:pt x="635" y="571"/>
                  </a:lnTo>
                  <a:lnTo>
                    <a:pt x="635" y="561"/>
                  </a:lnTo>
                  <a:lnTo>
                    <a:pt x="634" y="551"/>
                  </a:lnTo>
                  <a:lnTo>
                    <a:pt x="631" y="543"/>
                  </a:lnTo>
                  <a:lnTo>
                    <a:pt x="641" y="540"/>
                  </a:lnTo>
                  <a:lnTo>
                    <a:pt x="651" y="538"/>
                  </a:lnTo>
                  <a:lnTo>
                    <a:pt x="660" y="534"/>
                  </a:lnTo>
                  <a:lnTo>
                    <a:pt x="668" y="528"/>
                  </a:lnTo>
                  <a:lnTo>
                    <a:pt x="675" y="523"/>
                  </a:lnTo>
                  <a:lnTo>
                    <a:pt x="682" y="515"/>
                  </a:lnTo>
                  <a:lnTo>
                    <a:pt x="688" y="507"/>
                  </a:lnTo>
                  <a:lnTo>
                    <a:pt x="692" y="498"/>
                  </a:lnTo>
                  <a:lnTo>
                    <a:pt x="694" y="488"/>
                  </a:lnTo>
                  <a:lnTo>
                    <a:pt x="696" y="479"/>
                  </a:lnTo>
                  <a:lnTo>
                    <a:pt x="698" y="470"/>
                  </a:lnTo>
                  <a:lnTo>
                    <a:pt x="696" y="460"/>
                  </a:lnTo>
                  <a:lnTo>
                    <a:pt x="694" y="450"/>
                  </a:lnTo>
                  <a:lnTo>
                    <a:pt x="691" y="441"/>
                  </a:lnTo>
                  <a:lnTo>
                    <a:pt x="687" y="433"/>
                  </a:lnTo>
                  <a:lnTo>
                    <a:pt x="681" y="424"/>
                  </a:lnTo>
                  <a:lnTo>
                    <a:pt x="689" y="420"/>
                  </a:lnTo>
                  <a:lnTo>
                    <a:pt x="696" y="413"/>
                  </a:lnTo>
                  <a:lnTo>
                    <a:pt x="703" y="406"/>
                  </a:lnTo>
                  <a:lnTo>
                    <a:pt x="709" y="398"/>
                  </a:lnTo>
                  <a:lnTo>
                    <a:pt x="713" y="389"/>
                  </a:lnTo>
                  <a:lnTo>
                    <a:pt x="716" y="380"/>
                  </a:lnTo>
                  <a:lnTo>
                    <a:pt x="719" y="370"/>
                  </a:lnTo>
                  <a:lnTo>
                    <a:pt x="719" y="360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1" name="Freeform 3850" descr="Icon of lightning. ">
              <a:extLst>
                <a:ext uri="{FF2B5EF4-FFF2-40B4-BE49-F238E27FC236}">
                  <a16:creationId xmlns:a16="http://schemas.microsoft.com/office/drawing/2014/main" xmlns="" id="{4F438411-AB3F-41D1-B7B0-3BD67465A2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614730" y="3636280"/>
              <a:ext cx="268346" cy="380334"/>
            </a:xfrm>
            <a:custGeom>
              <a:avLst/>
              <a:gdLst>
                <a:gd name="T0" fmla="*/ 635 w 636"/>
                <a:gd name="T1" fmla="*/ 369 h 901"/>
                <a:gd name="T2" fmla="*/ 632 w 636"/>
                <a:gd name="T3" fmla="*/ 365 h 901"/>
                <a:gd name="T4" fmla="*/ 629 w 636"/>
                <a:gd name="T5" fmla="*/ 362 h 901"/>
                <a:gd name="T6" fmla="*/ 625 w 636"/>
                <a:gd name="T7" fmla="*/ 360 h 901"/>
                <a:gd name="T8" fmla="*/ 621 w 636"/>
                <a:gd name="T9" fmla="*/ 360 h 901"/>
                <a:gd name="T10" fmla="*/ 337 w 636"/>
                <a:gd name="T11" fmla="*/ 360 h 901"/>
                <a:gd name="T12" fmla="*/ 409 w 636"/>
                <a:gd name="T13" fmla="*/ 17 h 901"/>
                <a:gd name="T14" fmla="*/ 409 w 636"/>
                <a:gd name="T15" fmla="*/ 13 h 901"/>
                <a:gd name="T16" fmla="*/ 408 w 636"/>
                <a:gd name="T17" fmla="*/ 7 h 901"/>
                <a:gd name="T18" fmla="*/ 405 w 636"/>
                <a:gd name="T19" fmla="*/ 3 h 901"/>
                <a:gd name="T20" fmla="*/ 400 w 636"/>
                <a:gd name="T21" fmla="*/ 1 h 901"/>
                <a:gd name="T22" fmla="*/ 395 w 636"/>
                <a:gd name="T23" fmla="*/ 0 h 901"/>
                <a:gd name="T24" fmla="*/ 390 w 636"/>
                <a:gd name="T25" fmla="*/ 0 h 901"/>
                <a:gd name="T26" fmla="*/ 385 w 636"/>
                <a:gd name="T27" fmla="*/ 2 h 901"/>
                <a:gd name="T28" fmla="*/ 382 w 636"/>
                <a:gd name="T29" fmla="*/ 6 h 901"/>
                <a:gd name="T30" fmla="*/ 2 w 636"/>
                <a:gd name="T31" fmla="*/ 547 h 901"/>
                <a:gd name="T32" fmla="*/ 1 w 636"/>
                <a:gd name="T33" fmla="*/ 550 h 901"/>
                <a:gd name="T34" fmla="*/ 0 w 636"/>
                <a:gd name="T35" fmla="*/ 554 h 901"/>
                <a:gd name="T36" fmla="*/ 0 w 636"/>
                <a:gd name="T37" fmla="*/ 559 h 901"/>
                <a:gd name="T38" fmla="*/ 1 w 636"/>
                <a:gd name="T39" fmla="*/ 562 h 901"/>
                <a:gd name="T40" fmla="*/ 4 w 636"/>
                <a:gd name="T41" fmla="*/ 566 h 901"/>
                <a:gd name="T42" fmla="*/ 8 w 636"/>
                <a:gd name="T43" fmla="*/ 568 h 901"/>
                <a:gd name="T44" fmla="*/ 11 w 636"/>
                <a:gd name="T45" fmla="*/ 569 h 901"/>
                <a:gd name="T46" fmla="*/ 15 w 636"/>
                <a:gd name="T47" fmla="*/ 570 h 901"/>
                <a:gd name="T48" fmla="*/ 299 w 636"/>
                <a:gd name="T49" fmla="*/ 570 h 901"/>
                <a:gd name="T50" fmla="*/ 228 w 636"/>
                <a:gd name="T51" fmla="*/ 882 h 901"/>
                <a:gd name="T52" fmla="*/ 228 w 636"/>
                <a:gd name="T53" fmla="*/ 888 h 901"/>
                <a:gd name="T54" fmla="*/ 229 w 636"/>
                <a:gd name="T55" fmla="*/ 892 h 901"/>
                <a:gd name="T56" fmla="*/ 232 w 636"/>
                <a:gd name="T57" fmla="*/ 896 h 901"/>
                <a:gd name="T58" fmla="*/ 236 w 636"/>
                <a:gd name="T59" fmla="*/ 900 h 901"/>
                <a:gd name="T60" fmla="*/ 239 w 636"/>
                <a:gd name="T61" fmla="*/ 901 h 901"/>
                <a:gd name="T62" fmla="*/ 243 w 636"/>
                <a:gd name="T63" fmla="*/ 901 h 901"/>
                <a:gd name="T64" fmla="*/ 246 w 636"/>
                <a:gd name="T65" fmla="*/ 901 h 901"/>
                <a:gd name="T66" fmla="*/ 249 w 636"/>
                <a:gd name="T67" fmla="*/ 900 h 901"/>
                <a:gd name="T68" fmla="*/ 252 w 636"/>
                <a:gd name="T69" fmla="*/ 897 h 901"/>
                <a:gd name="T70" fmla="*/ 254 w 636"/>
                <a:gd name="T71" fmla="*/ 895 h 901"/>
                <a:gd name="T72" fmla="*/ 633 w 636"/>
                <a:gd name="T73" fmla="*/ 384 h 901"/>
                <a:gd name="T74" fmla="*/ 635 w 636"/>
                <a:gd name="T75" fmla="*/ 381 h 901"/>
                <a:gd name="T76" fmla="*/ 636 w 636"/>
                <a:gd name="T77" fmla="*/ 376 h 901"/>
                <a:gd name="T78" fmla="*/ 636 w 636"/>
                <a:gd name="T79" fmla="*/ 372 h 901"/>
                <a:gd name="T80" fmla="*/ 635 w 636"/>
                <a:gd name="T81" fmla="*/ 369 h 9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636" h="901">
                  <a:moveTo>
                    <a:pt x="635" y="369"/>
                  </a:moveTo>
                  <a:lnTo>
                    <a:pt x="632" y="365"/>
                  </a:lnTo>
                  <a:lnTo>
                    <a:pt x="629" y="362"/>
                  </a:lnTo>
                  <a:lnTo>
                    <a:pt x="625" y="360"/>
                  </a:lnTo>
                  <a:lnTo>
                    <a:pt x="621" y="360"/>
                  </a:lnTo>
                  <a:lnTo>
                    <a:pt x="337" y="360"/>
                  </a:lnTo>
                  <a:lnTo>
                    <a:pt x="409" y="17"/>
                  </a:lnTo>
                  <a:lnTo>
                    <a:pt x="409" y="13"/>
                  </a:lnTo>
                  <a:lnTo>
                    <a:pt x="408" y="7"/>
                  </a:lnTo>
                  <a:lnTo>
                    <a:pt x="405" y="3"/>
                  </a:lnTo>
                  <a:lnTo>
                    <a:pt x="400" y="1"/>
                  </a:lnTo>
                  <a:lnTo>
                    <a:pt x="395" y="0"/>
                  </a:lnTo>
                  <a:lnTo>
                    <a:pt x="390" y="0"/>
                  </a:lnTo>
                  <a:lnTo>
                    <a:pt x="385" y="2"/>
                  </a:lnTo>
                  <a:lnTo>
                    <a:pt x="382" y="6"/>
                  </a:lnTo>
                  <a:lnTo>
                    <a:pt x="2" y="547"/>
                  </a:lnTo>
                  <a:lnTo>
                    <a:pt x="1" y="550"/>
                  </a:lnTo>
                  <a:lnTo>
                    <a:pt x="0" y="554"/>
                  </a:lnTo>
                  <a:lnTo>
                    <a:pt x="0" y="559"/>
                  </a:lnTo>
                  <a:lnTo>
                    <a:pt x="1" y="562"/>
                  </a:lnTo>
                  <a:lnTo>
                    <a:pt x="4" y="566"/>
                  </a:lnTo>
                  <a:lnTo>
                    <a:pt x="8" y="568"/>
                  </a:lnTo>
                  <a:lnTo>
                    <a:pt x="11" y="569"/>
                  </a:lnTo>
                  <a:lnTo>
                    <a:pt x="15" y="570"/>
                  </a:lnTo>
                  <a:lnTo>
                    <a:pt x="299" y="570"/>
                  </a:lnTo>
                  <a:lnTo>
                    <a:pt x="228" y="882"/>
                  </a:lnTo>
                  <a:lnTo>
                    <a:pt x="228" y="888"/>
                  </a:lnTo>
                  <a:lnTo>
                    <a:pt x="229" y="892"/>
                  </a:lnTo>
                  <a:lnTo>
                    <a:pt x="232" y="896"/>
                  </a:lnTo>
                  <a:lnTo>
                    <a:pt x="236" y="900"/>
                  </a:lnTo>
                  <a:lnTo>
                    <a:pt x="239" y="901"/>
                  </a:lnTo>
                  <a:lnTo>
                    <a:pt x="243" y="901"/>
                  </a:lnTo>
                  <a:lnTo>
                    <a:pt x="246" y="901"/>
                  </a:lnTo>
                  <a:lnTo>
                    <a:pt x="249" y="900"/>
                  </a:lnTo>
                  <a:lnTo>
                    <a:pt x="252" y="897"/>
                  </a:lnTo>
                  <a:lnTo>
                    <a:pt x="254" y="895"/>
                  </a:lnTo>
                  <a:lnTo>
                    <a:pt x="633" y="384"/>
                  </a:lnTo>
                  <a:lnTo>
                    <a:pt x="635" y="381"/>
                  </a:lnTo>
                  <a:lnTo>
                    <a:pt x="636" y="376"/>
                  </a:lnTo>
                  <a:lnTo>
                    <a:pt x="636" y="372"/>
                  </a:lnTo>
                  <a:lnTo>
                    <a:pt x="635" y="369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2" name="Freeform 3886" descr="Icon of magnifying glass to represent search. ">
              <a:extLst>
                <a:ext uri="{FF2B5EF4-FFF2-40B4-BE49-F238E27FC236}">
                  <a16:creationId xmlns:a16="http://schemas.microsoft.com/office/drawing/2014/main" xmlns="" id="{EC8E95A8-22FE-44FA-B5A6-2AA2D47A5BB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967476" y="3636280"/>
              <a:ext cx="382447" cy="380334"/>
            </a:xfrm>
            <a:custGeom>
              <a:avLst/>
              <a:gdLst>
                <a:gd name="T0" fmla="*/ 268 w 902"/>
                <a:gd name="T1" fmla="*/ 575 h 901"/>
                <a:gd name="T2" fmla="*/ 207 w 902"/>
                <a:gd name="T3" fmla="*/ 555 h 901"/>
                <a:gd name="T4" fmla="*/ 155 w 902"/>
                <a:gd name="T5" fmla="*/ 520 h 901"/>
                <a:gd name="T6" fmla="*/ 112 w 902"/>
                <a:gd name="T7" fmla="*/ 475 h 901"/>
                <a:gd name="T8" fmla="*/ 81 w 902"/>
                <a:gd name="T9" fmla="*/ 422 h 901"/>
                <a:gd name="T10" fmla="*/ 64 w 902"/>
                <a:gd name="T11" fmla="*/ 360 h 901"/>
                <a:gd name="T12" fmla="*/ 61 w 902"/>
                <a:gd name="T13" fmla="*/ 294 h 901"/>
                <a:gd name="T14" fmla="*/ 76 w 902"/>
                <a:gd name="T15" fmla="*/ 231 h 901"/>
                <a:gd name="T16" fmla="*/ 104 w 902"/>
                <a:gd name="T17" fmla="*/ 175 h 901"/>
                <a:gd name="T18" fmla="*/ 145 w 902"/>
                <a:gd name="T19" fmla="*/ 128 h 901"/>
                <a:gd name="T20" fmla="*/ 197 w 902"/>
                <a:gd name="T21" fmla="*/ 92 h 901"/>
                <a:gd name="T22" fmla="*/ 256 w 902"/>
                <a:gd name="T23" fmla="*/ 69 h 901"/>
                <a:gd name="T24" fmla="*/ 320 w 902"/>
                <a:gd name="T25" fmla="*/ 60 h 901"/>
                <a:gd name="T26" fmla="*/ 385 w 902"/>
                <a:gd name="T27" fmla="*/ 69 h 901"/>
                <a:gd name="T28" fmla="*/ 444 w 902"/>
                <a:gd name="T29" fmla="*/ 92 h 901"/>
                <a:gd name="T30" fmla="*/ 495 w 902"/>
                <a:gd name="T31" fmla="*/ 128 h 901"/>
                <a:gd name="T32" fmla="*/ 537 w 902"/>
                <a:gd name="T33" fmla="*/ 175 h 901"/>
                <a:gd name="T34" fmla="*/ 564 w 902"/>
                <a:gd name="T35" fmla="*/ 231 h 901"/>
                <a:gd name="T36" fmla="*/ 579 w 902"/>
                <a:gd name="T37" fmla="*/ 294 h 901"/>
                <a:gd name="T38" fmla="*/ 577 w 902"/>
                <a:gd name="T39" fmla="*/ 360 h 901"/>
                <a:gd name="T40" fmla="*/ 560 w 902"/>
                <a:gd name="T41" fmla="*/ 422 h 901"/>
                <a:gd name="T42" fmla="*/ 529 w 902"/>
                <a:gd name="T43" fmla="*/ 475 h 901"/>
                <a:gd name="T44" fmla="*/ 486 w 902"/>
                <a:gd name="T45" fmla="*/ 520 h 901"/>
                <a:gd name="T46" fmla="*/ 432 w 902"/>
                <a:gd name="T47" fmla="*/ 555 h 901"/>
                <a:gd name="T48" fmla="*/ 372 w 902"/>
                <a:gd name="T49" fmla="*/ 575 h 901"/>
                <a:gd name="T50" fmla="*/ 320 w 902"/>
                <a:gd name="T51" fmla="*/ 580 h 901"/>
                <a:gd name="T52" fmla="*/ 591 w 902"/>
                <a:gd name="T53" fmla="*/ 491 h 901"/>
                <a:gd name="T54" fmla="*/ 621 w 902"/>
                <a:gd name="T55" fmla="*/ 430 h 901"/>
                <a:gd name="T56" fmla="*/ 637 w 902"/>
                <a:gd name="T57" fmla="*/ 363 h 901"/>
                <a:gd name="T58" fmla="*/ 638 w 902"/>
                <a:gd name="T59" fmla="*/ 288 h 901"/>
                <a:gd name="T60" fmla="*/ 621 w 902"/>
                <a:gd name="T61" fmla="*/ 211 h 901"/>
                <a:gd name="T62" fmla="*/ 586 w 902"/>
                <a:gd name="T63" fmla="*/ 142 h 901"/>
                <a:gd name="T64" fmla="*/ 535 w 902"/>
                <a:gd name="T65" fmla="*/ 83 h 901"/>
                <a:gd name="T66" fmla="*/ 473 w 902"/>
                <a:gd name="T67" fmla="*/ 39 h 901"/>
                <a:gd name="T68" fmla="*/ 400 w 902"/>
                <a:gd name="T69" fmla="*/ 10 h 901"/>
                <a:gd name="T70" fmla="*/ 320 w 902"/>
                <a:gd name="T71" fmla="*/ 0 h 901"/>
                <a:gd name="T72" fmla="*/ 241 w 902"/>
                <a:gd name="T73" fmla="*/ 10 h 901"/>
                <a:gd name="T74" fmla="*/ 168 w 902"/>
                <a:gd name="T75" fmla="*/ 39 h 901"/>
                <a:gd name="T76" fmla="*/ 105 w 902"/>
                <a:gd name="T77" fmla="*/ 83 h 901"/>
                <a:gd name="T78" fmla="*/ 55 w 902"/>
                <a:gd name="T79" fmla="*/ 142 h 901"/>
                <a:gd name="T80" fmla="*/ 20 w 902"/>
                <a:gd name="T81" fmla="*/ 211 h 901"/>
                <a:gd name="T82" fmla="*/ 1 w 902"/>
                <a:gd name="T83" fmla="*/ 288 h 901"/>
                <a:gd name="T84" fmla="*/ 3 w 902"/>
                <a:gd name="T85" fmla="*/ 369 h 901"/>
                <a:gd name="T86" fmla="*/ 25 w 902"/>
                <a:gd name="T87" fmla="*/ 445 h 901"/>
                <a:gd name="T88" fmla="*/ 64 w 902"/>
                <a:gd name="T89" fmla="*/ 512 h 901"/>
                <a:gd name="T90" fmla="*/ 117 w 902"/>
                <a:gd name="T91" fmla="*/ 568 h 901"/>
                <a:gd name="T92" fmla="*/ 182 w 902"/>
                <a:gd name="T93" fmla="*/ 608 h 901"/>
                <a:gd name="T94" fmla="*/ 256 w 902"/>
                <a:gd name="T95" fmla="*/ 634 h 901"/>
                <a:gd name="T96" fmla="*/ 335 w 902"/>
                <a:gd name="T97" fmla="*/ 641 h 901"/>
                <a:gd name="T98" fmla="*/ 405 w 902"/>
                <a:gd name="T99" fmla="*/ 630 h 901"/>
                <a:gd name="T100" fmla="*/ 468 w 902"/>
                <a:gd name="T101" fmla="*/ 604 h 901"/>
                <a:gd name="T102" fmla="*/ 525 w 902"/>
                <a:gd name="T103" fmla="*/ 567 h 901"/>
                <a:gd name="T104" fmla="*/ 871 w 902"/>
                <a:gd name="T105" fmla="*/ 901 h 901"/>
                <a:gd name="T106" fmla="*/ 897 w 902"/>
                <a:gd name="T107" fmla="*/ 888 h 901"/>
                <a:gd name="T108" fmla="*/ 899 w 902"/>
                <a:gd name="T109" fmla="*/ 860 h 9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902" h="901">
                  <a:moveTo>
                    <a:pt x="320" y="580"/>
                  </a:moveTo>
                  <a:lnTo>
                    <a:pt x="307" y="580"/>
                  </a:lnTo>
                  <a:lnTo>
                    <a:pt x="294" y="579"/>
                  </a:lnTo>
                  <a:lnTo>
                    <a:pt x="281" y="577"/>
                  </a:lnTo>
                  <a:lnTo>
                    <a:pt x="268" y="575"/>
                  </a:lnTo>
                  <a:lnTo>
                    <a:pt x="256" y="572"/>
                  </a:lnTo>
                  <a:lnTo>
                    <a:pt x="243" y="569"/>
                  </a:lnTo>
                  <a:lnTo>
                    <a:pt x="231" y="564"/>
                  </a:lnTo>
                  <a:lnTo>
                    <a:pt x="219" y="560"/>
                  </a:lnTo>
                  <a:lnTo>
                    <a:pt x="207" y="555"/>
                  </a:lnTo>
                  <a:lnTo>
                    <a:pt x="197" y="549"/>
                  </a:lnTo>
                  <a:lnTo>
                    <a:pt x="186" y="543"/>
                  </a:lnTo>
                  <a:lnTo>
                    <a:pt x="175" y="535"/>
                  </a:lnTo>
                  <a:lnTo>
                    <a:pt x="164" y="529"/>
                  </a:lnTo>
                  <a:lnTo>
                    <a:pt x="155" y="520"/>
                  </a:lnTo>
                  <a:lnTo>
                    <a:pt x="145" y="513"/>
                  </a:lnTo>
                  <a:lnTo>
                    <a:pt x="136" y="504"/>
                  </a:lnTo>
                  <a:lnTo>
                    <a:pt x="128" y="495"/>
                  </a:lnTo>
                  <a:lnTo>
                    <a:pt x="119" y="486"/>
                  </a:lnTo>
                  <a:lnTo>
                    <a:pt x="112" y="475"/>
                  </a:lnTo>
                  <a:lnTo>
                    <a:pt x="104" y="466"/>
                  </a:lnTo>
                  <a:lnTo>
                    <a:pt x="98" y="455"/>
                  </a:lnTo>
                  <a:lnTo>
                    <a:pt x="91" y="444"/>
                  </a:lnTo>
                  <a:lnTo>
                    <a:pt x="86" y="432"/>
                  </a:lnTo>
                  <a:lnTo>
                    <a:pt x="81" y="422"/>
                  </a:lnTo>
                  <a:lnTo>
                    <a:pt x="76" y="410"/>
                  </a:lnTo>
                  <a:lnTo>
                    <a:pt x="72" y="397"/>
                  </a:lnTo>
                  <a:lnTo>
                    <a:pt x="69" y="385"/>
                  </a:lnTo>
                  <a:lnTo>
                    <a:pt x="66" y="372"/>
                  </a:lnTo>
                  <a:lnTo>
                    <a:pt x="64" y="360"/>
                  </a:lnTo>
                  <a:lnTo>
                    <a:pt x="61" y="347"/>
                  </a:lnTo>
                  <a:lnTo>
                    <a:pt x="60" y="334"/>
                  </a:lnTo>
                  <a:lnTo>
                    <a:pt x="60" y="320"/>
                  </a:lnTo>
                  <a:lnTo>
                    <a:pt x="60" y="307"/>
                  </a:lnTo>
                  <a:lnTo>
                    <a:pt x="61" y="294"/>
                  </a:lnTo>
                  <a:lnTo>
                    <a:pt x="64" y="281"/>
                  </a:lnTo>
                  <a:lnTo>
                    <a:pt x="66" y="268"/>
                  </a:lnTo>
                  <a:lnTo>
                    <a:pt x="69" y="256"/>
                  </a:lnTo>
                  <a:lnTo>
                    <a:pt x="72" y="243"/>
                  </a:lnTo>
                  <a:lnTo>
                    <a:pt x="76" y="231"/>
                  </a:lnTo>
                  <a:lnTo>
                    <a:pt x="81" y="219"/>
                  </a:lnTo>
                  <a:lnTo>
                    <a:pt x="86" y="207"/>
                  </a:lnTo>
                  <a:lnTo>
                    <a:pt x="91" y="197"/>
                  </a:lnTo>
                  <a:lnTo>
                    <a:pt x="98" y="186"/>
                  </a:lnTo>
                  <a:lnTo>
                    <a:pt x="104" y="175"/>
                  </a:lnTo>
                  <a:lnTo>
                    <a:pt x="112" y="164"/>
                  </a:lnTo>
                  <a:lnTo>
                    <a:pt x="119" y="155"/>
                  </a:lnTo>
                  <a:lnTo>
                    <a:pt x="128" y="145"/>
                  </a:lnTo>
                  <a:lnTo>
                    <a:pt x="136" y="137"/>
                  </a:lnTo>
                  <a:lnTo>
                    <a:pt x="145" y="128"/>
                  </a:lnTo>
                  <a:lnTo>
                    <a:pt x="155" y="119"/>
                  </a:lnTo>
                  <a:lnTo>
                    <a:pt x="164" y="112"/>
                  </a:lnTo>
                  <a:lnTo>
                    <a:pt x="175" y="104"/>
                  </a:lnTo>
                  <a:lnTo>
                    <a:pt x="186" y="98"/>
                  </a:lnTo>
                  <a:lnTo>
                    <a:pt x="197" y="92"/>
                  </a:lnTo>
                  <a:lnTo>
                    <a:pt x="207" y="86"/>
                  </a:lnTo>
                  <a:lnTo>
                    <a:pt x="219" y="81"/>
                  </a:lnTo>
                  <a:lnTo>
                    <a:pt x="231" y="77"/>
                  </a:lnTo>
                  <a:lnTo>
                    <a:pt x="243" y="72"/>
                  </a:lnTo>
                  <a:lnTo>
                    <a:pt x="256" y="69"/>
                  </a:lnTo>
                  <a:lnTo>
                    <a:pt x="268" y="66"/>
                  </a:lnTo>
                  <a:lnTo>
                    <a:pt x="281" y="64"/>
                  </a:lnTo>
                  <a:lnTo>
                    <a:pt x="294" y="61"/>
                  </a:lnTo>
                  <a:lnTo>
                    <a:pt x="307" y="60"/>
                  </a:lnTo>
                  <a:lnTo>
                    <a:pt x="320" y="60"/>
                  </a:lnTo>
                  <a:lnTo>
                    <a:pt x="334" y="60"/>
                  </a:lnTo>
                  <a:lnTo>
                    <a:pt x="347" y="61"/>
                  </a:lnTo>
                  <a:lnTo>
                    <a:pt x="360" y="64"/>
                  </a:lnTo>
                  <a:lnTo>
                    <a:pt x="372" y="66"/>
                  </a:lnTo>
                  <a:lnTo>
                    <a:pt x="385" y="69"/>
                  </a:lnTo>
                  <a:lnTo>
                    <a:pt x="397" y="72"/>
                  </a:lnTo>
                  <a:lnTo>
                    <a:pt x="410" y="77"/>
                  </a:lnTo>
                  <a:lnTo>
                    <a:pt x="422" y="81"/>
                  </a:lnTo>
                  <a:lnTo>
                    <a:pt x="432" y="86"/>
                  </a:lnTo>
                  <a:lnTo>
                    <a:pt x="444" y="92"/>
                  </a:lnTo>
                  <a:lnTo>
                    <a:pt x="455" y="98"/>
                  </a:lnTo>
                  <a:lnTo>
                    <a:pt x="466" y="104"/>
                  </a:lnTo>
                  <a:lnTo>
                    <a:pt x="475" y="112"/>
                  </a:lnTo>
                  <a:lnTo>
                    <a:pt x="486" y="119"/>
                  </a:lnTo>
                  <a:lnTo>
                    <a:pt x="495" y="128"/>
                  </a:lnTo>
                  <a:lnTo>
                    <a:pt x="504" y="137"/>
                  </a:lnTo>
                  <a:lnTo>
                    <a:pt x="513" y="145"/>
                  </a:lnTo>
                  <a:lnTo>
                    <a:pt x="522" y="155"/>
                  </a:lnTo>
                  <a:lnTo>
                    <a:pt x="529" y="164"/>
                  </a:lnTo>
                  <a:lnTo>
                    <a:pt x="537" y="175"/>
                  </a:lnTo>
                  <a:lnTo>
                    <a:pt x="543" y="186"/>
                  </a:lnTo>
                  <a:lnTo>
                    <a:pt x="549" y="197"/>
                  </a:lnTo>
                  <a:lnTo>
                    <a:pt x="555" y="207"/>
                  </a:lnTo>
                  <a:lnTo>
                    <a:pt x="560" y="219"/>
                  </a:lnTo>
                  <a:lnTo>
                    <a:pt x="564" y="231"/>
                  </a:lnTo>
                  <a:lnTo>
                    <a:pt x="569" y="243"/>
                  </a:lnTo>
                  <a:lnTo>
                    <a:pt x="572" y="256"/>
                  </a:lnTo>
                  <a:lnTo>
                    <a:pt x="575" y="268"/>
                  </a:lnTo>
                  <a:lnTo>
                    <a:pt x="577" y="281"/>
                  </a:lnTo>
                  <a:lnTo>
                    <a:pt x="579" y="294"/>
                  </a:lnTo>
                  <a:lnTo>
                    <a:pt x="580" y="307"/>
                  </a:lnTo>
                  <a:lnTo>
                    <a:pt x="580" y="320"/>
                  </a:lnTo>
                  <a:lnTo>
                    <a:pt x="580" y="334"/>
                  </a:lnTo>
                  <a:lnTo>
                    <a:pt x="579" y="347"/>
                  </a:lnTo>
                  <a:lnTo>
                    <a:pt x="577" y="360"/>
                  </a:lnTo>
                  <a:lnTo>
                    <a:pt x="575" y="372"/>
                  </a:lnTo>
                  <a:lnTo>
                    <a:pt x="572" y="385"/>
                  </a:lnTo>
                  <a:lnTo>
                    <a:pt x="569" y="397"/>
                  </a:lnTo>
                  <a:lnTo>
                    <a:pt x="564" y="410"/>
                  </a:lnTo>
                  <a:lnTo>
                    <a:pt x="560" y="422"/>
                  </a:lnTo>
                  <a:lnTo>
                    <a:pt x="555" y="432"/>
                  </a:lnTo>
                  <a:lnTo>
                    <a:pt x="549" y="444"/>
                  </a:lnTo>
                  <a:lnTo>
                    <a:pt x="543" y="455"/>
                  </a:lnTo>
                  <a:lnTo>
                    <a:pt x="537" y="466"/>
                  </a:lnTo>
                  <a:lnTo>
                    <a:pt x="529" y="475"/>
                  </a:lnTo>
                  <a:lnTo>
                    <a:pt x="522" y="486"/>
                  </a:lnTo>
                  <a:lnTo>
                    <a:pt x="513" y="495"/>
                  </a:lnTo>
                  <a:lnTo>
                    <a:pt x="504" y="504"/>
                  </a:lnTo>
                  <a:lnTo>
                    <a:pt x="495" y="513"/>
                  </a:lnTo>
                  <a:lnTo>
                    <a:pt x="486" y="520"/>
                  </a:lnTo>
                  <a:lnTo>
                    <a:pt x="475" y="529"/>
                  </a:lnTo>
                  <a:lnTo>
                    <a:pt x="466" y="535"/>
                  </a:lnTo>
                  <a:lnTo>
                    <a:pt x="455" y="543"/>
                  </a:lnTo>
                  <a:lnTo>
                    <a:pt x="444" y="549"/>
                  </a:lnTo>
                  <a:lnTo>
                    <a:pt x="432" y="555"/>
                  </a:lnTo>
                  <a:lnTo>
                    <a:pt x="422" y="560"/>
                  </a:lnTo>
                  <a:lnTo>
                    <a:pt x="410" y="564"/>
                  </a:lnTo>
                  <a:lnTo>
                    <a:pt x="397" y="569"/>
                  </a:lnTo>
                  <a:lnTo>
                    <a:pt x="385" y="572"/>
                  </a:lnTo>
                  <a:lnTo>
                    <a:pt x="372" y="575"/>
                  </a:lnTo>
                  <a:lnTo>
                    <a:pt x="360" y="577"/>
                  </a:lnTo>
                  <a:lnTo>
                    <a:pt x="347" y="579"/>
                  </a:lnTo>
                  <a:lnTo>
                    <a:pt x="334" y="580"/>
                  </a:lnTo>
                  <a:lnTo>
                    <a:pt x="320" y="580"/>
                  </a:lnTo>
                  <a:lnTo>
                    <a:pt x="320" y="580"/>
                  </a:lnTo>
                  <a:close/>
                  <a:moveTo>
                    <a:pt x="893" y="851"/>
                  </a:moveTo>
                  <a:lnTo>
                    <a:pt x="567" y="525"/>
                  </a:lnTo>
                  <a:lnTo>
                    <a:pt x="575" y="514"/>
                  </a:lnTo>
                  <a:lnTo>
                    <a:pt x="584" y="503"/>
                  </a:lnTo>
                  <a:lnTo>
                    <a:pt x="591" y="491"/>
                  </a:lnTo>
                  <a:lnTo>
                    <a:pt x="598" y="480"/>
                  </a:lnTo>
                  <a:lnTo>
                    <a:pt x="604" y="468"/>
                  </a:lnTo>
                  <a:lnTo>
                    <a:pt x="611" y="456"/>
                  </a:lnTo>
                  <a:lnTo>
                    <a:pt x="616" y="443"/>
                  </a:lnTo>
                  <a:lnTo>
                    <a:pt x="621" y="430"/>
                  </a:lnTo>
                  <a:lnTo>
                    <a:pt x="626" y="417"/>
                  </a:lnTo>
                  <a:lnTo>
                    <a:pt x="630" y="405"/>
                  </a:lnTo>
                  <a:lnTo>
                    <a:pt x="633" y="391"/>
                  </a:lnTo>
                  <a:lnTo>
                    <a:pt x="635" y="377"/>
                  </a:lnTo>
                  <a:lnTo>
                    <a:pt x="637" y="363"/>
                  </a:lnTo>
                  <a:lnTo>
                    <a:pt x="639" y="349"/>
                  </a:lnTo>
                  <a:lnTo>
                    <a:pt x="641" y="335"/>
                  </a:lnTo>
                  <a:lnTo>
                    <a:pt x="641" y="320"/>
                  </a:lnTo>
                  <a:lnTo>
                    <a:pt x="641" y="304"/>
                  </a:lnTo>
                  <a:lnTo>
                    <a:pt x="638" y="288"/>
                  </a:lnTo>
                  <a:lnTo>
                    <a:pt x="637" y="272"/>
                  </a:lnTo>
                  <a:lnTo>
                    <a:pt x="634" y="256"/>
                  </a:lnTo>
                  <a:lnTo>
                    <a:pt x="631" y="241"/>
                  </a:lnTo>
                  <a:lnTo>
                    <a:pt x="627" y="226"/>
                  </a:lnTo>
                  <a:lnTo>
                    <a:pt x="621" y="211"/>
                  </a:lnTo>
                  <a:lnTo>
                    <a:pt x="616" y="196"/>
                  </a:lnTo>
                  <a:lnTo>
                    <a:pt x="609" y="182"/>
                  </a:lnTo>
                  <a:lnTo>
                    <a:pt x="602" y="168"/>
                  </a:lnTo>
                  <a:lnTo>
                    <a:pt x="594" y="155"/>
                  </a:lnTo>
                  <a:lnTo>
                    <a:pt x="586" y="142"/>
                  </a:lnTo>
                  <a:lnTo>
                    <a:pt x="577" y="129"/>
                  </a:lnTo>
                  <a:lnTo>
                    <a:pt x="568" y="117"/>
                  </a:lnTo>
                  <a:lnTo>
                    <a:pt x="557" y="105"/>
                  </a:lnTo>
                  <a:lnTo>
                    <a:pt x="546" y="94"/>
                  </a:lnTo>
                  <a:lnTo>
                    <a:pt x="535" y="83"/>
                  </a:lnTo>
                  <a:lnTo>
                    <a:pt x="524" y="73"/>
                  </a:lnTo>
                  <a:lnTo>
                    <a:pt x="512" y="64"/>
                  </a:lnTo>
                  <a:lnTo>
                    <a:pt x="499" y="55"/>
                  </a:lnTo>
                  <a:lnTo>
                    <a:pt x="486" y="46"/>
                  </a:lnTo>
                  <a:lnTo>
                    <a:pt x="473" y="39"/>
                  </a:lnTo>
                  <a:lnTo>
                    <a:pt x="459" y="31"/>
                  </a:lnTo>
                  <a:lnTo>
                    <a:pt x="445" y="25"/>
                  </a:lnTo>
                  <a:lnTo>
                    <a:pt x="430" y="20"/>
                  </a:lnTo>
                  <a:lnTo>
                    <a:pt x="415" y="14"/>
                  </a:lnTo>
                  <a:lnTo>
                    <a:pt x="400" y="10"/>
                  </a:lnTo>
                  <a:lnTo>
                    <a:pt x="385" y="7"/>
                  </a:lnTo>
                  <a:lnTo>
                    <a:pt x="369" y="4"/>
                  </a:lnTo>
                  <a:lnTo>
                    <a:pt x="353" y="1"/>
                  </a:lnTo>
                  <a:lnTo>
                    <a:pt x="337" y="0"/>
                  </a:lnTo>
                  <a:lnTo>
                    <a:pt x="320" y="0"/>
                  </a:lnTo>
                  <a:lnTo>
                    <a:pt x="304" y="0"/>
                  </a:lnTo>
                  <a:lnTo>
                    <a:pt x="288" y="1"/>
                  </a:lnTo>
                  <a:lnTo>
                    <a:pt x="272" y="4"/>
                  </a:lnTo>
                  <a:lnTo>
                    <a:pt x="256" y="7"/>
                  </a:lnTo>
                  <a:lnTo>
                    <a:pt x="241" y="10"/>
                  </a:lnTo>
                  <a:lnTo>
                    <a:pt x="225" y="14"/>
                  </a:lnTo>
                  <a:lnTo>
                    <a:pt x="210" y="20"/>
                  </a:lnTo>
                  <a:lnTo>
                    <a:pt x="195" y="25"/>
                  </a:lnTo>
                  <a:lnTo>
                    <a:pt x="182" y="31"/>
                  </a:lnTo>
                  <a:lnTo>
                    <a:pt x="168" y="39"/>
                  </a:lnTo>
                  <a:lnTo>
                    <a:pt x="155" y="46"/>
                  </a:lnTo>
                  <a:lnTo>
                    <a:pt x="142" y="55"/>
                  </a:lnTo>
                  <a:lnTo>
                    <a:pt x="129" y="64"/>
                  </a:lnTo>
                  <a:lnTo>
                    <a:pt x="117" y="73"/>
                  </a:lnTo>
                  <a:lnTo>
                    <a:pt x="105" y="83"/>
                  </a:lnTo>
                  <a:lnTo>
                    <a:pt x="94" y="94"/>
                  </a:lnTo>
                  <a:lnTo>
                    <a:pt x="84" y="105"/>
                  </a:lnTo>
                  <a:lnTo>
                    <a:pt x="73" y="117"/>
                  </a:lnTo>
                  <a:lnTo>
                    <a:pt x="64" y="129"/>
                  </a:lnTo>
                  <a:lnTo>
                    <a:pt x="55" y="142"/>
                  </a:lnTo>
                  <a:lnTo>
                    <a:pt x="46" y="155"/>
                  </a:lnTo>
                  <a:lnTo>
                    <a:pt x="39" y="168"/>
                  </a:lnTo>
                  <a:lnTo>
                    <a:pt x="31" y="182"/>
                  </a:lnTo>
                  <a:lnTo>
                    <a:pt x="25" y="196"/>
                  </a:lnTo>
                  <a:lnTo>
                    <a:pt x="20" y="211"/>
                  </a:lnTo>
                  <a:lnTo>
                    <a:pt x="14" y="226"/>
                  </a:lnTo>
                  <a:lnTo>
                    <a:pt x="10" y="241"/>
                  </a:lnTo>
                  <a:lnTo>
                    <a:pt x="7" y="256"/>
                  </a:lnTo>
                  <a:lnTo>
                    <a:pt x="3" y="272"/>
                  </a:lnTo>
                  <a:lnTo>
                    <a:pt x="1" y="288"/>
                  </a:lnTo>
                  <a:lnTo>
                    <a:pt x="0" y="304"/>
                  </a:lnTo>
                  <a:lnTo>
                    <a:pt x="0" y="320"/>
                  </a:lnTo>
                  <a:lnTo>
                    <a:pt x="0" y="337"/>
                  </a:lnTo>
                  <a:lnTo>
                    <a:pt x="1" y="353"/>
                  </a:lnTo>
                  <a:lnTo>
                    <a:pt x="3" y="369"/>
                  </a:lnTo>
                  <a:lnTo>
                    <a:pt x="7" y="385"/>
                  </a:lnTo>
                  <a:lnTo>
                    <a:pt x="10" y="400"/>
                  </a:lnTo>
                  <a:lnTo>
                    <a:pt x="14" y="415"/>
                  </a:lnTo>
                  <a:lnTo>
                    <a:pt x="20" y="430"/>
                  </a:lnTo>
                  <a:lnTo>
                    <a:pt x="25" y="445"/>
                  </a:lnTo>
                  <a:lnTo>
                    <a:pt x="31" y="459"/>
                  </a:lnTo>
                  <a:lnTo>
                    <a:pt x="39" y="473"/>
                  </a:lnTo>
                  <a:lnTo>
                    <a:pt x="46" y="486"/>
                  </a:lnTo>
                  <a:lnTo>
                    <a:pt x="55" y="499"/>
                  </a:lnTo>
                  <a:lnTo>
                    <a:pt x="64" y="512"/>
                  </a:lnTo>
                  <a:lnTo>
                    <a:pt x="73" y="524"/>
                  </a:lnTo>
                  <a:lnTo>
                    <a:pt x="84" y="535"/>
                  </a:lnTo>
                  <a:lnTo>
                    <a:pt x="94" y="546"/>
                  </a:lnTo>
                  <a:lnTo>
                    <a:pt x="105" y="557"/>
                  </a:lnTo>
                  <a:lnTo>
                    <a:pt x="117" y="568"/>
                  </a:lnTo>
                  <a:lnTo>
                    <a:pt x="129" y="577"/>
                  </a:lnTo>
                  <a:lnTo>
                    <a:pt x="142" y="586"/>
                  </a:lnTo>
                  <a:lnTo>
                    <a:pt x="155" y="594"/>
                  </a:lnTo>
                  <a:lnTo>
                    <a:pt x="168" y="602"/>
                  </a:lnTo>
                  <a:lnTo>
                    <a:pt x="182" y="608"/>
                  </a:lnTo>
                  <a:lnTo>
                    <a:pt x="195" y="615"/>
                  </a:lnTo>
                  <a:lnTo>
                    <a:pt x="210" y="621"/>
                  </a:lnTo>
                  <a:lnTo>
                    <a:pt x="225" y="627"/>
                  </a:lnTo>
                  <a:lnTo>
                    <a:pt x="241" y="631"/>
                  </a:lnTo>
                  <a:lnTo>
                    <a:pt x="256" y="634"/>
                  </a:lnTo>
                  <a:lnTo>
                    <a:pt x="272" y="637"/>
                  </a:lnTo>
                  <a:lnTo>
                    <a:pt x="288" y="638"/>
                  </a:lnTo>
                  <a:lnTo>
                    <a:pt x="304" y="641"/>
                  </a:lnTo>
                  <a:lnTo>
                    <a:pt x="320" y="641"/>
                  </a:lnTo>
                  <a:lnTo>
                    <a:pt x="335" y="641"/>
                  </a:lnTo>
                  <a:lnTo>
                    <a:pt x="349" y="639"/>
                  </a:lnTo>
                  <a:lnTo>
                    <a:pt x="363" y="637"/>
                  </a:lnTo>
                  <a:lnTo>
                    <a:pt x="377" y="635"/>
                  </a:lnTo>
                  <a:lnTo>
                    <a:pt x="391" y="633"/>
                  </a:lnTo>
                  <a:lnTo>
                    <a:pt x="405" y="630"/>
                  </a:lnTo>
                  <a:lnTo>
                    <a:pt x="417" y="625"/>
                  </a:lnTo>
                  <a:lnTo>
                    <a:pt x="430" y="621"/>
                  </a:lnTo>
                  <a:lnTo>
                    <a:pt x="443" y="616"/>
                  </a:lnTo>
                  <a:lnTo>
                    <a:pt x="456" y="610"/>
                  </a:lnTo>
                  <a:lnTo>
                    <a:pt x="468" y="604"/>
                  </a:lnTo>
                  <a:lnTo>
                    <a:pt x="480" y="598"/>
                  </a:lnTo>
                  <a:lnTo>
                    <a:pt x="491" y="591"/>
                  </a:lnTo>
                  <a:lnTo>
                    <a:pt x="503" y="584"/>
                  </a:lnTo>
                  <a:lnTo>
                    <a:pt x="514" y="575"/>
                  </a:lnTo>
                  <a:lnTo>
                    <a:pt x="525" y="567"/>
                  </a:lnTo>
                  <a:lnTo>
                    <a:pt x="851" y="892"/>
                  </a:lnTo>
                  <a:lnTo>
                    <a:pt x="855" y="897"/>
                  </a:lnTo>
                  <a:lnTo>
                    <a:pt x="860" y="899"/>
                  </a:lnTo>
                  <a:lnTo>
                    <a:pt x="866" y="901"/>
                  </a:lnTo>
                  <a:lnTo>
                    <a:pt x="871" y="901"/>
                  </a:lnTo>
                  <a:lnTo>
                    <a:pt x="878" y="901"/>
                  </a:lnTo>
                  <a:lnTo>
                    <a:pt x="883" y="899"/>
                  </a:lnTo>
                  <a:lnTo>
                    <a:pt x="888" y="897"/>
                  </a:lnTo>
                  <a:lnTo>
                    <a:pt x="893" y="892"/>
                  </a:lnTo>
                  <a:lnTo>
                    <a:pt x="897" y="888"/>
                  </a:lnTo>
                  <a:lnTo>
                    <a:pt x="899" y="883"/>
                  </a:lnTo>
                  <a:lnTo>
                    <a:pt x="901" y="877"/>
                  </a:lnTo>
                  <a:lnTo>
                    <a:pt x="902" y="871"/>
                  </a:lnTo>
                  <a:lnTo>
                    <a:pt x="901" y="866"/>
                  </a:lnTo>
                  <a:lnTo>
                    <a:pt x="899" y="860"/>
                  </a:lnTo>
                  <a:lnTo>
                    <a:pt x="897" y="855"/>
                  </a:lnTo>
                  <a:lnTo>
                    <a:pt x="893" y="851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grpSp>
          <p:nvGrpSpPr>
            <p:cNvPr id="73" name="Group 72" descr="Icon of computer monitors. ">
              <a:extLst>
                <a:ext uri="{FF2B5EF4-FFF2-40B4-BE49-F238E27FC236}">
                  <a16:creationId xmlns:a16="http://schemas.microsoft.com/office/drawing/2014/main" xmlns="" id="{6C60D8E2-BC37-4164-84A8-5B32D836BEC3}"/>
                </a:ext>
              </a:extLst>
            </p:cNvPr>
            <p:cNvGrpSpPr/>
            <p:nvPr/>
          </p:nvGrpSpPr>
          <p:grpSpPr>
            <a:xfrm>
              <a:off x="10377271" y="3635224"/>
              <a:ext cx="382447" cy="382446"/>
              <a:chOff x="879475" y="5100638"/>
              <a:chExt cx="287338" cy="287337"/>
            </a:xfrm>
            <a:solidFill>
              <a:schemeClr val="accent4">
                <a:lumMod val="75000"/>
              </a:schemeClr>
            </a:solidFill>
          </p:grpSpPr>
          <p:sp>
            <p:nvSpPr>
              <p:cNvPr id="74" name="Freeform 1636">
                <a:extLst>
                  <a:ext uri="{FF2B5EF4-FFF2-40B4-BE49-F238E27FC236}">
                    <a16:creationId xmlns:a16="http://schemas.microsoft.com/office/drawing/2014/main" xmlns="" id="{69FF00E7-041A-4CE9-A6E6-F43110659D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08050" y="5233988"/>
                <a:ext cx="38100" cy="9525"/>
              </a:xfrm>
              <a:custGeom>
                <a:avLst/>
                <a:gdLst>
                  <a:gd name="T0" fmla="*/ 105 w 121"/>
                  <a:gd name="T1" fmla="*/ 0 h 30"/>
                  <a:gd name="T2" fmla="*/ 15 w 121"/>
                  <a:gd name="T3" fmla="*/ 0 h 30"/>
                  <a:gd name="T4" fmla="*/ 13 w 121"/>
                  <a:gd name="T5" fmla="*/ 0 h 30"/>
                  <a:gd name="T6" fmla="*/ 9 w 121"/>
                  <a:gd name="T7" fmla="*/ 1 h 30"/>
                  <a:gd name="T8" fmla="*/ 7 w 121"/>
                  <a:gd name="T9" fmla="*/ 2 h 30"/>
                  <a:gd name="T10" fmla="*/ 5 w 121"/>
                  <a:gd name="T11" fmla="*/ 4 h 30"/>
                  <a:gd name="T12" fmla="*/ 3 w 121"/>
                  <a:gd name="T13" fmla="*/ 6 h 30"/>
                  <a:gd name="T14" fmla="*/ 2 w 121"/>
                  <a:gd name="T15" fmla="*/ 9 h 30"/>
                  <a:gd name="T16" fmla="*/ 0 w 121"/>
                  <a:gd name="T17" fmla="*/ 12 h 30"/>
                  <a:gd name="T18" fmla="*/ 0 w 121"/>
                  <a:gd name="T19" fmla="*/ 14 h 30"/>
                  <a:gd name="T20" fmla="*/ 0 w 121"/>
                  <a:gd name="T21" fmla="*/ 17 h 30"/>
                  <a:gd name="T22" fmla="*/ 2 w 121"/>
                  <a:gd name="T23" fmla="*/ 21 h 30"/>
                  <a:gd name="T24" fmla="*/ 3 w 121"/>
                  <a:gd name="T25" fmla="*/ 23 h 30"/>
                  <a:gd name="T26" fmla="*/ 5 w 121"/>
                  <a:gd name="T27" fmla="*/ 25 h 30"/>
                  <a:gd name="T28" fmla="*/ 7 w 121"/>
                  <a:gd name="T29" fmla="*/ 27 h 30"/>
                  <a:gd name="T30" fmla="*/ 9 w 121"/>
                  <a:gd name="T31" fmla="*/ 29 h 30"/>
                  <a:gd name="T32" fmla="*/ 13 w 121"/>
                  <a:gd name="T33" fmla="*/ 30 h 30"/>
                  <a:gd name="T34" fmla="*/ 15 w 121"/>
                  <a:gd name="T35" fmla="*/ 30 h 30"/>
                  <a:gd name="T36" fmla="*/ 105 w 121"/>
                  <a:gd name="T37" fmla="*/ 30 h 30"/>
                  <a:gd name="T38" fmla="*/ 109 w 121"/>
                  <a:gd name="T39" fmla="*/ 30 h 30"/>
                  <a:gd name="T40" fmla="*/ 111 w 121"/>
                  <a:gd name="T41" fmla="*/ 29 h 30"/>
                  <a:gd name="T42" fmla="*/ 114 w 121"/>
                  <a:gd name="T43" fmla="*/ 27 h 30"/>
                  <a:gd name="T44" fmla="*/ 117 w 121"/>
                  <a:gd name="T45" fmla="*/ 25 h 30"/>
                  <a:gd name="T46" fmla="*/ 118 w 121"/>
                  <a:gd name="T47" fmla="*/ 23 h 30"/>
                  <a:gd name="T48" fmla="*/ 120 w 121"/>
                  <a:gd name="T49" fmla="*/ 21 h 30"/>
                  <a:gd name="T50" fmla="*/ 121 w 121"/>
                  <a:gd name="T51" fmla="*/ 17 h 30"/>
                  <a:gd name="T52" fmla="*/ 121 w 121"/>
                  <a:gd name="T53" fmla="*/ 14 h 30"/>
                  <a:gd name="T54" fmla="*/ 121 w 121"/>
                  <a:gd name="T55" fmla="*/ 12 h 30"/>
                  <a:gd name="T56" fmla="*/ 120 w 121"/>
                  <a:gd name="T57" fmla="*/ 9 h 30"/>
                  <a:gd name="T58" fmla="*/ 118 w 121"/>
                  <a:gd name="T59" fmla="*/ 6 h 30"/>
                  <a:gd name="T60" fmla="*/ 117 w 121"/>
                  <a:gd name="T61" fmla="*/ 4 h 30"/>
                  <a:gd name="T62" fmla="*/ 114 w 121"/>
                  <a:gd name="T63" fmla="*/ 2 h 30"/>
                  <a:gd name="T64" fmla="*/ 111 w 121"/>
                  <a:gd name="T65" fmla="*/ 1 h 30"/>
                  <a:gd name="T66" fmla="*/ 109 w 121"/>
                  <a:gd name="T67" fmla="*/ 0 h 30"/>
                  <a:gd name="T68" fmla="*/ 105 w 121"/>
                  <a:gd name="T69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21" h="30">
                    <a:moveTo>
                      <a:pt x="105" y="0"/>
                    </a:moveTo>
                    <a:lnTo>
                      <a:pt x="15" y="0"/>
                    </a:lnTo>
                    <a:lnTo>
                      <a:pt x="13" y="0"/>
                    </a:lnTo>
                    <a:lnTo>
                      <a:pt x="9" y="1"/>
                    </a:lnTo>
                    <a:lnTo>
                      <a:pt x="7" y="2"/>
                    </a:lnTo>
                    <a:lnTo>
                      <a:pt x="5" y="4"/>
                    </a:lnTo>
                    <a:lnTo>
                      <a:pt x="3" y="6"/>
                    </a:lnTo>
                    <a:lnTo>
                      <a:pt x="2" y="9"/>
                    </a:lnTo>
                    <a:lnTo>
                      <a:pt x="0" y="12"/>
                    </a:lnTo>
                    <a:lnTo>
                      <a:pt x="0" y="14"/>
                    </a:lnTo>
                    <a:lnTo>
                      <a:pt x="0" y="17"/>
                    </a:lnTo>
                    <a:lnTo>
                      <a:pt x="2" y="21"/>
                    </a:lnTo>
                    <a:lnTo>
                      <a:pt x="3" y="23"/>
                    </a:lnTo>
                    <a:lnTo>
                      <a:pt x="5" y="25"/>
                    </a:lnTo>
                    <a:lnTo>
                      <a:pt x="7" y="27"/>
                    </a:lnTo>
                    <a:lnTo>
                      <a:pt x="9" y="29"/>
                    </a:lnTo>
                    <a:lnTo>
                      <a:pt x="13" y="30"/>
                    </a:lnTo>
                    <a:lnTo>
                      <a:pt x="15" y="30"/>
                    </a:lnTo>
                    <a:lnTo>
                      <a:pt x="105" y="30"/>
                    </a:lnTo>
                    <a:lnTo>
                      <a:pt x="109" y="30"/>
                    </a:lnTo>
                    <a:lnTo>
                      <a:pt x="111" y="29"/>
                    </a:lnTo>
                    <a:lnTo>
                      <a:pt x="114" y="27"/>
                    </a:lnTo>
                    <a:lnTo>
                      <a:pt x="117" y="25"/>
                    </a:lnTo>
                    <a:lnTo>
                      <a:pt x="118" y="23"/>
                    </a:lnTo>
                    <a:lnTo>
                      <a:pt x="120" y="21"/>
                    </a:lnTo>
                    <a:lnTo>
                      <a:pt x="121" y="17"/>
                    </a:lnTo>
                    <a:lnTo>
                      <a:pt x="121" y="14"/>
                    </a:lnTo>
                    <a:lnTo>
                      <a:pt x="121" y="12"/>
                    </a:lnTo>
                    <a:lnTo>
                      <a:pt x="120" y="9"/>
                    </a:lnTo>
                    <a:lnTo>
                      <a:pt x="118" y="6"/>
                    </a:lnTo>
                    <a:lnTo>
                      <a:pt x="117" y="4"/>
                    </a:lnTo>
                    <a:lnTo>
                      <a:pt x="114" y="2"/>
                    </a:lnTo>
                    <a:lnTo>
                      <a:pt x="111" y="1"/>
                    </a:lnTo>
                    <a:lnTo>
                      <a:pt x="109" y="0"/>
                    </a:lnTo>
                    <a:lnTo>
                      <a:pt x="105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75" name="Freeform 1637">
                <a:extLst>
                  <a:ext uri="{FF2B5EF4-FFF2-40B4-BE49-F238E27FC236}">
                    <a16:creationId xmlns:a16="http://schemas.microsoft.com/office/drawing/2014/main" xmlns="" id="{81654380-670A-482D-81FB-A4FFEA6102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9475" y="5100638"/>
                <a:ext cx="153988" cy="85725"/>
              </a:xfrm>
              <a:custGeom>
                <a:avLst/>
                <a:gdLst>
                  <a:gd name="T0" fmla="*/ 482 w 482"/>
                  <a:gd name="T1" fmla="*/ 60 h 271"/>
                  <a:gd name="T2" fmla="*/ 482 w 482"/>
                  <a:gd name="T3" fmla="*/ 54 h 271"/>
                  <a:gd name="T4" fmla="*/ 481 w 482"/>
                  <a:gd name="T5" fmla="*/ 48 h 271"/>
                  <a:gd name="T6" fmla="*/ 480 w 482"/>
                  <a:gd name="T7" fmla="*/ 42 h 271"/>
                  <a:gd name="T8" fmla="*/ 478 w 482"/>
                  <a:gd name="T9" fmla="*/ 37 h 271"/>
                  <a:gd name="T10" fmla="*/ 475 w 482"/>
                  <a:gd name="T11" fmla="*/ 31 h 271"/>
                  <a:gd name="T12" fmla="*/ 472 w 482"/>
                  <a:gd name="T13" fmla="*/ 27 h 271"/>
                  <a:gd name="T14" fmla="*/ 469 w 482"/>
                  <a:gd name="T15" fmla="*/ 22 h 271"/>
                  <a:gd name="T16" fmla="*/ 464 w 482"/>
                  <a:gd name="T17" fmla="*/ 18 h 271"/>
                  <a:gd name="T18" fmla="*/ 460 w 482"/>
                  <a:gd name="T19" fmla="*/ 13 h 271"/>
                  <a:gd name="T20" fmla="*/ 455 w 482"/>
                  <a:gd name="T21" fmla="*/ 10 h 271"/>
                  <a:gd name="T22" fmla="*/ 451 w 482"/>
                  <a:gd name="T23" fmla="*/ 7 h 271"/>
                  <a:gd name="T24" fmla="*/ 445 w 482"/>
                  <a:gd name="T25" fmla="*/ 5 h 271"/>
                  <a:gd name="T26" fmla="*/ 440 w 482"/>
                  <a:gd name="T27" fmla="*/ 2 h 271"/>
                  <a:gd name="T28" fmla="*/ 434 w 482"/>
                  <a:gd name="T29" fmla="*/ 1 h 271"/>
                  <a:gd name="T30" fmla="*/ 428 w 482"/>
                  <a:gd name="T31" fmla="*/ 0 h 271"/>
                  <a:gd name="T32" fmla="*/ 422 w 482"/>
                  <a:gd name="T33" fmla="*/ 0 h 271"/>
                  <a:gd name="T34" fmla="*/ 59 w 482"/>
                  <a:gd name="T35" fmla="*/ 0 h 271"/>
                  <a:gd name="T36" fmla="*/ 54 w 482"/>
                  <a:gd name="T37" fmla="*/ 0 h 271"/>
                  <a:gd name="T38" fmla="*/ 47 w 482"/>
                  <a:gd name="T39" fmla="*/ 1 h 271"/>
                  <a:gd name="T40" fmla="*/ 42 w 482"/>
                  <a:gd name="T41" fmla="*/ 2 h 271"/>
                  <a:gd name="T42" fmla="*/ 36 w 482"/>
                  <a:gd name="T43" fmla="*/ 5 h 271"/>
                  <a:gd name="T44" fmla="*/ 31 w 482"/>
                  <a:gd name="T45" fmla="*/ 7 h 271"/>
                  <a:gd name="T46" fmla="*/ 26 w 482"/>
                  <a:gd name="T47" fmla="*/ 10 h 271"/>
                  <a:gd name="T48" fmla="*/ 22 w 482"/>
                  <a:gd name="T49" fmla="*/ 13 h 271"/>
                  <a:gd name="T50" fmla="*/ 17 w 482"/>
                  <a:gd name="T51" fmla="*/ 18 h 271"/>
                  <a:gd name="T52" fmla="*/ 13 w 482"/>
                  <a:gd name="T53" fmla="*/ 22 h 271"/>
                  <a:gd name="T54" fmla="*/ 10 w 482"/>
                  <a:gd name="T55" fmla="*/ 27 h 271"/>
                  <a:gd name="T56" fmla="*/ 6 w 482"/>
                  <a:gd name="T57" fmla="*/ 31 h 271"/>
                  <a:gd name="T58" fmla="*/ 4 w 482"/>
                  <a:gd name="T59" fmla="*/ 37 h 271"/>
                  <a:gd name="T60" fmla="*/ 2 w 482"/>
                  <a:gd name="T61" fmla="*/ 42 h 271"/>
                  <a:gd name="T62" fmla="*/ 1 w 482"/>
                  <a:gd name="T63" fmla="*/ 48 h 271"/>
                  <a:gd name="T64" fmla="*/ 0 w 482"/>
                  <a:gd name="T65" fmla="*/ 54 h 271"/>
                  <a:gd name="T66" fmla="*/ 0 w 482"/>
                  <a:gd name="T67" fmla="*/ 60 h 271"/>
                  <a:gd name="T68" fmla="*/ 0 w 482"/>
                  <a:gd name="T69" fmla="*/ 271 h 271"/>
                  <a:gd name="T70" fmla="*/ 482 w 482"/>
                  <a:gd name="T71" fmla="*/ 271 h 271"/>
                  <a:gd name="T72" fmla="*/ 482 w 482"/>
                  <a:gd name="T73" fmla="*/ 60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482" h="271">
                    <a:moveTo>
                      <a:pt x="482" y="60"/>
                    </a:moveTo>
                    <a:lnTo>
                      <a:pt x="482" y="54"/>
                    </a:lnTo>
                    <a:lnTo>
                      <a:pt x="481" y="48"/>
                    </a:lnTo>
                    <a:lnTo>
                      <a:pt x="480" y="42"/>
                    </a:lnTo>
                    <a:lnTo>
                      <a:pt x="478" y="37"/>
                    </a:lnTo>
                    <a:lnTo>
                      <a:pt x="475" y="31"/>
                    </a:lnTo>
                    <a:lnTo>
                      <a:pt x="472" y="27"/>
                    </a:lnTo>
                    <a:lnTo>
                      <a:pt x="469" y="22"/>
                    </a:lnTo>
                    <a:lnTo>
                      <a:pt x="464" y="18"/>
                    </a:lnTo>
                    <a:lnTo>
                      <a:pt x="460" y="13"/>
                    </a:lnTo>
                    <a:lnTo>
                      <a:pt x="455" y="10"/>
                    </a:lnTo>
                    <a:lnTo>
                      <a:pt x="451" y="7"/>
                    </a:lnTo>
                    <a:lnTo>
                      <a:pt x="445" y="5"/>
                    </a:lnTo>
                    <a:lnTo>
                      <a:pt x="440" y="2"/>
                    </a:lnTo>
                    <a:lnTo>
                      <a:pt x="434" y="1"/>
                    </a:lnTo>
                    <a:lnTo>
                      <a:pt x="428" y="0"/>
                    </a:lnTo>
                    <a:lnTo>
                      <a:pt x="422" y="0"/>
                    </a:lnTo>
                    <a:lnTo>
                      <a:pt x="59" y="0"/>
                    </a:lnTo>
                    <a:lnTo>
                      <a:pt x="54" y="0"/>
                    </a:lnTo>
                    <a:lnTo>
                      <a:pt x="47" y="1"/>
                    </a:lnTo>
                    <a:lnTo>
                      <a:pt x="42" y="2"/>
                    </a:lnTo>
                    <a:lnTo>
                      <a:pt x="36" y="5"/>
                    </a:lnTo>
                    <a:lnTo>
                      <a:pt x="31" y="7"/>
                    </a:lnTo>
                    <a:lnTo>
                      <a:pt x="26" y="10"/>
                    </a:lnTo>
                    <a:lnTo>
                      <a:pt x="22" y="13"/>
                    </a:lnTo>
                    <a:lnTo>
                      <a:pt x="17" y="18"/>
                    </a:lnTo>
                    <a:lnTo>
                      <a:pt x="13" y="22"/>
                    </a:lnTo>
                    <a:lnTo>
                      <a:pt x="10" y="27"/>
                    </a:lnTo>
                    <a:lnTo>
                      <a:pt x="6" y="31"/>
                    </a:lnTo>
                    <a:lnTo>
                      <a:pt x="4" y="37"/>
                    </a:lnTo>
                    <a:lnTo>
                      <a:pt x="2" y="42"/>
                    </a:lnTo>
                    <a:lnTo>
                      <a:pt x="1" y="48"/>
                    </a:lnTo>
                    <a:lnTo>
                      <a:pt x="0" y="54"/>
                    </a:lnTo>
                    <a:lnTo>
                      <a:pt x="0" y="60"/>
                    </a:lnTo>
                    <a:lnTo>
                      <a:pt x="0" y="271"/>
                    </a:lnTo>
                    <a:lnTo>
                      <a:pt x="482" y="271"/>
                    </a:lnTo>
                    <a:lnTo>
                      <a:pt x="482" y="6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76" name="Freeform 1638">
                <a:extLst>
                  <a:ext uri="{FF2B5EF4-FFF2-40B4-BE49-F238E27FC236}">
                    <a16:creationId xmlns:a16="http://schemas.microsoft.com/office/drawing/2014/main" xmlns="" id="{FB01E3B0-9770-4D5C-9138-8D07EBC83D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9475" y="5195888"/>
                <a:ext cx="153988" cy="19050"/>
              </a:xfrm>
              <a:custGeom>
                <a:avLst/>
                <a:gdLst>
                  <a:gd name="T0" fmla="*/ 361 w 482"/>
                  <a:gd name="T1" fmla="*/ 30 h 60"/>
                  <a:gd name="T2" fmla="*/ 424 w 482"/>
                  <a:gd name="T3" fmla="*/ 30 h 60"/>
                  <a:gd name="T4" fmla="*/ 475 w 482"/>
                  <a:gd name="T5" fmla="*/ 30 h 60"/>
                  <a:gd name="T6" fmla="*/ 478 w 482"/>
                  <a:gd name="T7" fmla="*/ 23 h 60"/>
                  <a:gd name="T8" fmla="*/ 481 w 482"/>
                  <a:gd name="T9" fmla="*/ 17 h 60"/>
                  <a:gd name="T10" fmla="*/ 482 w 482"/>
                  <a:gd name="T11" fmla="*/ 9 h 60"/>
                  <a:gd name="T12" fmla="*/ 482 w 482"/>
                  <a:gd name="T13" fmla="*/ 2 h 60"/>
                  <a:gd name="T14" fmla="*/ 482 w 482"/>
                  <a:gd name="T15" fmla="*/ 0 h 60"/>
                  <a:gd name="T16" fmla="*/ 0 w 482"/>
                  <a:gd name="T17" fmla="*/ 0 h 60"/>
                  <a:gd name="T18" fmla="*/ 0 w 482"/>
                  <a:gd name="T19" fmla="*/ 6 h 60"/>
                  <a:gd name="T20" fmla="*/ 1 w 482"/>
                  <a:gd name="T21" fmla="*/ 11 h 60"/>
                  <a:gd name="T22" fmla="*/ 2 w 482"/>
                  <a:gd name="T23" fmla="*/ 18 h 60"/>
                  <a:gd name="T24" fmla="*/ 4 w 482"/>
                  <a:gd name="T25" fmla="*/ 23 h 60"/>
                  <a:gd name="T26" fmla="*/ 6 w 482"/>
                  <a:gd name="T27" fmla="*/ 28 h 60"/>
                  <a:gd name="T28" fmla="*/ 10 w 482"/>
                  <a:gd name="T29" fmla="*/ 33 h 60"/>
                  <a:gd name="T30" fmla="*/ 13 w 482"/>
                  <a:gd name="T31" fmla="*/ 38 h 60"/>
                  <a:gd name="T32" fmla="*/ 17 w 482"/>
                  <a:gd name="T33" fmla="*/ 42 h 60"/>
                  <a:gd name="T34" fmla="*/ 22 w 482"/>
                  <a:gd name="T35" fmla="*/ 47 h 60"/>
                  <a:gd name="T36" fmla="*/ 26 w 482"/>
                  <a:gd name="T37" fmla="*/ 50 h 60"/>
                  <a:gd name="T38" fmla="*/ 31 w 482"/>
                  <a:gd name="T39" fmla="*/ 53 h 60"/>
                  <a:gd name="T40" fmla="*/ 36 w 482"/>
                  <a:gd name="T41" fmla="*/ 55 h 60"/>
                  <a:gd name="T42" fmla="*/ 42 w 482"/>
                  <a:gd name="T43" fmla="*/ 58 h 60"/>
                  <a:gd name="T44" fmla="*/ 47 w 482"/>
                  <a:gd name="T45" fmla="*/ 59 h 60"/>
                  <a:gd name="T46" fmla="*/ 54 w 482"/>
                  <a:gd name="T47" fmla="*/ 60 h 60"/>
                  <a:gd name="T48" fmla="*/ 59 w 482"/>
                  <a:gd name="T49" fmla="*/ 60 h 60"/>
                  <a:gd name="T50" fmla="*/ 282 w 482"/>
                  <a:gd name="T51" fmla="*/ 60 h 60"/>
                  <a:gd name="T52" fmla="*/ 291 w 482"/>
                  <a:gd name="T53" fmla="*/ 53 h 60"/>
                  <a:gd name="T54" fmla="*/ 299 w 482"/>
                  <a:gd name="T55" fmla="*/ 48 h 60"/>
                  <a:gd name="T56" fmla="*/ 308 w 482"/>
                  <a:gd name="T57" fmla="*/ 42 h 60"/>
                  <a:gd name="T58" fmla="*/ 318 w 482"/>
                  <a:gd name="T59" fmla="*/ 38 h 60"/>
                  <a:gd name="T60" fmla="*/ 328 w 482"/>
                  <a:gd name="T61" fmla="*/ 34 h 60"/>
                  <a:gd name="T62" fmla="*/ 339 w 482"/>
                  <a:gd name="T63" fmla="*/ 32 h 60"/>
                  <a:gd name="T64" fmla="*/ 350 w 482"/>
                  <a:gd name="T65" fmla="*/ 30 h 60"/>
                  <a:gd name="T66" fmla="*/ 361 w 482"/>
                  <a:gd name="T67" fmla="*/ 3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482" h="60">
                    <a:moveTo>
                      <a:pt x="361" y="30"/>
                    </a:moveTo>
                    <a:lnTo>
                      <a:pt x="424" y="30"/>
                    </a:lnTo>
                    <a:lnTo>
                      <a:pt x="475" y="30"/>
                    </a:lnTo>
                    <a:lnTo>
                      <a:pt x="478" y="23"/>
                    </a:lnTo>
                    <a:lnTo>
                      <a:pt x="481" y="17"/>
                    </a:lnTo>
                    <a:lnTo>
                      <a:pt x="482" y="9"/>
                    </a:lnTo>
                    <a:lnTo>
                      <a:pt x="482" y="2"/>
                    </a:lnTo>
                    <a:lnTo>
                      <a:pt x="482" y="0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1" y="11"/>
                    </a:lnTo>
                    <a:lnTo>
                      <a:pt x="2" y="18"/>
                    </a:lnTo>
                    <a:lnTo>
                      <a:pt x="4" y="23"/>
                    </a:lnTo>
                    <a:lnTo>
                      <a:pt x="6" y="28"/>
                    </a:lnTo>
                    <a:lnTo>
                      <a:pt x="10" y="33"/>
                    </a:lnTo>
                    <a:lnTo>
                      <a:pt x="13" y="38"/>
                    </a:lnTo>
                    <a:lnTo>
                      <a:pt x="17" y="42"/>
                    </a:lnTo>
                    <a:lnTo>
                      <a:pt x="22" y="47"/>
                    </a:lnTo>
                    <a:lnTo>
                      <a:pt x="26" y="50"/>
                    </a:lnTo>
                    <a:lnTo>
                      <a:pt x="31" y="53"/>
                    </a:lnTo>
                    <a:lnTo>
                      <a:pt x="36" y="55"/>
                    </a:lnTo>
                    <a:lnTo>
                      <a:pt x="42" y="58"/>
                    </a:lnTo>
                    <a:lnTo>
                      <a:pt x="47" y="59"/>
                    </a:lnTo>
                    <a:lnTo>
                      <a:pt x="54" y="60"/>
                    </a:lnTo>
                    <a:lnTo>
                      <a:pt x="59" y="60"/>
                    </a:lnTo>
                    <a:lnTo>
                      <a:pt x="282" y="60"/>
                    </a:lnTo>
                    <a:lnTo>
                      <a:pt x="291" y="53"/>
                    </a:lnTo>
                    <a:lnTo>
                      <a:pt x="299" y="48"/>
                    </a:lnTo>
                    <a:lnTo>
                      <a:pt x="308" y="42"/>
                    </a:lnTo>
                    <a:lnTo>
                      <a:pt x="318" y="38"/>
                    </a:lnTo>
                    <a:lnTo>
                      <a:pt x="328" y="34"/>
                    </a:lnTo>
                    <a:lnTo>
                      <a:pt x="339" y="32"/>
                    </a:lnTo>
                    <a:lnTo>
                      <a:pt x="350" y="30"/>
                    </a:lnTo>
                    <a:lnTo>
                      <a:pt x="361" y="3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77" name="Freeform 1639">
                <a:extLst>
                  <a:ext uri="{FF2B5EF4-FFF2-40B4-BE49-F238E27FC236}">
                    <a16:creationId xmlns:a16="http://schemas.microsoft.com/office/drawing/2014/main" xmlns="" id="{B5E3BED9-C2BD-4A86-AB16-4FB4F86512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5200" y="5214938"/>
                <a:ext cx="201613" cy="106363"/>
              </a:xfrm>
              <a:custGeom>
                <a:avLst/>
                <a:gdLst>
                  <a:gd name="T0" fmla="*/ 543 w 633"/>
                  <a:gd name="T1" fmla="*/ 0 h 332"/>
                  <a:gd name="T2" fmla="*/ 153 w 633"/>
                  <a:gd name="T3" fmla="*/ 0 h 332"/>
                  <a:gd name="T4" fmla="*/ 90 w 633"/>
                  <a:gd name="T5" fmla="*/ 0 h 332"/>
                  <a:gd name="T6" fmla="*/ 82 w 633"/>
                  <a:gd name="T7" fmla="*/ 1 h 332"/>
                  <a:gd name="T8" fmla="*/ 73 w 633"/>
                  <a:gd name="T9" fmla="*/ 2 h 332"/>
                  <a:gd name="T10" fmla="*/ 64 w 633"/>
                  <a:gd name="T11" fmla="*/ 4 h 332"/>
                  <a:gd name="T12" fmla="*/ 55 w 633"/>
                  <a:gd name="T13" fmla="*/ 8 h 332"/>
                  <a:gd name="T14" fmla="*/ 47 w 633"/>
                  <a:gd name="T15" fmla="*/ 11 h 332"/>
                  <a:gd name="T16" fmla="*/ 40 w 633"/>
                  <a:gd name="T17" fmla="*/ 15 h 332"/>
                  <a:gd name="T18" fmla="*/ 33 w 633"/>
                  <a:gd name="T19" fmla="*/ 21 h 332"/>
                  <a:gd name="T20" fmla="*/ 26 w 633"/>
                  <a:gd name="T21" fmla="*/ 26 h 332"/>
                  <a:gd name="T22" fmla="*/ 21 w 633"/>
                  <a:gd name="T23" fmla="*/ 33 h 332"/>
                  <a:gd name="T24" fmla="*/ 15 w 633"/>
                  <a:gd name="T25" fmla="*/ 40 h 332"/>
                  <a:gd name="T26" fmla="*/ 11 w 633"/>
                  <a:gd name="T27" fmla="*/ 47 h 332"/>
                  <a:gd name="T28" fmla="*/ 7 w 633"/>
                  <a:gd name="T29" fmla="*/ 55 h 332"/>
                  <a:gd name="T30" fmla="*/ 4 w 633"/>
                  <a:gd name="T31" fmla="*/ 64 h 332"/>
                  <a:gd name="T32" fmla="*/ 2 w 633"/>
                  <a:gd name="T33" fmla="*/ 72 h 332"/>
                  <a:gd name="T34" fmla="*/ 1 w 633"/>
                  <a:gd name="T35" fmla="*/ 82 h 332"/>
                  <a:gd name="T36" fmla="*/ 0 w 633"/>
                  <a:gd name="T37" fmla="*/ 91 h 332"/>
                  <a:gd name="T38" fmla="*/ 0 w 633"/>
                  <a:gd name="T39" fmla="*/ 332 h 332"/>
                  <a:gd name="T40" fmla="*/ 633 w 633"/>
                  <a:gd name="T41" fmla="*/ 332 h 332"/>
                  <a:gd name="T42" fmla="*/ 633 w 633"/>
                  <a:gd name="T43" fmla="*/ 91 h 332"/>
                  <a:gd name="T44" fmla="*/ 633 w 633"/>
                  <a:gd name="T45" fmla="*/ 82 h 332"/>
                  <a:gd name="T46" fmla="*/ 632 w 633"/>
                  <a:gd name="T47" fmla="*/ 72 h 332"/>
                  <a:gd name="T48" fmla="*/ 630 w 633"/>
                  <a:gd name="T49" fmla="*/ 64 h 332"/>
                  <a:gd name="T50" fmla="*/ 627 w 633"/>
                  <a:gd name="T51" fmla="*/ 55 h 332"/>
                  <a:gd name="T52" fmla="*/ 622 w 633"/>
                  <a:gd name="T53" fmla="*/ 47 h 332"/>
                  <a:gd name="T54" fmla="*/ 618 w 633"/>
                  <a:gd name="T55" fmla="*/ 40 h 332"/>
                  <a:gd name="T56" fmla="*/ 614 w 633"/>
                  <a:gd name="T57" fmla="*/ 33 h 332"/>
                  <a:gd name="T58" fmla="*/ 607 w 633"/>
                  <a:gd name="T59" fmla="*/ 26 h 332"/>
                  <a:gd name="T60" fmla="*/ 600 w 633"/>
                  <a:gd name="T61" fmla="*/ 21 h 332"/>
                  <a:gd name="T62" fmla="*/ 594 w 633"/>
                  <a:gd name="T63" fmla="*/ 15 h 332"/>
                  <a:gd name="T64" fmla="*/ 586 w 633"/>
                  <a:gd name="T65" fmla="*/ 11 h 332"/>
                  <a:gd name="T66" fmla="*/ 578 w 633"/>
                  <a:gd name="T67" fmla="*/ 8 h 332"/>
                  <a:gd name="T68" fmla="*/ 570 w 633"/>
                  <a:gd name="T69" fmla="*/ 4 h 332"/>
                  <a:gd name="T70" fmla="*/ 562 w 633"/>
                  <a:gd name="T71" fmla="*/ 2 h 332"/>
                  <a:gd name="T72" fmla="*/ 553 w 633"/>
                  <a:gd name="T73" fmla="*/ 1 h 332"/>
                  <a:gd name="T74" fmla="*/ 543 w 633"/>
                  <a:gd name="T75" fmla="*/ 0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633" h="332">
                    <a:moveTo>
                      <a:pt x="543" y="0"/>
                    </a:moveTo>
                    <a:lnTo>
                      <a:pt x="153" y="0"/>
                    </a:lnTo>
                    <a:lnTo>
                      <a:pt x="90" y="0"/>
                    </a:lnTo>
                    <a:lnTo>
                      <a:pt x="82" y="1"/>
                    </a:lnTo>
                    <a:lnTo>
                      <a:pt x="73" y="2"/>
                    </a:lnTo>
                    <a:lnTo>
                      <a:pt x="64" y="4"/>
                    </a:lnTo>
                    <a:lnTo>
                      <a:pt x="55" y="8"/>
                    </a:lnTo>
                    <a:lnTo>
                      <a:pt x="47" y="11"/>
                    </a:lnTo>
                    <a:lnTo>
                      <a:pt x="40" y="15"/>
                    </a:lnTo>
                    <a:lnTo>
                      <a:pt x="33" y="21"/>
                    </a:lnTo>
                    <a:lnTo>
                      <a:pt x="26" y="26"/>
                    </a:lnTo>
                    <a:lnTo>
                      <a:pt x="21" y="33"/>
                    </a:lnTo>
                    <a:lnTo>
                      <a:pt x="15" y="40"/>
                    </a:lnTo>
                    <a:lnTo>
                      <a:pt x="11" y="47"/>
                    </a:lnTo>
                    <a:lnTo>
                      <a:pt x="7" y="55"/>
                    </a:lnTo>
                    <a:lnTo>
                      <a:pt x="4" y="64"/>
                    </a:lnTo>
                    <a:lnTo>
                      <a:pt x="2" y="72"/>
                    </a:lnTo>
                    <a:lnTo>
                      <a:pt x="1" y="82"/>
                    </a:lnTo>
                    <a:lnTo>
                      <a:pt x="0" y="91"/>
                    </a:lnTo>
                    <a:lnTo>
                      <a:pt x="0" y="332"/>
                    </a:lnTo>
                    <a:lnTo>
                      <a:pt x="633" y="332"/>
                    </a:lnTo>
                    <a:lnTo>
                      <a:pt x="633" y="91"/>
                    </a:lnTo>
                    <a:lnTo>
                      <a:pt x="633" y="82"/>
                    </a:lnTo>
                    <a:lnTo>
                      <a:pt x="632" y="72"/>
                    </a:lnTo>
                    <a:lnTo>
                      <a:pt x="630" y="64"/>
                    </a:lnTo>
                    <a:lnTo>
                      <a:pt x="627" y="55"/>
                    </a:lnTo>
                    <a:lnTo>
                      <a:pt x="622" y="47"/>
                    </a:lnTo>
                    <a:lnTo>
                      <a:pt x="618" y="40"/>
                    </a:lnTo>
                    <a:lnTo>
                      <a:pt x="614" y="33"/>
                    </a:lnTo>
                    <a:lnTo>
                      <a:pt x="607" y="26"/>
                    </a:lnTo>
                    <a:lnTo>
                      <a:pt x="600" y="21"/>
                    </a:lnTo>
                    <a:lnTo>
                      <a:pt x="594" y="15"/>
                    </a:lnTo>
                    <a:lnTo>
                      <a:pt x="586" y="11"/>
                    </a:lnTo>
                    <a:lnTo>
                      <a:pt x="578" y="8"/>
                    </a:lnTo>
                    <a:lnTo>
                      <a:pt x="570" y="4"/>
                    </a:lnTo>
                    <a:lnTo>
                      <a:pt x="562" y="2"/>
                    </a:lnTo>
                    <a:lnTo>
                      <a:pt x="553" y="1"/>
                    </a:lnTo>
                    <a:lnTo>
                      <a:pt x="54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78" name="Freeform 1640">
                <a:extLst>
                  <a:ext uri="{FF2B5EF4-FFF2-40B4-BE49-F238E27FC236}">
                    <a16:creationId xmlns:a16="http://schemas.microsoft.com/office/drawing/2014/main" xmlns="" id="{8A8D0C73-A5C6-464E-846B-C5C294BF227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65200" y="5330825"/>
                <a:ext cx="201613" cy="57150"/>
              </a:xfrm>
              <a:custGeom>
                <a:avLst/>
                <a:gdLst>
                  <a:gd name="T0" fmla="*/ 322 w 633"/>
                  <a:gd name="T1" fmla="*/ 23 h 181"/>
                  <a:gd name="T2" fmla="*/ 329 w 633"/>
                  <a:gd name="T3" fmla="*/ 26 h 181"/>
                  <a:gd name="T4" fmla="*/ 336 w 633"/>
                  <a:gd name="T5" fmla="*/ 33 h 181"/>
                  <a:gd name="T6" fmla="*/ 339 w 633"/>
                  <a:gd name="T7" fmla="*/ 41 h 181"/>
                  <a:gd name="T8" fmla="*/ 339 w 633"/>
                  <a:gd name="T9" fmla="*/ 51 h 181"/>
                  <a:gd name="T10" fmla="*/ 336 w 633"/>
                  <a:gd name="T11" fmla="*/ 58 h 181"/>
                  <a:gd name="T12" fmla="*/ 329 w 633"/>
                  <a:gd name="T13" fmla="*/ 64 h 181"/>
                  <a:gd name="T14" fmla="*/ 322 w 633"/>
                  <a:gd name="T15" fmla="*/ 67 h 181"/>
                  <a:gd name="T16" fmla="*/ 313 w 633"/>
                  <a:gd name="T17" fmla="*/ 67 h 181"/>
                  <a:gd name="T18" fmla="*/ 304 w 633"/>
                  <a:gd name="T19" fmla="*/ 64 h 181"/>
                  <a:gd name="T20" fmla="*/ 298 w 633"/>
                  <a:gd name="T21" fmla="*/ 58 h 181"/>
                  <a:gd name="T22" fmla="*/ 295 w 633"/>
                  <a:gd name="T23" fmla="*/ 51 h 181"/>
                  <a:gd name="T24" fmla="*/ 295 w 633"/>
                  <a:gd name="T25" fmla="*/ 41 h 181"/>
                  <a:gd name="T26" fmla="*/ 298 w 633"/>
                  <a:gd name="T27" fmla="*/ 33 h 181"/>
                  <a:gd name="T28" fmla="*/ 304 w 633"/>
                  <a:gd name="T29" fmla="*/ 26 h 181"/>
                  <a:gd name="T30" fmla="*/ 313 w 633"/>
                  <a:gd name="T31" fmla="*/ 23 h 181"/>
                  <a:gd name="T32" fmla="*/ 0 w 633"/>
                  <a:gd name="T33" fmla="*/ 31 h 181"/>
                  <a:gd name="T34" fmla="*/ 2 w 633"/>
                  <a:gd name="T35" fmla="*/ 48 h 181"/>
                  <a:gd name="T36" fmla="*/ 7 w 633"/>
                  <a:gd name="T37" fmla="*/ 66 h 181"/>
                  <a:gd name="T38" fmla="*/ 15 w 633"/>
                  <a:gd name="T39" fmla="*/ 80 h 181"/>
                  <a:gd name="T40" fmla="*/ 26 w 633"/>
                  <a:gd name="T41" fmla="*/ 95 h 181"/>
                  <a:gd name="T42" fmla="*/ 40 w 633"/>
                  <a:gd name="T43" fmla="*/ 106 h 181"/>
                  <a:gd name="T44" fmla="*/ 55 w 633"/>
                  <a:gd name="T45" fmla="*/ 114 h 181"/>
                  <a:gd name="T46" fmla="*/ 73 w 633"/>
                  <a:gd name="T47" fmla="*/ 119 h 181"/>
                  <a:gd name="T48" fmla="*/ 90 w 633"/>
                  <a:gd name="T49" fmla="*/ 121 h 181"/>
                  <a:gd name="T50" fmla="*/ 302 w 633"/>
                  <a:gd name="T51" fmla="*/ 151 h 181"/>
                  <a:gd name="T52" fmla="*/ 163 w 633"/>
                  <a:gd name="T53" fmla="*/ 151 h 181"/>
                  <a:gd name="T54" fmla="*/ 158 w 633"/>
                  <a:gd name="T55" fmla="*/ 153 h 181"/>
                  <a:gd name="T56" fmla="*/ 153 w 633"/>
                  <a:gd name="T57" fmla="*/ 158 h 181"/>
                  <a:gd name="T58" fmla="*/ 151 w 633"/>
                  <a:gd name="T59" fmla="*/ 163 h 181"/>
                  <a:gd name="T60" fmla="*/ 151 w 633"/>
                  <a:gd name="T61" fmla="*/ 169 h 181"/>
                  <a:gd name="T62" fmla="*/ 153 w 633"/>
                  <a:gd name="T63" fmla="*/ 174 h 181"/>
                  <a:gd name="T64" fmla="*/ 158 w 633"/>
                  <a:gd name="T65" fmla="*/ 179 h 181"/>
                  <a:gd name="T66" fmla="*/ 163 w 633"/>
                  <a:gd name="T67" fmla="*/ 181 h 181"/>
                  <a:gd name="T68" fmla="*/ 468 w 633"/>
                  <a:gd name="T69" fmla="*/ 181 h 181"/>
                  <a:gd name="T70" fmla="*/ 474 w 633"/>
                  <a:gd name="T71" fmla="*/ 180 h 181"/>
                  <a:gd name="T72" fmla="*/ 479 w 633"/>
                  <a:gd name="T73" fmla="*/ 177 h 181"/>
                  <a:gd name="T74" fmla="*/ 482 w 633"/>
                  <a:gd name="T75" fmla="*/ 172 h 181"/>
                  <a:gd name="T76" fmla="*/ 483 w 633"/>
                  <a:gd name="T77" fmla="*/ 167 h 181"/>
                  <a:gd name="T78" fmla="*/ 482 w 633"/>
                  <a:gd name="T79" fmla="*/ 160 h 181"/>
                  <a:gd name="T80" fmla="*/ 479 w 633"/>
                  <a:gd name="T81" fmla="*/ 156 h 181"/>
                  <a:gd name="T82" fmla="*/ 474 w 633"/>
                  <a:gd name="T83" fmla="*/ 152 h 181"/>
                  <a:gd name="T84" fmla="*/ 468 w 633"/>
                  <a:gd name="T85" fmla="*/ 151 h 181"/>
                  <a:gd name="T86" fmla="*/ 332 w 633"/>
                  <a:gd name="T87" fmla="*/ 121 h 181"/>
                  <a:gd name="T88" fmla="*/ 553 w 633"/>
                  <a:gd name="T89" fmla="*/ 120 h 181"/>
                  <a:gd name="T90" fmla="*/ 570 w 633"/>
                  <a:gd name="T91" fmla="*/ 117 h 181"/>
                  <a:gd name="T92" fmla="*/ 586 w 633"/>
                  <a:gd name="T93" fmla="*/ 110 h 181"/>
                  <a:gd name="T94" fmla="*/ 600 w 633"/>
                  <a:gd name="T95" fmla="*/ 100 h 181"/>
                  <a:gd name="T96" fmla="*/ 614 w 633"/>
                  <a:gd name="T97" fmla="*/ 88 h 181"/>
                  <a:gd name="T98" fmla="*/ 622 w 633"/>
                  <a:gd name="T99" fmla="*/ 74 h 181"/>
                  <a:gd name="T100" fmla="*/ 630 w 633"/>
                  <a:gd name="T101" fmla="*/ 57 h 181"/>
                  <a:gd name="T102" fmla="*/ 633 w 633"/>
                  <a:gd name="T103" fmla="*/ 39 h 181"/>
                  <a:gd name="T104" fmla="*/ 633 w 633"/>
                  <a:gd name="T105" fmla="*/ 0 h 181"/>
                  <a:gd name="T106" fmla="*/ 0 w 633"/>
                  <a:gd name="T107" fmla="*/ 31 h 1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633" h="181">
                    <a:moveTo>
                      <a:pt x="317" y="23"/>
                    </a:moveTo>
                    <a:lnTo>
                      <a:pt x="322" y="23"/>
                    </a:lnTo>
                    <a:lnTo>
                      <a:pt x="326" y="25"/>
                    </a:lnTo>
                    <a:lnTo>
                      <a:pt x="329" y="26"/>
                    </a:lnTo>
                    <a:lnTo>
                      <a:pt x="333" y="30"/>
                    </a:lnTo>
                    <a:lnTo>
                      <a:pt x="336" y="33"/>
                    </a:lnTo>
                    <a:lnTo>
                      <a:pt x="338" y="36"/>
                    </a:lnTo>
                    <a:lnTo>
                      <a:pt x="339" y="41"/>
                    </a:lnTo>
                    <a:lnTo>
                      <a:pt x="339" y="45"/>
                    </a:lnTo>
                    <a:lnTo>
                      <a:pt x="339" y="51"/>
                    </a:lnTo>
                    <a:lnTo>
                      <a:pt x="338" y="54"/>
                    </a:lnTo>
                    <a:lnTo>
                      <a:pt x="336" y="58"/>
                    </a:lnTo>
                    <a:lnTo>
                      <a:pt x="333" y="62"/>
                    </a:lnTo>
                    <a:lnTo>
                      <a:pt x="329" y="64"/>
                    </a:lnTo>
                    <a:lnTo>
                      <a:pt x="326" y="66"/>
                    </a:lnTo>
                    <a:lnTo>
                      <a:pt x="322" y="67"/>
                    </a:lnTo>
                    <a:lnTo>
                      <a:pt x="317" y="68"/>
                    </a:lnTo>
                    <a:lnTo>
                      <a:pt x="313" y="67"/>
                    </a:lnTo>
                    <a:lnTo>
                      <a:pt x="308" y="66"/>
                    </a:lnTo>
                    <a:lnTo>
                      <a:pt x="304" y="64"/>
                    </a:lnTo>
                    <a:lnTo>
                      <a:pt x="301" y="62"/>
                    </a:lnTo>
                    <a:lnTo>
                      <a:pt x="298" y="58"/>
                    </a:lnTo>
                    <a:lnTo>
                      <a:pt x="296" y="54"/>
                    </a:lnTo>
                    <a:lnTo>
                      <a:pt x="295" y="51"/>
                    </a:lnTo>
                    <a:lnTo>
                      <a:pt x="294" y="45"/>
                    </a:lnTo>
                    <a:lnTo>
                      <a:pt x="295" y="41"/>
                    </a:lnTo>
                    <a:lnTo>
                      <a:pt x="296" y="36"/>
                    </a:lnTo>
                    <a:lnTo>
                      <a:pt x="298" y="33"/>
                    </a:lnTo>
                    <a:lnTo>
                      <a:pt x="301" y="30"/>
                    </a:lnTo>
                    <a:lnTo>
                      <a:pt x="304" y="26"/>
                    </a:lnTo>
                    <a:lnTo>
                      <a:pt x="308" y="25"/>
                    </a:lnTo>
                    <a:lnTo>
                      <a:pt x="313" y="23"/>
                    </a:lnTo>
                    <a:lnTo>
                      <a:pt x="317" y="23"/>
                    </a:lnTo>
                    <a:close/>
                    <a:moveTo>
                      <a:pt x="0" y="31"/>
                    </a:moveTo>
                    <a:lnTo>
                      <a:pt x="1" y="39"/>
                    </a:lnTo>
                    <a:lnTo>
                      <a:pt x="2" y="48"/>
                    </a:lnTo>
                    <a:lnTo>
                      <a:pt x="4" y="57"/>
                    </a:lnTo>
                    <a:lnTo>
                      <a:pt x="7" y="66"/>
                    </a:lnTo>
                    <a:lnTo>
                      <a:pt x="11" y="74"/>
                    </a:lnTo>
                    <a:lnTo>
                      <a:pt x="15" y="80"/>
                    </a:lnTo>
                    <a:lnTo>
                      <a:pt x="21" y="88"/>
                    </a:lnTo>
                    <a:lnTo>
                      <a:pt x="26" y="95"/>
                    </a:lnTo>
                    <a:lnTo>
                      <a:pt x="33" y="100"/>
                    </a:lnTo>
                    <a:lnTo>
                      <a:pt x="40" y="106"/>
                    </a:lnTo>
                    <a:lnTo>
                      <a:pt x="47" y="110"/>
                    </a:lnTo>
                    <a:lnTo>
                      <a:pt x="55" y="114"/>
                    </a:lnTo>
                    <a:lnTo>
                      <a:pt x="64" y="117"/>
                    </a:lnTo>
                    <a:lnTo>
                      <a:pt x="73" y="119"/>
                    </a:lnTo>
                    <a:lnTo>
                      <a:pt x="82" y="120"/>
                    </a:lnTo>
                    <a:lnTo>
                      <a:pt x="90" y="121"/>
                    </a:lnTo>
                    <a:lnTo>
                      <a:pt x="302" y="121"/>
                    </a:lnTo>
                    <a:lnTo>
                      <a:pt x="302" y="151"/>
                    </a:lnTo>
                    <a:lnTo>
                      <a:pt x="166" y="151"/>
                    </a:lnTo>
                    <a:lnTo>
                      <a:pt x="163" y="151"/>
                    </a:lnTo>
                    <a:lnTo>
                      <a:pt x="160" y="152"/>
                    </a:lnTo>
                    <a:lnTo>
                      <a:pt x="158" y="153"/>
                    </a:lnTo>
                    <a:lnTo>
                      <a:pt x="156" y="156"/>
                    </a:lnTo>
                    <a:lnTo>
                      <a:pt x="153" y="158"/>
                    </a:lnTo>
                    <a:lnTo>
                      <a:pt x="152" y="160"/>
                    </a:lnTo>
                    <a:lnTo>
                      <a:pt x="151" y="163"/>
                    </a:lnTo>
                    <a:lnTo>
                      <a:pt x="151" y="167"/>
                    </a:lnTo>
                    <a:lnTo>
                      <a:pt x="151" y="169"/>
                    </a:lnTo>
                    <a:lnTo>
                      <a:pt x="152" y="172"/>
                    </a:lnTo>
                    <a:lnTo>
                      <a:pt x="153" y="174"/>
                    </a:lnTo>
                    <a:lnTo>
                      <a:pt x="156" y="177"/>
                    </a:lnTo>
                    <a:lnTo>
                      <a:pt x="158" y="179"/>
                    </a:lnTo>
                    <a:lnTo>
                      <a:pt x="160" y="180"/>
                    </a:lnTo>
                    <a:lnTo>
                      <a:pt x="163" y="181"/>
                    </a:lnTo>
                    <a:lnTo>
                      <a:pt x="166" y="181"/>
                    </a:lnTo>
                    <a:lnTo>
                      <a:pt x="468" y="181"/>
                    </a:lnTo>
                    <a:lnTo>
                      <a:pt x="471" y="181"/>
                    </a:lnTo>
                    <a:lnTo>
                      <a:pt x="474" y="180"/>
                    </a:lnTo>
                    <a:lnTo>
                      <a:pt x="476" y="179"/>
                    </a:lnTo>
                    <a:lnTo>
                      <a:pt x="479" y="177"/>
                    </a:lnTo>
                    <a:lnTo>
                      <a:pt x="481" y="174"/>
                    </a:lnTo>
                    <a:lnTo>
                      <a:pt x="482" y="172"/>
                    </a:lnTo>
                    <a:lnTo>
                      <a:pt x="483" y="169"/>
                    </a:lnTo>
                    <a:lnTo>
                      <a:pt x="483" y="167"/>
                    </a:lnTo>
                    <a:lnTo>
                      <a:pt x="483" y="163"/>
                    </a:lnTo>
                    <a:lnTo>
                      <a:pt x="482" y="160"/>
                    </a:lnTo>
                    <a:lnTo>
                      <a:pt x="481" y="158"/>
                    </a:lnTo>
                    <a:lnTo>
                      <a:pt x="479" y="156"/>
                    </a:lnTo>
                    <a:lnTo>
                      <a:pt x="476" y="153"/>
                    </a:lnTo>
                    <a:lnTo>
                      <a:pt x="474" y="152"/>
                    </a:lnTo>
                    <a:lnTo>
                      <a:pt x="471" y="151"/>
                    </a:lnTo>
                    <a:lnTo>
                      <a:pt x="468" y="151"/>
                    </a:lnTo>
                    <a:lnTo>
                      <a:pt x="332" y="151"/>
                    </a:lnTo>
                    <a:lnTo>
                      <a:pt x="332" y="121"/>
                    </a:lnTo>
                    <a:lnTo>
                      <a:pt x="543" y="121"/>
                    </a:lnTo>
                    <a:lnTo>
                      <a:pt x="553" y="120"/>
                    </a:lnTo>
                    <a:lnTo>
                      <a:pt x="562" y="119"/>
                    </a:lnTo>
                    <a:lnTo>
                      <a:pt x="570" y="117"/>
                    </a:lnTo>
                    <a:lnTo>
                      <a:pt x="578" y="114"/>
                    </a:lnTo>
                    <a:lnTo>
                      <a:pt x="586" y="110"/>
                    </a:lnTo>
                    <a:lnTo>
                      <a:pt x="594" y="106"/>
                    </a:lnTo>
                    <a:lnTo>
                      <a:pt x="600" y="100"/>
                    </a:lnTo>
                    <a:lnTo>
                      <a:pt x="607" y="95"/>
                    </a:lnTo>
                    <a:lnTo>
                      <a:pt x="614" y="88"/>
                    </a:lnTo>
                    <a:lnTo>
                      <a:pt x="618" y="80"/>
                    </a:lnTo>
                    <a:lnTo>
                      <a:pt x="622" y="74"/>
                    </a:lnTo>
                    <a:lnTo>
                      <a:pt x="627" y="66"/>
                    </a:lnTo>
                    <a:lnTo>
                      <a:pt x="630" y="57"/>
                    </a:lnTo>
                    <a:lnTo>
                      <a:pt x="632" y="48"/>
                    </a:lnTo>
                    <a:lnTo>
                      <a:pt x="633" y="39"/>
                    </a:lnTo>
                    <a:lnTo>
                      <a:pt x="633" y="31"/>
                    </a:lnTo>
                    <a:lnTo>
                      <a:pt x="633" y="0"/>
                    </a:lnTo>
                    <a:lnTo>
                      <a:pt x="0" y="0"/>
                    </a:lnTo>
                    <a:lnTo>
                      <a:pt x="0" y="3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87579892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accent3">
              <a:lumMod val="75000"/>
            </a:schemeClr>
          </a:fgClr>
          <a:bgClr>
            <a:schemeClr val="accent3">
              <a:lumMod val="5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xmlns="" id="{62A21665-C64F-4BDA-B2DE-442D7060571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/>
        </p:nvGrpSpPr>
        <p:grpSpPr>
          <a:xfrm>
            <a:off x="4325258" y="1544068"/>
            <a:ext cx="3541486" cy="3769865"/>
            <a:chOff x="4325258" y="1229517"/>
            <a:chExt cx="3541486" cy="3769865"/>
          </a:xfrm>
        </p:grpSpPr>
        <p:sp>
          <p:nvSpPr>
            <p:cNvPr id="12" name="Diamond 11">
              <a:extLst>
                <a:ext uri="{FF2B5EF4-FFF2-40B4-BE49-F238E27FC236}">
                  <a16:creationId xmlns:a16="http://schemas.microsoft.com/office/drawing/2014/main" xmlns="" id="{7DC8B409-5FAC-4539-B25A-26BE925A48AF}"/>
                </a:ext>
              </a:extLst>
            </p:cNvPr>
            <p:cNvSpPr/>
            <p:nvPr/>
          </p:nvSpPr>
          <p:spPr>
            <a:xfrm>
              <a:off x="4792319" y="2392018"/>
              <a:ext cx="2607364" cy="2607364"/>
            </a:xfrm>
            <a:prstGeom prst="diamond">
              <a:avLst/>
            </a:pr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Diamond 12">
              <a:extLst>
                <a:ext uri="{FF2B5EF4-FFF2-40B4-BE49-F238E27FC236}">
                  <a16:creationId xmlns:a16="http://schemas.microsoft.com/office/drawing/2014/main" xmlns="" id="{91498E2F-539C-46D3-AF7C-BB1DAE76B114}"/>
                </a:ext>
              </a:extLst>
            </p:cNvPr>
            <p:cNvSpPr/>
            <p:nvPr/>
          </p:nvSpPr>
          <p:spPr>
            <a:xfrm>
              <a:off x="4325258" y="1229517"/>
              <a:ext cx="3541486" cy="3541486"/>
            </a:xfrm>
            <a:prstGeom prst="diamond">
              <a:avLst/>
            </a:prstGeom>
            <a:no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5" name="Title 1">
            <a:extLst>
              <a:ext uri="{FF2B5EF4-FFF2-40B4-BE49-F238E27FC236}">
                <a16:creationId xmlns:a16="http://schemas.microsoft.com/office/drawing/2014/main" xmlns="" id="{FA061601-468D-486D-B8EE-42BD1BE3AD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30403"/>
            <a:ext cx="9144000" cy="997196"/>
          </a:xfrm>
        </p:spPr>
        <p:txBody>
          <a:bodyPr lIns="0" tIns="0" rIns="0" bIns="0" anchor="ctr">
            <a:spAutoFit/>
          </a:bodyPr>
          <a:lstStyle/>
          <a:p>
            <a:r>
              <a:rPr lang="en-US" sz="7200" b="1" dirty="0">
                <a:solidFill>
                  <a:schemeClr val="bg1"/>
                </a:solidFill>
              </a:rPr>
              <a:t>Thank You</a:t>
            </a:r>
            <a:endParaRPr lang="en-US" sz="72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3038163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Custom 73">
      <a:dk1>
        <a:srgbClr val="000000"/>
      </a:dk1>
      <a:lt1>
        <a:sysClr val="window" lastClr="FFFFFF"/>
      </a:lt1>
      <a:dk2>
        <a:srgbClr val="585858"/>
      </a:dk2>
      <a:lt2>
        <a:srgbClr val="E3E3E3"/>
      </a:lt2>
      <a:accent1>
        <a:srgbClr val="E20613"/>
      </a:accent1>
      <a:accent2>
        <a:srgbClr val="A9C038"/>
      </a:accent2>
      <a:accent3>
        <a:srgbClr val="11AEC7"/>
      </a:accent3>
      <a:accent4>
        <a:srgbClr val="F59F26"/>
      </a:accent4>
      <a:accent5>
        <a:srgbClr val="0062A9"/>
      </a:accent5>
      <a:accent6>
        <a:srgbClr val="EB6047"/>
      </a:accent6>
      <a:hlink>
        <a:srgbClr val="8ED9F6"/>
      </a:hlink>
      <a:folHlink>
        <a:srgbClr val="C00000"/>
      </a:folHlink>
    </a:clrScheme>
    <a:fontScheme name="Modern 01">
      <a:majorFont>
        <a:latin typeface="Century Gothic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455520_Project analysis, from 24Slides_SL_V1.potx" id="{55E7247F-78B2-40DB-9AFE-D4DD42FA8F09}" vid="{22E2FD65-A32D-4798-AF43-CE42F250BDD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F609EDA-869E-4BE5-AE5D-B898C584B6FF}">
  <ds:schemaRefs>
    <ds:schemaRef ds:uri="http://purl.org/dc/terms/"/>
    <ds:schemaRef ds:uri="http://schemas.openxmlformats.org/package/2006/metadata/core-properties"/>
    <ds:schemaRef ds:uri="16c05727-aa75-4e4a-9b5f-8a80a1165891"/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schemas.microsoft.com/office/2006/metadata/properties"/>
    <ds:schemaRef ds:uri="71af3243-3dd4-4a8d-8c0d-dd76da1f02a5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2FD05317-60D6-4B3A-8545-888496D1A8E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1A00BBF-EEBB-4E18-B8CB-F926EAAC48F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TM02836342[[fn=Ion]]</Template>
  <TotalTime>0</TotalTime>
  <Words>160</Words>
  <Application>Microsoft Office PowerPoint</Application>
  <PresentationFormat>Widescreen</PresentationFormat>
  <Paragraphs>67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Century Gothic</vt:lpstr>
      <vt:lpstr>Segoe UI</vt:lpstr>
      <vt:lpstr>Segoe UI Light</vt:lpstr>
      <vt:lpstr>Wingdings</vt:lpstr>
      <vt:lpstr>Office Theme</vt:lpstr>
      <vt:lpstr>Big Data and me</vt:lpstr>
      <vt:lpstr>Project analysis slide 2</vt:lpstr>
      <vt:lpstr>Project analysis slide 2</vt:lpstr>
      <vt:lpstr>Project analysis slide 5</vt:lpstr>
      <vt:lpstr>Project analysis slide 3</vt:lpstr>
      <vt:lpstr>Project analysis slide 2</vt:lpstr>
      <vt:lpstr>Project analysis slide 6</vt:lpstr>
      <vt:lpstr>Thank You</vt:lpstr>
    </vt:vector>
  </TitlesOfParts>
  <Manager/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2019-09-10T07:55:15Z</dcterms:created>
  <dcterms:modified xsi:type="dcterms:W3CDTF">2019-09-14T11:02:45Z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