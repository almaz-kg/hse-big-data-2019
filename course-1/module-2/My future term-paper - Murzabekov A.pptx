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6" r:id="rId5"/>
    <p:sldId id="292" r:id="rId6"/>
    <p:sldId id="279" r:id="rId7"/>
    <p:sldId id="280" r:id="rId8"/>
    <p:sldId id="28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6" autoAdjust="0"/>
    <p:restoredTop sz="94652" autoAdjust="0"/>
  </p:normalViewPr>
  <p:slideViewPr>
    <p:cSldViewPr snapToGrid="0" showGuides="1">
      <p:cViewPr varScale="1">
        <p:scale>
          <a:sx n="136" d="100"/>
          <a:sy n="136" d="100"/>
        </p:scale>
        <p:origin x="248" y="376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1B758F-669A-435E-9D64-F39636D1D855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1370D7B-A5C3-4692-9390-31993F46F440}">
      <dgm:prSet phldrT="[Text]"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sz="1100" dirty="0"/>
            <a:t>MACHINE LEARNING</a:t>
          </a:r>
          <a:endParaRPr lang="ru-RU" sz="1100" dirty="0"/>
        </a:p>
      </dgm:t>
    </dgm:pt>
    <dgm:pt modelId="{AC7520C4-CF96-4614-8372-608E918FA3FD}" type="parTrans" cxnId="{A0D0010A-8D92-4930-B1BA-FB5773A04293}">
      <dgm:prSet/>
      <dgm:spPr/>
      <dgm:t>
        <a:bodyPr/>
        <a:lstStyle/>
        <a:p>
          <a:endParaRPr lang="ru-RU"/>
        </a:p>
      </dgm:t>
    </dgm:pt>
    <dgm:pt modelId="{76E1A7D7-67CA-4F60-B7F1-5A9E0B6917F0}" type="sibTrans" cxnId="{A0D0010A-8D92-4930-B1BA-FB5773A04293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/>
            <a:t>DATA ENGINEERING</a:t>
          </a:r>
          <a:endParaRPr lang="ru-RU" dirty="0"/>
        </a:p>
      </dgm:t>
    </dgm:pt>
    <dgm:pt modelId="{70A81B6B-81BE-467E-9656-30BF054A1F8A}">
      <dgm:prSet phldrT="[Text]" custT="1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sz="1100" dirty="0"/>
            <a:t>SOFTWARE ENGINEERING</a:t>
          </a:r>
          <a:endParaRPr lang="ru-RU" sz="1100" dirty="0"/>
        </a:p>
      </dgm:t>
    </dgm:pt>
    <dgm:pt modelId="{E12BB0C3-CE65-4514-93CA-E0D73D421F17}" type="parTrans" cxnId="{BE3C97A2-DF66-451C-9B0A-0CF5157A9762}">
      <dgm:prSet/>
      <dgm:spPr/>
      <dgm:t>
        <a:bodyPr/>
        <a:lstStyle/>
        <a:p>
          <a:endParaRPr lang="ru-RU"/>
        </a:p>
      </dgm:t>
    </dgm:pt>
    <dgm:pt modelId="{CC6C0A3D-F36F-4397-B633-1B3959D9F01F}" type="sibTrans" cxnId="{BE3C97A2-DF66-451C-9B0A-0CF5157A9762}">
      <dgm:prSet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sz="1100" dirty="0"/>
            <a:t>DATA </a:t>
          </a:r>
          <a:r>
            <a:rPr lang="en-US" sz="1050" dirty="0"/>
            <a:t>VISUALIZATION</a:t>
          </a:r>
          <a:endParaRPr lang="ru-RU" sz="1600" dirty="0"/>
        </a:p>
      </dgm:t>
    </dgm:pt>
    <dgm:pt modelId="{5A148F9E-E045-412A-9E3C-E08EBDE65D59}">
      <dgm:prSet phldrT="[Text]"/>
      <dgm:spPr/>
      <dgm:t>
        <a:bodyPr/>
        <a:lstStyle/>
        <a:p>
          <a:endParaRPr lang="ru-RU" dirty="0"/>
        </a:p>
      </dgm:t>
    </dgm:pt>
    <dgm:pt modelId="{21867DFF-54FE-4C87-AE70-AF418A8F5330}" type="parTrans" cxnId="{F785E012-2B77-41CF-AB48-7120BD43FD07}">
      <dgm:prSet/>
      <dgm:spPr/>
      <dgm:t>
        <a:bodyPr/>
        <a:lstStyle/>
        <a:p>
          <a:endParaRPr lang="ru-RU"/>
        </a:p>
      </dgm:t>
    </dgm:pt>
    <dgm:pt modelId="{868735BD-CBEF-407D-B79B-0FF7DB98CF97}" type="sibTrans" cxnId="{F785E012-2B77-41CF-AB48-7120BD43FD07}">
      <dgm:prSet/>
      <dgm:spPr/>
      <dgm:t>
        <a:bodyPr/>
        <a:lstStyle/>
        <a:p>
          <a:endParaRPr lang="ru-RU"/>
        </a:p>
      </dgm:t>
    </dgm:pt>
    <dgm:pt modelId="{27005A4B-8A30-4902-83D9-D15FB78841D8}">
      <dgm:prSet phldrT="[Text]" custT="1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en-US" sz="1100" dirty="0"/>
            <a:t>DATA ANALISYS/ MINING</a:t>
          </a:r>
          <a:endParaRPr lang="ru-RU" sz="1100" dirty="0"/>
        </a:p>
      </dgm:t>
    </dgm:pt>
    <dgm:pt modelId="{4DB2590C-1D60-458E-9AED-56EEE8201C94}" type="sibTrans" cxnId="{3FE5D6AB-2795-45A8-B282-4998FB5EBB48}">
      <dgm:prSet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sz="1050" dirty="0"/>
            <a:t>COMPUTER VISION</a:t>
          </a:r>
          <a:endParaRPr lang="ru-RU" sz="1050" dirty="0"/>
        </a:p>
      </dgm:t>
    </dgm:pt>
    <dgm:pt modelId="{AF067A0B-9A07-467D-ACE1-3FE9E9424DD5}" type="parTrans" cxnId="{3FE5D6AB-2795-45A8-B282-4998FB5EBB48}">
      <dgm:prSet/>
      <dgm:spPr/>
      <dgm:t>
        <a:bodyPr/>
        <a:lstStyle/>
        <a:p>
          <a:endParaRPr lang="ru-RU"/>
        </a:p>
      </dgm:t>
    </dgm:pt>
    <dgm:pt modelId="{4C330C26-1BED-4954-8739-E05696297100}" type="pres">
      <dgm:prSet presAssocID="{EA1B758F-669A-435E-9D64-F39636D1D855}" presName="Name0" presStyleCnt="0">
        <dgm:presLayoutVars>
          <dgm:chMax/>
          <dgm:chPref/>
          <dgm:dir/>
          <dgm:animLvl val="lvl"/>
        </dgm:presLayoutVars>
      </dgm:prSet>
      <dgm:spPr/>
    </dgm:pt>
    <dgm:pt modelId="{E5385E67-2963-462E-965A-F07E3B55F60B}" type="pres">
      <dgm:prSet presAssocID="{B1370D7B-A5C3-4692-9390-31993F46F440}" presName="composite" presStyleCnt="0"/>
      <dgm:spPr/>
    </dgm:pt>
    <dgm:pt modelId="{2D65CA76-B8DC-4847-AA52-B76EF162A016}" type="pres">
      <dgm:prSet presAssocID="{B1370D7B-A5C3-4692-9390-31993F46F440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F69730B3-0CED-4341-B6EF-1D9CAED6971E}" type="pres">
      <dgm:prSet presAssocID="{B1370D7B-A5C3-4692-9390-31993F46F440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7D486854-DF6E-4019-B3C7-2FBDB9D529DB}" type="pres">
      <dgm:prSet presAssocID="{B1370D7B-A5C3-4692-9390-31993F46F440}" presName="BalanceSpacing" presStyleCnt="0"/>
      <dgm:spPr/>
    </dgm:pt>
    <dgm:pt modelId="{936BFA73-4BD2-4551-8C47-5931BF681F6D}" type="pres">
      <dgm:prSet presAssocID="{B1370D7B-A5C3-4692-9390-31993F46F440}" presName="BalanceSpacing1" presStyleCnt="0"/>
      <dgm:spPr/>
    </dgm:pt>
    <dgm:pt modelId="{0C5F4774-3A9E-4F45-97E6-0C249BD314B4}" type="pres">
      <dgm:prSet presAssocID="{76E1A7D7-67CA-4F60-B7F1-5A9E0B6917F0}" presName="Accent1Text" presStyleLbl="node1" presStyleIdx="1" presStyleCnt="6"/>
      <dgm:spPr/>
    </dgm:pt>
    <dgm:pt modelId="{F72579E9-BE00-4269-A594-9EF65EA5B49C}" type="pres">
      <dgm:prSet presAssocID="{76E1A7D7-67CA-4F60-B7F1-5A9E0B6917F0}" presName="spaceBetweenRectangles" presStyleCnt="0"/>
      <dgm:spPr/>
    </dgm:pt>
    <dgm:pt modelId="{9283E2D9-0014-4739-9300-CEBE1590E38E}" type="pres">
      <dgm:prSet presAssocID="{70A81B6B-81BE-467E-9656-30BF054A1F8A}" presName="composite" presStyleCnt="0"/>
      <dgm:spPr/>
    </dgm:pt>
    <dgm:pt modelId="{84441232-B942-4CA6-94C7-B2D892A8AA85}" type="pres">
      <dgm:prSet presAssocID="{70A81B6B-81BE-467E-9656-30BF054A1F8A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43D46427-02AA-4110-971E-B9AB4E96E591}" type="pres">
      <dgm:prSet presAssocID="{70A81B6B-81BE-467E-9656-30BF054A1F8A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72996A56-77A5-4A69-BB9E-45F8DE56B6C7}" type="pres">
      <dgm:prSet presAssocID="{70A81B6B-81BE-467E-9656-30BF054A1F8A}" presName="BalanceSpacing" presStyleCnt="0"/>
      <dgm:spPr/>
    </dgm:pt>
    <dgm:pt modelId="{8AFC0486-0025-4B34-B53E-D8BD78F93BC9}" type="pres">
      <dgm:prSet presAssocID="{70A81B6B-81BE-467E-9656-30BF054A1F8A}" presName="BalanceSpacing1" presStyleCnt="0"/>
      <dgm:spPr/>
    </dgm:pt>
    <dgm:pt modelId="{6094A80A-FC80-4839-8B8B-CCD355F9B434}" type="pres">
      <dgm:prSet presAssocID="{CC6C0A3D-F36F-4397-B633-1B3959D9F01F}" presName="Accent1Text" presStyleLbl="node1" presStyleIdx="3" presStyleCnt="6"/>
      <dgm:spPr/>
    </dgm:pt>
    <dgm:pt modelId="{90C8B58B-E982-40A5-9F61-A05E3BA10E26}" type="pres">
      <dgm:prSet presAssocID="{CC6C0A3D-F36F-4397-B633-1B3959D9F01F}" presName="spaceBetweenRectangles" presStyleCnt="0"/>
      <dgm:spPr/>
    </dgm:pt>
    <dgm:pt modelId="{9B5471B5-4F0F-42BD-8F47-6BA7A45AD1DD}" type="pres">
      <dgm:prSet presAssocID="{27005A4B-8A30-4902-83D9-D15FB78841D8}" presName="composite" presStyleCnt="0"/>
      <dgm:spPr/>
    </dgm:pt>
    <dgm:pt modelId="{05A57A51-E8F9-4E2E-83E2-9038AF3A496B}" type="pres">
      <dgm:prSet presAssocID="{27005A4B-8A30-4902-83D9-D15FB78841D8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05075BC5-DB29-4798-A37A-7F04D77C8E67}" type="pres">
      <dgm:prSet presAssocID="{27005A4B-8A30-4902-83D9-D15FB78841D8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57109DE8-1F05-42CB-8862-560DE30213C3}" type="pres">
      <dgm:prSet presAssocID="{27005A4B-8A30-4902-83D9-D15FB78841D8}" presName="BalanceSpacing" presStyleCnt="0"/>
      <dgm:spPr/>
    </dgm:pt>
    <dgm:pt modelId="{D642561E-6157-45D0-B79A-E67056E34913}" type="pres">
      <dgm:prSet presAssocID="{27005A4B-8A30-4902-83D9-D15FB78841D8}" presName="BalanceSpacing1" presStyleCnt="0"/>
      <dgm:spPr/>
    </dgm:pt>
    <dgm:pt modelId="{5ED6621A-8420-43EE-8E3E-697E9DC04AA0}" type="pres">
      <dgm:prSet presAssocID="{4DB2590C-1D60-458E-9AED-56EEE8201C94}" presName="Accent1Text" presStyleLbl="node1" presStyleIdx="5" presStyleCnt="6"/>
      <dgm:spPr/>
    </dgm:pt>
  </dgm:ptLst>
  <dgm:cxnLst>
    <dgm:cxn modelId="{33095505-F00F-48BE-A144-466364C7FAEE}" type="presOf" srcId="{4DB2590C-1D60-458E-9AED-56EEE8201C94}" destId="{5ED6621A-8420-43EE-8E3E-697E9DC04AA0}" srcOrd="0" destOrd="0" presId="urn:microsoft.com/office/officeart/2008/layout/AlternatingHexagons"/>
    <dgm:cxn modelId="{0EAD3308-01F0-4946-B21D-87E7DD493042}" type="presOf" srcId="{EA1B758F-669A-435E-9D64-F39636D1D855}" destId="{4C330C26-1BED-4954-8739-E05696297100}" srcOrd="0" destOrd="0" presId="urn:microsoft.com/office/officeart/2008/layout/AlternatingHexagons"/>
    <dgm:cxn modelId="{A0D0010A-8D92-4930-B1BA-FB5773A04293}" srcId="{EA1B758F-669A-435E-9D64-F39636D1D855}" destId="{B1370D7B-A5C3-4692-9390-31993F46F440}" srcOrd="0" destOrd="0" parTransId="{AC7520C4-CF96-4614-8372-608E918FA3FD}" sibTransId="{76E1A7D7-67CA-4F60-B7F1-5A9E0B6917F0}"/>
    <dgm:cxn modelId="{9E22770B-A358-48B0-93C5-208B258DE572}" type="presOf" srcId="{B1370D7B-A5C3-4692-9390-31993F46F440}" destId="{2D65CA76-B8DC-4847-AA52-B76EF162A016}" srcOrd="0" destOrd="0" presId="urn:microsoft.com/office/officeart/2008/layout/AlternatingHexagons"/>
    <dgm:cxn modelId="{F785E012-2B77-41CF-AB48-7120BD43FD07}" srcId="{70A81B6B-81BE-467E-9656-30BF054A1F8A}" destId="{5A148F9E-E045-412A-9E3C-E08EBDE65D59}" srcOrd="0" destOrd="0" parTransId="{21867DFF-54FE-4C87-AE70-AF418A8F5330}" sibTransId="{868735BD-CBEF-407D-B79B-0FF7DB98CF97}"/>
    <dgm:cxn modelId="{3C0AA93A-17A1-4289-BCB3-70E008E6BF88}" type="presOf" srcId="{76E1A7D7-67CA-4F60-B7F1-5A9E0B6917F0}" destId="{0C5F4774-3A9E-4F45-97E6-0C249BD314B4}" srcOrd="0" destOrd="0" presId="urn:microsoft.com/office/officeart/2008/layout/AlternatingHexagons"/>
    <dgm:cxn modelId="{623DCB44-110A-47E8-8948-915791B9D72F}" type="presOf" srcId="{70A81B6B-81BE-467E-9656-30BF054A1F8A}" destId="{84441232-B942-4CA6-94C7-B2D892A8AA85}" srcOrd="0" destOrd="0" presId="urn:microsoft.com/office/officeart/2008/layout/AlternatingHexagons"/>
    <dgm:cxn modelId="{81AA1373-7DA2-4EC7-B68A-3EC7B0DAE855}" type="presOf" srcId="{27005A4B-8A30-4902-83D9-D15FB78841D8}" destId="{05A57A51-E8F9-4E2E-83E2-9038AF3A496B}" srcOrd="0" destOrd="0" presId="urn:microsoft.com/office/officeart/2008/layout/AlternatingHexagons"/>
    <dgm:cxn modelId="{57C5EC9F-8AC3-4D2F-BC63-D474AEE2EA99}" type="presOf" srcId="{CC6C0A3D-F36F-4397-B633-1B3959D9F01F}" destId="{6094A80A-FC80-4839-8B8B-CCD355F9B434}" srcOrd="0" destOrd="0" presId="urn:microsoft.com/office/officeart/2008/layout/AlternatingHexagons"/>
    <dgm:cxn modelId="{BE3C97A2-DF66-451C-9B0A-0CF5157A9762}" srcId="{EA1B758F-669A-435E-9D64-F39636D1D855}" destId="{70A81B6B-81BE-467E-9656-30BF054A1F8A}" srcOrd="1" destOrd="0" parTransId="{E12BB0C3-CE65-4514-93CA-E0D73D421F17}" sibTransId="{CC6C0A3D-F36F-4397-B633-1B3959D9F01F}"/>
    <dgm:cxn modelId="{3FE5D6AB-2795-45A8-B282-4998FB5EBB48}" srcId="{EA1B758F-669A-435E-9D64-F39636D1D855}" destId="{27005A4B-8A30-4902-83D9-D15FB78841D8}" srcOrd="2" destOrd="0" parTransId="{AF067A0B-9A07-467D-ACE1-3FE9E9424DD5}" sibTransId="{4DB2590C-1D60-458E-9AED-56EEE8201C94}"/>
    <dgm:cxn modelId="{A3DEFCB8-5156-4ABF-AB80-10DEA978AA7D}" type="presOf" srcId="{5A148F9E-E045-412A-9E3C-E08EBDE65D59}" destId="{43D46427-02AA-4110-971E-B9AB4E96E591}" srcOrd="0" destOrd="0" presId="urn:microsoft.com/office/officeart/2008/layout/AlternatingHexagons"/>
    <dgm:cxn modelId="{728FAB04-ECA5-4FF0-A5C4-E774CA5B88F0}" type="presParOf" srcId="{4C330C26-1BED-4954-8739-E05696297100}" destId="{E5385E67-2963-462E-965A-F07E3B55F60B}" srcOrd="0" destOrd="0" presId="urn:microsoft.com/office/officeart/2008/layout/AlternatingHexagons"/>
    <dgm:cxn modelId="{37F32F47-2204-44A3-9CF1-574095652ACE}" type="presParOf" srcId="{E5385E67-2963-462E-965A-F07E3B55F60B}" destId="{2D65CA76-B8DC-4847-AA52-B76EF162A016}" srcOrd="0" destOrd="0" presId="urn:microsoft.com/office/officeart/2008/layout/AlternatingHexagons"/>
    <dgm:cxn modelId="{0476C438-ECCE-4ABB-9171-60427E02DA4B}" type="presParOf" srcId="{E5385E67-2963-462E-965A-F07E3B55F60B}" destId="{F69730B3-0CED-4341-B6EF-1D9CAED6971E}" srcOrd="1" destOrd="0" presId="urn:microsoft.com/office/officeart/2008/layout/AlternatingHexagons"/>
    <dgm:cxn modelId="{DAAF6DA9-8CCB-4F2B-BF6D-993C1274D3B8}" type="presParOf" srcId="{E5385E67-2963-462E-965A-F07E3B55F60B}" destId="{7D486854-DF6E-4019-B3C7-2FBDB9D529DB}" srcOrd="2" destOrd="0" presId="urn:microsoft.com/office/officeart/2008/layout/AlternatingHexagons"/>
    <dgm:cxn modelId="{749D9F6B-3F12-470E-8953-AD5993790C41}" type="presParOf" srcId="{E5385E67-2963-462E-965A-F07E3B55F60B}" destId="{936BFA73-4BD2-4551-8C47-5931BF681F6D}" srcOrd="3" destOrd="0" presId="urn:microsoft.com/office/officeart/2008/layout/AlternatingHexagons"/>
    <dgm:cxn modelId="{8708053D-64C5-4E53-8C3A-81368F7A12B5}" type="presParOf" srcId="{E5385E67-2963-462E-965A-F07E3B55F60B}" destId="{0C5F4774-3A9E-4F45-97E6-0C249BD314B4}" srcOrd="4" destOrd="0" presId="urn:microsoft.com/office/officeart/2008/layout/AlternatingHexagons"/>
    <dgm:cxn modelId="{CD8E261B-20E9-46AF-BCF4-52822E0CB889}" type="presParOf" srcId="{4C330C26-1BED-4954-8739-E05696297100}" destId="{F72579E9-BE00-4269-A594-9EF65EA5B49C}" srcOrd="1" destOrd="0" presId="urn:microsoft.com/office/officeart/2008/layout/AlternatingHexagons"/>
    <dgm:cxn modelId="{95534F76-C5D4-42FF-94E5-9A194CD8DA75}" type="presParOf" srcId="{4C330C26-1BED-4954-8739-E05696297100}" destId="{9283E2D9-0014-4739-9300-CEBE1590E38E}" srcOrd="2" destOrd="0" presId="urn:microsoft.com/office/officeart/2008/layout/AlternatingHexagons"/>
    <dgm:cxn modelId="{2BE72DFF-9D5E-48E5-979C-19CEDC0F3BB0}" type="presParOf" srcId="{9283E2D9-0014-4739-9300-CEBE1590E38E}" destId="{84441232-B942-4CA6-94C7-B2D892A8AA85}" srcOrd="0" destOrd="0" presId="urn:microsoft.com/office/officeart/2008/layout/AlternatingHexagons"/>
    <dgm:cxn modelId="{B513188E-EA96-4DEE-B737-05E79120C099}" type="presParOf" srcId="{9283E2D9-0014-4739-9300-CEBE1590E38E}" destId="{43D46427-02AA-4110-971E-B9AB4E96E591}" srcOrd="1" destOrd="0" presId="urn:microsoft.com/office/officeart/2008/layout/AlternatingHexagons"/>
    <dgm:cxn modelId="{4BF10E50-2FAF-4BB6-8D0B-D5F2FF5AD46C}" type="presParOf" srcId="{9283E2D9-0014-4739-9300-CEBE1590E38E}" destId="{72996A56-77A5-4A69-BB9E-45F8DE56B6C7}" srcOrd="2" destOrd="0" presId="urn:microsoft.com/office/officeart/2008/layout/AlternatingHexagons"/>
    <dgm:cxn modelId="{1BA69D76-F435-4EA6-B591-21E71A15C3EC}" type="presParOf" srcId="{9283E2D9-0014-4739-9300-CEBE1590E38E}" destId="{8AFC0486-0025-4B34-B53E-D8BD78F93BC9}" srcOrd="3" destOrd="0" presId="urn:microsoft.com/office/officeart/2008/layout/AlternatingHexagons"/>
    <dgm:cxn modelId="{2878CED4-9993-4610-8ADF-429391EB7D6A}" type="presParOf" srcId="{9283E2D9-0014-4739-9300-CEBE1590E38E}" destId="{6094A80A-FC80-4839-8B8B-CCD355F9B434}" srcOrd="4" destOrd="0" presId="urn:microsoft.com/office/officeart/2008/layout/AlternatingHexagons"/>
    <dgm:cxn modelId="{7785A45A-0298-4B8A-BBB4-827E976EEA41}" type="presParOf" srcId="{4C330C26-1BED-4954-8739-E05696297100}" destId="{90C8B58B-E982-40A5-9F61-A05E3BA10E26}" srcOrd="3" destOrd="0" presId="urn:microsoft.com/office/officeart/2008/layout/AlternatingHexagons"/>
    <dgm:cxn modelId="{AB32F567-4AD8-43C6-B350-ABA8F9E4D9BF}" type="presParOf" srcId="{4C330C26-1BED-4954-8739-E05696297100}" destId="{9B5471B5-4F0F-42BD-8F47-6BA7A45AD1DD}" srcOrd="4" destOrd="0" presId="urn:microsoft.com/office/officeart/2008/layout/AlternatingHexagons"/>
    <dgm:cxn modelId="{8C1712B6-7A5C-451E-9D7C-91802ECD5956}" type="presParOf" srcId="{9B5471B5-4F0F-42BD-8F47-6BA7A45AD1DD}" destId="{05A57A51-E8F9-4E2E-83E2-9038AF3A496B}" srcOrd="0" destOrd="0" presId="urn:microsoft.com/office/officeart/2008/layout/AlternatingHexagons"/>
    <dgm:cxn modelId="{402310BE-46FE-4CCC-972A-A10425EF7618}" type="presParOf" srcId="{9B5471B5-4F0F-42BD-8F47-6BA7A45AD1DD}" destId="{05075BC5-DB29-4798-A37A-7F04D77C8E67}" srcOrd="1" destOrd="0" presId="urn:microsoft.com/office/officeart/2008/layout/AlternatingHexagons"/>
    <dgm:cxn modelId="{51D54CE1-1682-44AC-B4F4-8003A5B43968}" type="presParOf" srcId="{9B5471B5-4F0F-42BD-8F47-6BA7A45AD1DD}" destId="{57109DE8-1F05-42CB-8862-560DE30213C3}" srcOrd="2" destOrd="0" presId="urn:microsoft.com/office/officeart/2008/layout/AlternatingHexagons"/>
    <dgm:cxn modelId="{3913E137-7B00-446B-952F-BA89FAB7F52D}" type="presParOf" srcId="{9B5471B5-4F0F-42BD-8F47-6BA7A45AD1DD}" destId="{D642561E-6157-45D0-B79A-E67056E34913}" srcOrd="3" destOrd="0" presId="urn:microsoft.com/office/officeart/2008/layout/AlternatingHexagons"/>
    <dgm:cxn modelId="{3ACFDB9A-8838-42C4-A607-13A7BEFCD315}" type="presParOf" srcId="{9B5471B5-4F0F-42BD-8F47-6BA7A45AD1DD}" destId="{5ED6621A-8420-43EE-8E3E-697E9DC04AA0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65CA76-B8DC-4847-AA52-B76EF162A016}">
      <dsp:nvSpPr>
        <dsp:cNvPr id="0" name=""/>
        <dsp:cNvSpPr/>
      </dsp:nvSpPr>
      <dsp:spPr>
        <a:xfrm rot="5400000">
          <a:off x="5294684" y="99419"/>
          <a:ext cx="1497872" cy="1303149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MACHINE LEARNING</a:t>
          </a:r>
          <a:endParaRPr lang="ru-RU" sz="1100" kern="1200" dirty="0"/>
        </a:p>
      </dsp:txBody>
      <dsp:txXfrm rot="-5400000">
        <a:off x="5595119" y="235476"/>
        <a:ext cx="897001" cy="1031036"/>
      </dsp:txXfrm>
    </dsp:sp>
    <dsp:sp modelId="{F69730B3-0CED-4341-B6EF-1D9CAED6971E}">
      <dsp:nvSpPr>
        <dsp:cNvPr id="0" name=""/>
        <dsp:cNvSpPr/>
      </dsp:nvSpPr>
      <dsp:spPr>
        <a:xfrm>
          <a:off x="6734739" y="301632"/>
          <a:ext cx="1671625" cy="898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5F4774-3A9E-4F45-97E6-0C249BD314B4}">
      <dsp:nvSpPr>
        <dsp:cNvPr id="0" name=""/>
        <dsp:cNvSpPr/>
      </dsp:nvSpPr>
      <dsp:spPr>
        <a:xfrm rot="5400000">
          <a:off x="3887283" y="99419"/>
          <a:ext cx="1497872" cy="1303149"/>
        </a:xfrm>
        <a:prstGeom prst="hexagon">
          <a:avLst>
            <a:gd name="adj" fmla="val 25000"/>
            <a:gd name="vf" fmla="val 115470"/>
          </a:avLst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DATA ENGINEERING</a:t>
          </a:r>
          <a:endParaRPr lang="ru-RU" sz="1200" kern="1200" dirty="0"/>
        </a:p>
      </dsp:txBody>
      <dsp:txXfrm rot="-5400000">
        <a:off x="4187718" y="235476"/>
        <a:ext cx="897001" cy="1031036"/>
      </dsp:txXfrm>
    </dsp:sp>
    <dsp:sp modelId="{84441232-B942-4CA6-94C7-B2D892A8AA85}">
      <dsp:nvSpPr>
        <dsp:cNvPr id="0" name=""/>
        <dsp:cNvSpPr/>
      </dsp:nvSpPr>
      <dsp:spPr>
        <a:xfrm rot="5400000">
          <a:off x="4588287" y="1370813"/>
          <a:ext cx="1497872" cy="1303149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SOFTWARE ENGINEERING</a:t>
          </a:r>
          <a:endParaRPr lang="ru-RU" sz="1100" kern="1200" dirty="0"/>
        </a:p>
      </dsp:txBody>
      <dsp:txXfrm rot="-5400000">
        <a:off x="4888722" y="1506870"/>
        <a:ext cx="897001" cy="1031036"/>
      </dsp:txXfrm>
    </dsp:sp>
    <dsp:sp modelId="{43D46427-02AA-4110-971E-B9AB4E96E591}">
      <dsp:nvSpPr>
        <dsp:cNvPr id="0" name=""/>
        <dsp:cNvSpPr/>
      </dsp:nvSpPr>
      <dsp:spPr>
        <a:xfrm>
          <a:off x="3014023" y="1573026"/>
          <a:ext cx="1617702" cy="898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600" kern="1200" dirty="0"/>
        </a:p>
      </dsp:txBody>
      <dsp:txXfrm>
        <a:off x="3014023" y="1573026"/>
        <a:ext cx="1617702" cy="898723"/>
      </dsp:txXfrm>
    </dsp:sp>
    <dsp:sp modelId="{6094A80A-FC80-4839-8B8B-CCD355F9B434}">
      <dsp:nvSpPr>
        <dsp:cNvPr id="0" name=""/>
        <dsp:cNvSpPr/>
      </dsp:nvSpPr>
      <dsp:spPr>
        <a:xfrm rot="5400000">
          <a:off x="5995689" y="1370813"/>
          <a:ext cx="1497872" cy="1303149"/>
        </a:xfrm>
        <a:prstGeom prst="hexagon">
          <a:avLst>
            <a:gd name="adj" fmla="val 25000"/>
            <a:gd name="vf" fmla="val 115470"/>
          </a:avLst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DATA </a:t>
          </a:r>
          <a:r>
            <a:rPr lang="en-US" sz="1050" kern="1200" dirty="0"/>
            <a:t>VISUALIZATION</a:t>
          </a:r>
          <a:endParaRPr lang="ru-RU" sz="1600" kern="1200" dirty="0"/>
        </a:p>
      </dsp:txBody>
      <dsp:txXfrm rot="-5400000">
        <a:off x="6296124" y="1506870"/>
        <a:ext cx="897001" cy="1031036"/>
      </dsp:txXfrm>
    </dsp:sp>
    <dsp:sp modelId="{05A57A51-E8F9-4E2E-83E2-9038AF3A496B}">
      <dsp:nvSpPr>
        <dsp:cNvPr id="0" name=""/>
        <dsp:cNvSpPr/>
      </dsp:nvSpPr>
      <dsp:spPr>
        <a:xfrm rot="5400000">
          <a:off x="5294684" y="2642208"/>
          <a:ext cx="1497872" cy="1303149"/>
        </a:xfrm>
        <a:prstGeom prst="hexagon">
          <a:avLst>
            <a:gd name="adj" fmla="val 25000"/>
            <a:gd name="vf" fmla="val 115470"/>
          </a:avLst>
        </a:prstGeom>
        <a:solidFill>
          <a:schemeClr val="tx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DATA ANALISYS/ MINING</a:t>
          </a:r>
          <a:endParaRPr lang="ru-RU" sz="1100" kern="1200" dirty="0"/>
        </a:p>
      </dsp:txBody>
      <dsp:txXfrm rot="-5400000">
        <a:off x="5595119" y="2778265"/>
        <a:ext cx="897001" cy="1031036"/>
      </dsp:txXfrm>
    </dsp:sp>
    <dsp:sp modelId="{05075BC5-DB29-4798-A37A-7F04D77C8E67}">
      <dsp:nvSpPr>
        <dsp:cNvPr id="0" name=""/>
        <dsp:cNvSpPr/>
      </dsp:nvSpPr>
      <dsp:spPr>
        <a:xfrm>
          <a:off x="6734739" y="2844421"/>
          <a:ext cx="1671625" cy="898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D6621A-8420-43EE-8E3E-697E9DC04AA0}">
      <dsp:nvSpPr>
        <dsp:cNvPr id="0" name=""/>
        <dsp:cNvSpPr/>
      </dsp:nvSpPr>
      <dsp:spPr>
        <a:xfrm rot="5400000">
          <a:off x="3887283" y="2642208"/>
          <a:ext cx="1497872" cy="1303149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COMPUTER VISION</a:t>
          </a:r>
          <a:endParaRPr lang="ru-RU" sz="1050" kern="1200" dirty="0"/>
        </a:p>
      </dsp:txBody>
      <dsp:txXfrm rot="-5400000">
        <a:off x="4187718" y="2778265"/>
        <a:ext cx="897001" cy="10310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65D3EB-CBDD-4100-83B7-3BFE0A8F41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2B4595-A79D-4567-9FE1-DCF31A42B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C0719-993D-42E1-80ED-8F01056F36C2}" type="datetimeFigureOut">
              <a:rPr lang="en-US" smtClean="0"/>
              <a:t>12/16/19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0E452F-E862-4273-987C-980229E532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E394C-9AD7-48EA-AB0F-18032A3E09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421AD-3AC0-48CB-8727-BB447FD226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1598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3BC9C-6C58-464F-B94E-FD73C5FB016E}" type="datetimeFigureOut">
              <a:rPr lang="en-US" smtClean="0"/>
              <a:t>12/16/19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0DC36-8EFA-4378-9855-E019C55AC4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527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380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5460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5692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91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F864C-44C4-4000-952D-01F31BFB3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392E06-C914-467E-9D4F-BD763EDA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EFBAF-82E9-49AD-B2CF-7D154E0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12/16/19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8006A-94B1-44F7-972D-56767EDE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7BFAB-D84B-45E1-A0BD-2516AC14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6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07FBE-061D-452C-A8A6-213063C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A3535-1708-499D-B5D2-7D8F9FD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06063-A112-49AB-80C8-504D99EC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12/16/19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4C8D5-F898-4318-A76D-1FBD8732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6EC76-E8E8-4FFA-B671-7FA2F3EF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8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2CABF-E3C1-431A-A69C-D4881CC4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84226-69DA-4211-B2C8-C29FD05A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F82DB-B518-40FD-8A66-44B874C0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12/16/19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1CCEE-725F-4745-837B-87EFB70E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1522A-E0E6-406B-BF30-A7C7A572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04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C9BDC-6F21-4EF5-A8DD-E35E27E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8D5F-2AB6-42D3-A54E-AB3E6032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5AB07F-D5F7-402A-AE4E-027BF1CA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08EDC-3863-43B9-93C7-37465DC7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12/16/19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7D452-958D-4159-A9A4-16DD2968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654B6-1460-48B9-AC7E-592F68BA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0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8C848-926A-4FD3-A311-A100A26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ECD90-B4F0-4DFB-BB3D-F2310207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A6C3A-033E-474B-AB97-D8291A04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32B928-3A23-4FCA-AD1F-E45A467B5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C8376-6FC6-4A11-B0DB-9A148E9C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80206F-8846-425C-A56E-16FFBA44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12/16/19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45E89F-12CF-4561-A5F2-1E05783A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B4DFE4-927C-43B1-A061-5CB97FFB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05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0E367-8DA0-4655-BCBC-F4280D86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EF9592-AA3C-4CF8-A5DB-4D010195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12/16/19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2C9377-F93E-4515-852A-2647077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ED076D-476B-42BA-8795-14FE6C1E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55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A599B4-6AB2-4190-82B5-7667EE1E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12/16/19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8FBFB3-AD86-4E39-B8AE-B4EC1452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4AF55-C114-4B60-9A20-56B00A11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20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83DA1-5CB8-405D-9613-8A9B7BC5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2BB15-A24D-42E9-9CAE-BB827226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0849D-D3C3-462A-9751-4EAB0B914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0DD20-7A20-4574-98A4-42779587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12/16/19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0ED2B-71C4-421A-9DB0-676E00C1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4572A-ADFC-4C53-BCA2-42BDF69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95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F5C67-EEEC-4AB0-9653-0F80D6B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D50D6D-5277-4324-AF23-5FAF00783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75657-2BF9-4761-96B6-50EE3CFC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C3F7B-A4C8-4F9D-8165-BC5186EA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12/16/19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96EA5-2FA2-464D-982F-C53E6426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1B398-191B-4AB1-86ED-00D0046E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60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7B869-BFB2-4C20-8AB1-46704BB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007DB-4F12-4428-9C48-5120DF07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FA8DA-0E31-4CA6-BBFC-2467AAD1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12/16/19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974BD-9845-459A-9AAA-12731E25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71B0A-FDFB-4B2C-A9EC-2334C590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40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0B5D73-1652-4A8E-B5A3-101523D72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7FB99-7425-444D-B602-01B672BCE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EA9C5-552A-48A1-AB54-ED54209B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12/16/19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3AAA3-4155-48FB-8F00-16DBE0C9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94EAE-CB3C-4DEF-A66D-583C7AAC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80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445CA-54C1-4DDE-A216-DD2414E3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6395A-6879-4E93-B24E-067F88AC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0FF5B-A6A6-4F0F-AA5D-3F0F69A43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A1498-92C7-4E4B-8045-C9195F453964}" type="datetimeFigureOut">
              <a:rPr lang="en-US" smtClean="0"/>
              <a:t>12/16/19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8FAA-76CC-42EF-8BE0-466A41BB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9FF02-6890-4E10-B958-1097AD32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78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8714" y="4459272"/>
            <a:ext cx="9341708" cy="830997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My future term paper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1C59176D-59A8-4C02-B448-EE01232FB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92319" y="-608242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50B1817-3C7F-41BC-8557-7A00C928E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25258" y="-1770743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 descr="Icon of chart. ">
            <a:extLst>
              <a:ext uri="{FF2B5EF4-FFF2-40B4-BE49-F238E27FC236}">
                <a16:creationId xmlns:a16="http://schemas.microsoft.com/office/drawing/2014/main" id="{B95DF07A-CE7E-4D89-9AA0-25F4FFF3B9C7}"/>
              </a:ext>
            </a:extLst>
          </p:cNvPr>
          <p:cNvGrpSpPr/>
          <p:nvPr/>
        </p:nvGrpSpPr>
        <p:grpSpPr>
          <a:xfrm>
            <a:off x="5394803" y="2933244"/>
            <a:ext cx="1402395" cy="1284404"/>
            <a:chOff x="2025650" y="4786313"/>
            <a:chExt cx="285750" cy="287338"/>
          </a:xfrm>
          <a:solidFill>
            <a:schemeClr val="bg1"/>
          </a:solidFill>
        </p:grpSpPr>
        <p:sp>
          <p:nvSpPr>
            <p:cNvPr id="8" name="Freeform 565">
              <a:extLst>
                <a:ext uri="{FF2B5EF4-FFF2-40B4-BE49-F238E27FC236}">
                  <a16:creationId xmlns:a16="http://schemas.microsoft.com/office/drawing/2014/main" id="{548FC78B-EF83-4185-A63D-1A5A85640B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25650" y="4786313"/>
              <a:ext cx="285750" cy="287338"/>
            </a:xfrm>
            <a:custGeom>
              <a:avLst/>
              <a:gdLst>
                <a:gd name="T0" fmla="*/ 812 w 903"/>
                <a:gd name="T1" fmla="*/ 500 h 903"/>
                <a:gd name="T2" fmla="*/ 810 w 903"/>
                <a:gd name="T3" fmla="*/ 505 h 903"/>
                <a:gd name="T4" fmla="*/ 806 w 903"/>
                <a:gd name="T5" fmla="*/ 509 h 903"/>
                <a:gd name="T6" fmla="*/ 800 w 903"/>
                <a:gd name="T7" fmla="*/ 511 h 903"/>
                <a:gd name="T8" fmla="*/ 105 w 903"/>
                <a:gd name="T9" fmla="*/ 511 h 903"/>
                <a:gd name="T10" fmla="*/ 99 w 903"/>
                <a:gd name="T11" fmla="*/ 510 h 903"/>
                <a:gd name="T12" fmla="*/ 95 w 903"/>
                <a:gd name="T13" fmla="*/ 507 h 903"/>
                <a:gd name="T14" fmla="*/ 92 w 903"/>
                <a:gd name="T15" fmla="*/ 502 h 903"/>
                <a:gd name="T16" fmla="*/ 90 w 903"/>
                <a:gd name="T17" fmla="*/ 496 h 903"/>
                <a:gd name="T18" fmla="*/ 90 w 903"/>
                <a:gd name="T19" fmla="*/ 105 h 903"/>
                <a:gd name="T20" fmla="*/ 92 w 903"/>
                <a:gd name="T21" fmla="*/ 100 h 903"/>
                <a:gd name="T22" fmla="*/ 95 w 903"/>
                <a:gd name="T23" fmla="*/ 94 h 903"/>
                <a:gd name="T24" fmla="*/ 99 w 903"/>
                <a:gd name="T25" fmla="*/ 91 h 903"/>
                <a:gd name="T26" fmla="*/ 105 w 903"/>
                <a:gd name="T27" fmla="*/ 90 h 903"/>
                <a:gd name="T28" fmla="*/ 800 w 903"/>
                <a:gd name="T29" fmla="*/ 90 h 903"/>
                <a:gd name="T30" fmla="*/ 806 w 903"/>
                <a:gd name="T31" fmla="*/ 92 h 903"/>
                <a:gd name="T32" fmla="*/ 810 w 903"/>
                <a:gd name="T33" fmla="*/ 96 h 903"/>
                <a:gd name="T34" fmla="*/ 812 w 903"/>
                <a:gd name="T35" fmla="*/ 102 h 903"/>
                <a:gd name="T36" fmla="*/ 813 w 903"/>
                <a:gd name="T37" fmla="*/ 496 h 903"/>
                <a:gd name="T38" fmla="*/ 15 w 903"/>
                <a:gd name="T39" fmla="*/ 0 h 903"/>
                <a:gd name="T40" fmla="*/ 9 w 903"/>
                <a:gd name="T41" fmla="*/ 1 h 903"/>
                <a:gd name="T42" fmla="*/ 5 w 903"/>
                <a:gd name="T43" fmla="*/ 4 h 903"/>
                <a:gd name="T44" fmla="*/ 1 w 903"/>
                <a:gd name="T45" fmla="*/ 8 h 903"/>
                <a:gd name="T46" fmla="*/ 0 w 903"/>
                <a:gd name="T47" fmla="*/ 15 h 903"/>
                <a:gd name="T48" fmla="*/ 0 w 903"/>
                <a:gd name="T49" fmla="*/ 590 h 903"/>
                <a:gd name="T50" fmla="*/ 2 w 903"/>
                <a:gd name="T51" fmla="*/ 595 h 903"/>
                <a:gd name="T52" fmla="*/ 7 w 903"/>
                <a:gd name="T53" fmla="*/ 599 h 903"/>
                <a:gd name="T54" fmla="*/ 12 w 903"/>
                <a:gd name="T55" fmla="*/ 602 h 903"/>
                <a:gd name="T56" fmla="*/ 437 w 903"/>
                <a:gd name="T57" fmla="*/ 602 h 903"/>
                <a:gd name="T58" fmla="*/ 260 w 903"/>
                <a:gd name="T59" fmla="*/ 877 h 903"/>
                <a:gd name="T60" fmla="*/ 257 w 903"/>
                <a:gd name="T61" fmla="*/ 883 h 903"/>
                <a:gd name="T62" fmla="*/ 256 w 903"/>
                <a:gd name="T63" fmla="*/ 888 h 903"/>
                <a:gd name="T64" fmla="*/ 257 w 903"/>
                <a:gd name="T65" fmla="*/ 893 h 903"/>
                <a:gd name="T66" fmla="*/ 260 w 903"/>
                <a:gd name="T67" fmla="*/ 899 h 903"/>
                <a:gd name="T68" fmla="*/ 265 w 903"/>
                <a:gd name="T69" fmla="*/ 902 h 903"/>
                <a:gd name="T70" fmla="*/ 271 w 903"/>
                <a:gd name="T71" fmla="*/ 903 h 903"/>
                <a:gd name="T72" fmla="*/ 277 w 903"/>
                <a:gd name="T73" fmla="*/ 902 h 903"/>
                <a:gd name="T74" fmla="*/ 281 w 903"/>
                <a:gd name="T75" fmla="*/ 899 h 903"/>
                <a:gd name="T76" fmla="*/ 621 w 903"/>
                <a:gd name="T77" fmla="*/ 899 h 903"/>
                <a:gd name="T78" fmla="*/ 627 w 903"/>
                <a:gd name="T79" fmla="*/ 902 h 903"/>
                <a:gd name="T80" fmla="*/ 632 w 903"/>
                <a:gd name="T81" fmla="*/ 903 h 903"/>
                <a:gd name="T82" fmla="*/ 637 w 903"/>
                <a:gd name="T83" fmla="*/ 902 h 903"/>
                <a:gd name="T84" fmla="*/ 643 w 903"/>
                <a:gd name="T85" fmla="*/ 899 h 903"/>
                <a:gd name="T86" fmla="*/ 646 w 903"/>
                <a:gd name="T87" fmla="*/ 893 h 903"/>
                <a:gd name="T88" fmla="*/ 647 w 903"/>
                <a:gd name="T89" fmla="*/ 888 h 903"/>
                <a:gd name="T90" fmla="*/ 646 w 903"/>
                <a:gd name="T91" fmla="*/ 883 h 903"/>
                <a:gd name="T92" fmla="*/ 643 w 903"/>
                <a:gd name="T93" fmla="*/ 877 h 903"/>
                <a:gd name="T94" fmla="*/ 467 w 903"/>
                <a:gd name="T95" fmla="*/ 602 h 903"/>
                <a:gd name="T96" fmla="*/ 892 w 903"/>
                <a:gd name="T97" fmla="*/ 602 h 903"/>
                <a:gd name="T98" fmla="*/ 897 w 903"/>
                <a:gd name="T99" fmla="*/ 599 h 903"/>
                <a:gd name="T100" fmla="*/ 900 w 903"/>
                <a:gd name="T101" fmla="*/ 595 h 903"/>
                <a:gd name="T102" fmla="*/ 902 w 903"/>
                <a:gd name="T103" fmla="*/ 590 h 903"/>
                <a:gd name="T104" fmla="*/ 903 w 903"/>
                <a:gd name="T105" fmla="*/ 15 h 903"/>
                <a:gd name="T106" fmla="*/ 902 w 903"/>
                <a:gd name="T107" fmla="*/ 8 h 903"/>
                <a:gd name="T108" fmla="*/ 899 w 903"/>
                <a:gd name="T109" fmla="*/ 4 h 903"/>
                <a:gd name="T110" fmla="*/ 894 w 903"/>
                <a:gd name="T111" fmla="*/ 1 h 903"/>
                <a:gd name="T112" fmla="*/ 888 w 903"/>
                <a:gd name="T11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3" h="903">
                  <a:moveTo>
                    <a:pt x="813" y="496"/>
                  </a:moveTo>
                  <a:lnTo>
                    <a:pt x="812" y="500"/>
                  </a:lnTo>
                  <a:lnTo>
                    <a:pt x="811" y="502"/>
                  </a:lnTo>
                  <a:lnTo>
                    <a:pt x="810" y="505"/>
                  </a:lnTo>
                  <a:lnTo>
                    <a:pt x="808" y="507"/>
                  </a:lnTo>
                  <a:lnTo>
                    <a:pt x="806" y="509"/>
                  </a:lnTo>
                  <a:lnTo>
                    <a:pt x="804" y="510"/>
                  </a:lnTo>
                  <a:lnTo>
                    <a:pt x="800" y="511"/>
                  </a:lnTo>
                  <a:lnTo>
                    <a:pt x="797" y="511"/>
                  </a:lnTo>
                  <a:lnTo>
                    <a:pt x="105" y="511"/>
                  </a:lnTo>
                  <a:lnTo>
                    <a:pt x="102" y="511"/>
                  </a:lnTo>
                  <a:lnTo>
                    <a:pt x="99" y="510"/>
                  </a:lnTo>
                  <a:lnTo>
                    <a:pt x="97" y="509"/>
                  </a:lnTo>
                  <a:lnTo>
                    <a:pt x="95" y="507"/>
                  </a:lnTo>
                  <a:lnTo>
                    <a:pt x="93" y="505"/>
                  </a:lnTo>
                  <a:lnTo>
                    <a:pt x="92" y="502"/>
                  </a:lnTo>
                  <a:lnTo>
                    <a:pt x="90" y="500"/>
                  </a:lnTo>
                  <a:lnTo>
                    <a:pt x="90" y="496"/>
                  </a:lnTo>
                  <a:lnTo>
                    <a:pt x="90" y="316"/>
                  </a:lnTo>
                  <a:lnTo>
                    <a:pt x="90" y="105"/>
                  </a:lnTo>
                  <a:lnTo>
                    <a:pt x="90" y="102"/>
                  </a:lnTo>
                  <a:lnTo>
                    <a:pt x="92" y="100"/>
                  </a:lnTo>
                  <a:lnTo>
                    <a:pt x="93" y="96"/>
                  </a:lnTo>
                  <a:lnTo>
                    <a:pt x="95" y="94"/>
                  </a:lnTo>
                  <a:lnTo>
                    <a:pt x="97" y="92"/>
                  </a:lnTo>
                  <a:lnTo>
                    <a:pt x="99" y="91"/>
                  </a:lnTo>
                  <a:lnTo>
                    <a:pt x="102" y="90"/>
                  </a:lnTo>
                  <a:lnTo>
                    <a:pt x="105" y="90"/>
                  </a:lnTo>
                  <a:lnTo>
                    <a:pt x="798" y="90"/>
                  </a:lnTo>
                  <a:lnTo>
                    <a:pt x="800" y="90"/>
                  </a:lnTo>
                  <a:lnTo>
                    <a:pt x="804" y="91"/>
                  </a:lnTo>
                  <a:lnTo>
                    <a:pt x="806" y="92"/>
                  </a:lnTo>
                  <a:lnTo>
                    <a:pt x="808" y="94"/>
                  </a:lnTo>
                  <a:lnTo>
                    <a:pt x="810" y="96"/>
                  </a:lnTo>
                  <a:lnTo>
                    <a:pt x="811" y="100"/>
                  </a:lnTo>
                  <a:lnTo>
                    <a:pt x="812" y="102"/>
                  </a:lnTo>
                  <a:lnTo>
                    <a:pt x="813" y="105"/>
                  </a:lnTo>
                  <a:lnTo>
                    <a:pt x="813" y="496"/>
                  </a:lnTo>
                  <a:close/>
                  <a:moveTo>
                    <a:pt x="888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587"/>
                  </a:lnTo>
                  <a:lnTo>
                    <a:pt x="0" y="590"/>
                  </a:lnTo>
                  <a:lnTo>
                    <a:pt x="1" y="593"/>
                  </a:lnTo>
                  <a:lnTo>
                    <a:pt x="2" y="595"/>
                  </a:lnTo>
                  <a:lnTo>
                    <a:pt x="5" y="597"/>
                  </a:lnTo>
                  <a:lnTo>
                    <a:pt x="7" y="599"/>
                  </a:lnTo>
                  <a:lnTo>
                    <a:pt x="9" y="601"/>
                  </a:lnTo>
                  <a:lnTo>
                    <a:pt x="12" y="602"/>
                  </a:lnTo>
                  <a:lnTo>
                    <a:pt x="15" y="602"/>
                  </a:lnTo>
                  <a:lnTo>
                    <a:pt x="437" y="602"/>
                  </a:lnTo>
                  <a:lnTo>
                    <a:pt x="437" y="701"/>
                  </a:lnTo>
                  <a:lnTo>
                    <a:pt x="260" y="877"/>
                  </a:lnTo>
                  <a:lnTo>
                    <a:pt x="259" y="879"/>
                  </a:lnTo>
                  <a:lnTo>
                    <a:pt x="257" y="883"/>
                  </a:lnTo>
                  <a:lnTo>
                    <a:pt x="256" y="885"/>
                  </a:lnTo>
                  <a:lnTo>
                    <a:pt x="256" y="888"/>
                  </a:lnTo>
                  <a:lnTo>
                    <a:pt x="256" y="891"/>
                  </a:lnTo>
                  <a:lnTo>
                    <a:pt x="257" y="893"/>
                  </a:lnTo>
                  <a:lnTo>
                    <a:pt x="259" y="897"/>
                  </a:lnTo>
                  <a:lnTo>
                    <a:pt x="260" y="899"/>
                  </a:lnTo>
                  <a:lnTo>
                    <a:pt x="263" y="901"/>
                  </a:lnTo>
                  <a:lnTo>
                    <a:pt x="265" y="902"/>
                  </a:lnTo>
                  <a:lnTo>
                    <a:pt x="268" y="903"/>
                  </a:lnTo>
                  <a:lnTo>
                    <a:pt x="271" y="903"/>
                  </a:lnTo>
                  <a:lnTo>
                    <a:pt x="274" y="903"/>
                  </a:lnTo>
                  <a:lnTo>
                    <a:pt x="277" y="902"/>
                  </a:lnTo>
                  <a:lnTo>
                    <a:pt x="279" y="901"/>
                  </a:lnTo>
                  <a:lnTo>
                    <a:pt x="281" y="899"/>
                  </a:lnTo>
                  <a:lnTo>
                    <a:pt x="452" y="728"/>
                  </a:lnTo>
                  <a:lnTo>
                    <a:pt x="621" y="899"/>
                  </a:lnTo>
                  <a:lnTo>
                    <a:pt x="623" y="901"/>
                  </a:lnTo>
                  <a:lnTo>
                    <a:pt x="627" y="902"/>
                  </a:lnTo>
                  <a:lnTo>
                    <a:pt x="629" y="903"/>
                  </a:lnTo>
                  <a:lnTo>
                    <a:pt x="632" y="903"/>
                  </a:lnTo>
                  <a:lnTo>
                    <a:pt x="635" y="903"/>
                  </a:lnTo>
                  <a:lnTo>
                    <a:pt x="637" y="902"/>
                  </a:lnTo>
                  <a:lnTo>
                    <a:pt x="641" y="901"/>
                  </a:lnTo>
                  <a:lnTo>
                    <a:pt x="643" y="899"/>
                  </a:lnTo>
                  <a:lnTo>
                    <a:pt x="645" y="897"/>
                  </a:lnTo>
                  <a:lnTo>
                    <a:pt x="646" y="893"/>
                  </a:lnTo>
                  <a:lnTo>
                    <a:pt x="647" y="891"/>
                  </a:lnTo>
                  <a:lnTo>
                    <a:pt x="647" y="888"/>
                  </a:lnTo>
                  <a:lnTo>
                    <a:pt x="647" y="885"/>
                  </a:lnTo>
                  <a:lnTo>
                    <a:pt x="646" y="883"/>
                  </a:lnTo>
                  <a:lnTo>
                    <a:pt x="645" y="879"/>
                  </a:lnTo>
                  <a:lnTo>
                    <a:pt x="643" y="877"/>
                  </a:lnTo>
                  <a:lnTo>
                    <a:pt x="467" y="701"/>
                  </a:lnTo>
                  <a:lnTo>
                    <a:pt x="467" y="602"/>
                  </a:lnTo>
                  <a:lnTo>
                    <a:pt x="888" y="602"/>
                  </a:lnTo>
                  <a:lnTo>
                    <a:pt x="892" y="602"/>
                  </a:lnTo>
                  <a:lnTo>
                    <a:pt x="894" y="601"/>
                  </a:lnTo>
                  <a:lnTo>
                    <a:pt x="897" y="599"/>
                  </a:lnTo>
                  <a:lnTo>
                    <a:pt x="899" y="597"/>
                  </a:lnTo>
                  <a:lnTo>
                    <a:pt x="900" y="595"/>
                  </a:lnTo>
                  <a:lnTo>
                    <a:pt x="902" y="593"/>
                  </a:lnTo>
                  <a:lnTo>
                    <a:pt x="902" y="590"/>
                  </a:lnTo>
                  <a:lnTo>
                    <a:pt x="903" y="587"/>
                  </a:lnTo>
                  <a:lnTo>
                    <a:pt x="903" y="15"/>
                  </a:lnTo>
                  <a:lnTo>
                    <a:pt x="902" y="12"/>
                  </a:lnTo>
                  <a:lnTo>
                    <a:pt x="902" y="8"/>
                  </a:lnTo>
                  <a:lnTo>
                    <a:pt x="900" y="6"/>
                  </a:lnTo>
                  <a:lnTo>
                    <a:pt x="899" y="4"/>
                  </a:lnTo>
                  <a:lnTo>
                    <a:pt x="897" y="2"/>
                  </a:lnTo>
                  <a:lnTo>
                    <a:pt x="894" y="1"/>
                  </a:lnTo>
                  <a:lnTo>
                    <a:pt x="892" y="0"/>
                  </a:lnTo>
                  <a:lnTo>
                    <a:pt x="88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566">
              <a:extLst>
                <a:ext uri="{FF2B5EF4-FFF2-40B4-BE49-F238E27FC236}">
                  <a16:creationId xmlns:a16="http://schemas.microsoft.com/office/drawing/2014/main" id="{B7B50F87-A3AA-4FB6-9692-24BF5512F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4225" y="4843463"/>
              <a:ext cx="200025" cy="73025"/>
            </a:xfrm>
            <a:custGeom>
              <a:avLst/>
              <a:gdLst>
                <a:gd name="T0" fmla="*/ 151 w 632"/>
                <a:gd name="T1" fmla="*/ 151 h 226"/>
                <a:gd name="T2" fmla="*/ 157 w 632"/>
                <a:gd name="T3" fmla="*/ 149 h 226"/>
                <a:gd name="T4" fmla="*/ 161 w 632"/>
                <a:gd name="T5" fmla="*/ 146 h 226"/>
                <a:gd name="T6" fmla="*/ 288 w 632"/>
                <a:gd name="T7" fmla="*/ 217 h 226"/>
                <a:gd name="T8" fmla="*/ 292 w 632"/>
                <a:gd name="T9" fmla="*/ 223 h 226"/>
                <a:gd name="T10" fmla="*/ 299 w 632"/>
                <a:gd name="T11" fmla="*/ 226 h 226"/>
                <a:gd name="T12" fmla="*/ 302 w 632"/>
                <a:gd name="T13" fmla="*/ 226 h 226"/>
                <a:gd name="T14" fmla="*/ 307 w 632"/>
                <a:gd name="T15" fmla="*/ 225 h 226"/>
                <a:gd name="T16" fmla="*/ 313 w 632"/>
                <a:gd name="T17" fmla="*/ 222 h 226"/>
                <a:gd name="T18" fmla="*/ 471 w 632"/>
                <a:gd name="T19" fmla="*/ 191 h 226"/>
                <a:gd name="T20" fmla="*/ 477 w 632"/>
                <a:gd name="T21" fmla="*/ 195 h 226"/>
                <a:gd name="T22" fmla="*/ 483 w 632"/>
                <a:gd name="T23" fmla="*/ 196 h 226"/>
                <a:gd name="T24" fmla="*/ 488 w 632"/>
                <a:gd name="T25" fmla="*/ 194 h 226"/>
                <a:gd name="T26" fmla="*/ 494 w 632"/>
                <a:gd name="T27" fmla="*/ 191 h 226"/>
                <a:gd name="T28" fmla="*/ 631 w 632"/>
                <a:gd name="T29" fmla="*/ 23 h 226"/>
                <a:gd name="T30" fmla="*/ 632 w 632"/>
                <a:gd name="T31" fmla="*/ 16 h 226"/>
                <a:gd name="T32" fmla="*/ 632 w 632"/>
                <a:gd name="T33" fmla="*/ 11 h 226"/>
                <a:gd name="T34" fmla="*/ 629 w 632"/>
                <a:gd name="T35" fmla="*/ 5 h 226"/>
                <a:gd name="T36" fmla="*/ 625 w 632"/>
                <a:gd name="T37" fmla="*/ 2 h 226"/>
                <a:gd name="T38" fmla="*/ 619 w 632"/>
                <a:gd name="T39" fmla="*/ 0 h 226"/>
                <a:gd name="T40" fmla="*/ 613 w 632"/>
                <a:gd name="T41" fmla="*/ 1 h 226"/>
                <a:gd name="T42" fmla="*/ 607 w 632"/>
                <a:gd name="T43" fmla="*/ 3 h 226"/>
                <a:gd name="T44" fmla="*/ 481 w 632"/>
                <a:gd name="T45" fmla="*/ 159 h 226"/>
                <a:gd name="T46" fmla="*/ 415 w 632"/>
                <a:gd name="T47" fmla="*/ 93 h 226"/>
                <a:gd name="T48" fmla="*/ 409 w 632"/>
                <a:gd name="T49" fmla="*/ 91 h 226"/>
                <a:gd name="T50" fmla="*/ 404 w 632"/>
                <a:gd name="T51" fmla="*/ 91 h 226"/>
                <a:gd name="T52" fmla="*/ 398 w 632"/>
                <a:gd name="T53" fmla="*/ 93 h 226"/>
                <a:gd name="T54" fmla="*/ 307 w 632"/>
                <a:gd name="T55" fmla="*/ 185 h 226"/>
                <a:gd name="T56" fmla="*/ 247 w 632"/>
                <a:gd name="T57" fmla="*/ 39 h 226"/>
                <a:gd name="T58" fmla="*/ 242 w 632"/>
                <a:gd name="T59" fmla="*/ 34 h 226"/>
                <a:gd name="T60" fmla="*/ 234 w 632"/>
                <a:gd name="T61" fmla="*/ 33 h 226"/>
                <a:gd name="T62" fmla="*/ 227 w 632"/>
                <a:gd name="T63" fmla="*/ 35 h 226"/>
                <a:gd name="T64" fmla="*/ 144 w 632"/>
                <a:gd name="T65" fmla="*/ 121 h 226"/>
                <a:gd name="T66" fmla="*/ 12 w 632"/>
                <a:gd name="T67" fmla="*/ 121 h 226"/>
                <a:gd name="T68" fmla="*/ 7 w 632"/>
                <a:gd name="T69" fmla="*/ 123 h 226"/>
                <a:gd name="T70" fmla="*/ 3 w 632"/>
                <a:gd name="T71" fmla="*/ 128 h 226"/>
                <a:gd name="T72" fmla="*/ 0 w 632"/>
                <a:gd name="T73" fmla="*/ 133 h 226"/>
                <a:gd name="T74" fmla="*/ 0 w 632"/>
                <a:gd name="T75" fmla="*/ 138 h 226"/>
                <a:gd name="T76" fmla="*/ 3 w 632"/>
                <a:gd name="T77" fmla="*/ 144 h 226"/>
                <a:gd name="T78" fmla="*/ 7 w 632"/>
                <a:gd name="T79" fmla="*/ 148 h 226"/>
                <a:gd name="T80" fmla="*/ 12 w 632"/>
                <a:gd name="T81" fmla="*/ 150 h 226"/>
                <a:gd name="T82" fmla="*/ 15 w 632"/>
                <a:gd name="T83" fmla="*/ 15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32" h="226">
                  <a:moveTo>
                    <a:pt x="15" y="151"/>
                  </a:moveTo>
                  <a:lnTo>
                    <a:pt x="151" y="151"/>
                  </a:lnTo>
                  <a:lnTo>
                    <a:pt x="154" y="150"/>
                  </a:lnTo>
                  <a:lnTo>
                    <a:pt x="157" y="149"/>
                  </a:lnTo>
                  <a:lnTo>
                    <a:pt x="159" y="148"/>
                  </a:lnTo>
                  <a:lnTo>
                    <a:pt x="161" y="146"/>
                  </a:lnTo>
                  <a:lnTo>
                    <a:pt x="230" y="75"/>
                  </a:lnTo>
                  <a:lnTo>
                    <a:pt x="288" y="217"/>
                  </a:lnTo>
                  <a:lnTo>
                    <a:pt x="289" y="220"/>
                  </a:lnTo>
                  <a:lnTo>
                    <a:pt x="292" y="223"/>
                  </a:lnTo>
                  <a:lnTo>
                    <a:pt x="294" y="224"/>
                  </a:lnTo>
                  <a:lnTo>
                    <a:pt x="299" y="226"/>
                  </a:lnTo>
                  <a:lnTo>
                    <a:pt x="300" y="226"/>
                  </a:lnTo>
                  <a:lnTo>
                    <a:pt x="302" y="226"/>
                  </a:lnTo>
                  <a:lnTo>
                    <a:pt x="304" y="226"/>
                  </a:lnTo>
                  <a:lnTo>
                    <a:pt x="307" y="225"/>
                  </a:lnTo>
                  <a:lnTo>
                    <a:pt x="309" y="223"/>
                  </a:lnTo>
                  <a:lnTo>
                    <a:pt x="313" y="222"/>
                  </a:lnTo>
                  <a:lnTo>
                    <a:pt x="407" y="127"/>
                  </a:lnTo>
                  <a:lnTo>
                    <a:pt x="471" y="191"/>
                  </a:lnTo>
                  <a:lnTo>
                    <a:pt x="473" y="193"/>
                  </a:lnTo>
                  <a:lnTo>
                    <a:pt x="477" y="195"/>
                  </a:lnTo>
                  <a:lnTo>
                    <a:pt x="480" y="196"/>
                  </a:lnTo>
                  <a:lnTo>
                    <a:pt x="483" y="196"/>
                  </a:lnTo>
                  <a:lnTo>
                    <a:pt x="486" y="195"/>
                  </a:lnTo>
                  <a:lnTo>
                    <a:pt x="488" y="194"/>
                  </a:lnTo>
                  <a:lnTo>
                    <a:pt x="492" y="193"/>
                  </a:lnTo>
                  <a:lnTo>
                    <a:pt x="494" y="191"/>
                  </a:lnTo>
                  <a:lnTo>
                    <a:pt x="629" y="25"/>
                  </a:lnTo>
                  <a:lnTo>
                    <a:pt x="631" y="23"/>
                  </a:lnTo>
                  <a:lnTo>
                    <a:pt x="632" y="19"/>
                  </a:lnTo>
                  <a:lnTo>
                    <a:pt x="632" y="16"/>
                  </a:lnTo>
                  <a:lnTo>
                    <a:pt x="632" y="14"/>
                  </a:lnTo>
                  <a:lnTo>
                    <a:pt x="632" y="11"/>
                  </a:lnTo>
                  <a:lnTo>
                    <a:pt x="631" y="9"/>
                  </a:lnTo>
                  <a:lnTo>
                    <a:pt x="629" y="5"/>
                  </a:lnTo>
                  <a:lnTo>
                    <a:pt x="627" y="3"/>
                  </a:lnTo>
                  <a:lnTo>
                    <a:pt x="625" y="2"/>
                  </a:lnTo>
                  <a:lnTo>
                    <a:pt x="621" y="1"/>
                  </a:lnTo>
                  <a:lnTo>
                    <a:pt x="619" y="0"/>
                  </a:lnTo>
                  <a:lnTo>
                    <a:pt x="616" y="0"/>
                  </a:lnTo>
                  <a:lnTo>
                    <a:pt x="613" y="1"/>
                  </a:lnTo>
                  <a:lnTo>
                    <a:pt x="611" y="2"/>
                  </a:lnTo>
                  <a:lnTo>
                    <a:pt x="607" y="3"/>
                  </a:lnTo>
                  <a:lnTo>
                    <a:pt x="605" y="5"/>
                  </a:lnTo>
                  <a:lnTo>
                    <a:pt x="481" y="159"/>
                  </a:lnTo>
                  <a:lnTo>
                    <a:pt x="418" y="95"/>
                  </a:lnTo>
                  <a:lnTo>
                    <a:pt x="415" y="93"/>
                  </a:lnTo>
                  <a:lnTo>
                    <a:pt x="412" y="91"/>
                  </a:lnTo>
                  <a:lnTo>
                    <a:pt x="409" y="91"/>
                  </a:lnTo>
                  <a:lnTo>
                    <a:pt x="407" y="90"/>
                  </a:lnTo>
                  <a:lnTo>
                    <a:pt x="404" y="91"/>
                  </a:lnTo>
                  <a:lnTo>
                    <a:pt x="400" y="91"/>
                  </a:lnTo>
                  <a:lnTo>
                    <a:pt x="398" y="93"/>
                  </a:lnTo>
                  <a:lnTo>
                    <a:pt x="396" y="95"/>
                  </a:lnTo>
                  <a:lnTo>
                    <a:pt x="307" y="185"/>
                  </a:lnTo>
                  <a:lnTo>
                    <a:pt x="249" y="42"/>
                  </a:lnTo>
                  <a:lnTo>
                    <a:pt x="247" y="39"/>
                  </a:lnTo>
                  <a:lnTo>
                    <a:pt x="244" y="36"/>
                  </a:lnTo>
                  <a:lnTo>
                    <a:pt x="242" y="34"/>
                  </a:lnTo>
                  <a:lnTo>
                    <a:pt x="237" y="33"/>
                  </a:lnTo>
                  <a:lnTo>
                    <a:pt x="234" y="33"/>
                  </a:lnTo>
                  <a:lnTo>
                    <a:pt x="230" y="33"/>
                  </a:lnTo>
                  <a:lnTo>
                    <a:pt x="227" y="35"/>
                  </a:lnTo>
                  <a:lnTo>
                    <a:pt x="224" y="38"/>
                  </a:lnTo>
                  <a:lnTo>
                    <a:pt x="144" y="121"/>
                  </a:lnTo>
                  <a:lnTo>
                    <a:pt x="15" y="121"/>
                  </a:lnTo>
                  <a:lnTo>
                    <a:pt x="12" y="121"/>
                  </a:lnTo>
                  <a:lnTo>
                    <a:pt x="9" y="122"/>
                  </a:lnTo>
                  <a:lnTo>
                    <a:pt x="7" y="123"/>
                  </a:lnTo>
                  <a:lnTo>
                    <a:pt x="5" y="126"/>
                  </a:lnTo>
                  <a:lnTo>
                    <a:pt x="3" y="128"/>
                  </a:lnTo>
                  <a:lnTo>
                    <a:pt x="2" y="130"/>
                  </a:lnTo>
                  <a:lnTo>
                    <a:pt x="0" y="133"/>
                  </a:lnTo>
                  <a:lnTo>
                    <a:pt x="0" y="136"/>
                  </a:lnTo>
                  <a:lnTo>
                    <a:pt x="0" y="138"/>
                  </a:lnTo>
                  <a:lnTo>
                    <a:pt x="2" y="142"/>
                  </a:lnTo>
                  <a:lnTo>
                    <a:pt x="3" y="144"/>
                  </a:lnTo>
                  <a:lnTo>
                    <a:pt x="5" y="146"/>
                  </a:lnTo>
                  <a:lnTo>
                    <a:pt x="7" y="148"/>
                  </a:lnTo>
                  <a:lnTo>
                    <a:pt x="9" y="150"/>
                  </a:lnTo>
                  <a:lnTo>
                    <a:pt x="12" y="150"/>
                  </a:lnTo>
                  <a:lnTo>
                    <a:pt x="15" y="151"/>
                  </a:lnTo>
                  <a:lnTo>
                    <a:pt x="15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5021501" y="6308466"/>
            <a:ext cx="2148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Murzabekov Almaz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10379373" y="6308466"/>
            <a:ext cx="1417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HSE, 12.2019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7849042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328999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Area of research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 descr="Icon of human being and gear. ">
            <a:extLst>
              <a:ext uri="{FF2B5EF4-FFF2-40B4-BE49-F238E27FC236}">
                <a16:creationId xmlns:a16="http://schemas.microsoft.com/office/drawing/2014/main" id="{ECC5F635-1712-4572-A9EC-F94E2199DDBD}"/>
              </a:ext>
            </a:extLst>
          </p:cNvPr>
          <p:cNvGrpSpPr/>
          <p:nvPr/>
        </p:nvGrpSpPr>
        <p:grpSpPr>
          <a:xfrm>
            <a:off x="7133464" y="5355478"/>
            <a:ext cx="338073" cy="339996"/>
            <a:chOff x="6450013" y="5349875"/>
            <a:chExt cx="279399" cy="280988"/>
          </a:xfrm>
          <a:solidFill>
            <a:schemeClr val="bg1"/>
          </a:solidFill>
        </p:grpSpPr>
        <p:sp>
          <p:nvSpPr>
            <p:cNvPr id="37" name="Freeform 3673">
              <a:extLst>
                <a:ext uri="{FF2B5EF4-FFF2-40B4-BE49-F238E27FC236}">
                  <a16:creationId xmlns:a16="http://schemas.microsoft.com/office/drawing/2014/main" id="{D1391604-D4EC-48A8-AE57-EDF194392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5349875"/>
              <a:ext cx="182562" cy="238125"/>
            </a:xfrm>
            <a:custGeom>
              <a:avLst/>
              <a:gdLst>
                <a:gd name="T0" fmla="*/ 379 w 459"/>
                <a:gd name="T1" fmla="*/ 550 h 602"/>
                <a:gd name="T2" fmla="*/ 380 w 459"/>
                <a:gd name="T3" fmla="*/ 519 h 602"/>
                <a:gd name="T4" fmla="*/ 345 w 459"/>
                <a:gd name="T5" fmla="*/ 495 h 602"/>
                <a:gd name="T6" fmla="*/ 397 w 459"/>
                <a:gd name="T7" fmla="*/ 400 h 602"/>
                <a:gd name="T8" fmla="*/ 408 w 459"/>
                <a:gd name="T9" fmla="*/ 395 h 602"/>
                <a:gd name="T10" fmla="*/ 450 w 459"/>
                <a:gd name="T11" fmla="*/ 406 h 602"/>
                <a:gd name="T12" fmla="*/ 412 w 459"/>
                <a:gd name="T13" fmla="*/ 384 h 602"/>
                <a:gd name="T14" fmla="*/ 376 w 459"/>
                <a:gd name="T15" fmla="*/ 370 h 602"/>
                <a:gd name="T16" fmla="*/ 361 w 459"/>
                <a:gd name="T17" fmla="*/ 307 h 602"/>
                <a:gd name="T18" fmla="*/ 379 w 459"/>
                <a:gd name="T19" fmla="*/ 288 h 602"/>
                <a:gd name="T20" fmla="*/ 397 w 459"/>
                <a:gd name="T21" fmla="*/ 252 h 602"/>
                <a:gd name="T22" fmla="*/ 406 w 459"/>
                <a:gd name="T23" fmla="*/ 214 h 602"/>
                <a:gd name="T24" fmla="*/ 415 w 459"/>
                <a:gd name="T25" fmla="*/ 202 h 602"/>
                <a:gd name="T26" fmla="*/ 420 w 459"/>
                <a:gd name="T27" fmla="*/ 183 h 602"/>
                <a:gd name="T28" fmla="*/ 416 w 459"/>
                <a:gd name="T29" fmla="*/ 152 h 602"/>
                <a:gd name="T30" fmla="*/ 412 w 459"/>
                <a:gd name="T31" fmla="*/ 121 h 602"/>
                <a:gd name="T32" fmla="*/ 420 w 459"/>
                <a:gd name="T33" fmla="*/ 78 h 602"/>
                <a:gd name="T34" fmla="*/ 415 w 459"/>
                <a:gd name="T35" fmla="*/ 45 h 602"/>
                <a:gd name="T36" fmla="*/ 403 w 459"/>
                <a:gd name="T37" fmla="*/ 27 h 602"/>
                <a:gd name="T38" fmla="*/ 382 w 459"/>
                <a:gd name="T39" fmla="*/ 15 h 602"/>
                <a:gd name="T40" fmla="*/ 341 w 459"/>
                <a:gd name="T41" fmla="*/ 3 h 602"/>
                <a:gd name="T42" fmla="*/ 291 w 459"/>
                <a:gd name="T43" fmla="*/ 0 h 602"/>
                <a:gd name="T44" fmla="*/ 245 w 459"/>
                <a:gd name="T45" fmla="*/ 9 h 602"/>
                <a:gd name="T46" fmla="*/ 213 w 459"/>
                <a:gd name="T47" fmla="*/ 27 h 602"/>
                <a:gd name="T48" fmla="*/ 201 w 459"/>
                <a:gd name="T49" fmla="*/ 42 h 602"/>
                <a:gd name="T50" fmla="*/ 181 w 459"/>
                <a:gd name="T51" fmla="*/ 44 h 602"/>
                <a:gd name="T52" fmla="*/ 163 w 459"/>
                <a:gd name="T53" fmla="*/ 56 h 602"/>
                <a:gd name="T54" fmla="*/ 155 w 459"/>
                <a:gd name="T55" fmla="*/ 87 h 602"/>
                <a:gd name="T56" fmla="*/ 164 w 459"/>
                <a:gd name="T57" fmla="*/ 138 h 602"/>
                <a:gd name="T58" fmla="*/ 159 w 459"/>
                <a:gd name="T59" fmla="*/ 144 h 602"/>
                <a:gd name="T60" fmla="*/ 150 w 459"/>
                <a:gd name="T61" fmla="*/ 162 h 602"/>
                <a:gd name="T62" fmla="*/ 149 w 459"/>
                <a:gd name="T63" fmla="*/ 184 h 602"/>
                <a:gd name="T64" fmla="*/ 154 w 459"/>
                <a:gd name="T65" fmla="*/ 201 h 602"/>
                <a:gd name="T66" fmla="*/ 163 w 459"/>
                <a:gd name="T67" fmla="*/ 214 h 602"/>
                <a:gd name="T68" fmla="*/ 169 w 459"/>
                <a:gd name="T69" fmla="*/ 237 h 602"/>
                <a:gd name="T70" fmla="*/ 179 w 459"/>
                <a:gd name="T71" fmla="*/ 271 h 602"/>
                <a:gd name="T72" fmla="*/ 203 w 459"/>
                <a:gd name="T73" fmla="*/ 306 h 602"/>
                <a:gd name="T74" fmla="*/ 215 w 459"/>
                <a:gd name="T75" fmla="*/ 364 h 602"/>
                <a:gd name="T76" fmla="*/ 171 w 459"/>
                <a:gd name="T77" fmla="*/ 381 h 602"/>
                <a:gd name="T78" fmla="*/ 106 w 459"/>
                <a:gd name="T79" fmla="*/ 401 h 602"/>
                <a:gd name="T80" fmla="*/ 46 w 459"/>
                <a:gd name="T81" fmla="*/ 428 h 602"/>
                <a:gd name="T82" fmla="*/ 22 w 459"/>
                <a:gd name="T83" fmla="*/ 449 h 602"/>
                <a:gd name="T84" fmla="*/ 10 w 459"/>
                <a:gd name="T85" fmla="*/ 479 h 602"/>
                <a:gd name="T86" fmla="*/ 2 w 459"/>
                <a:gd name="T87" fmla="*/ 540 h 602"/>
                <a:gd name="T88" fmla="*/ 1 w 459"/>
                <a:gd name="T89" fmla="*/ 594 h 602"/>
                <a:gd name="T90" fmla="*/ 11 w 459"/>
                <a:gd name="T91" fmla="*/ 602 h 602"/>
                <a:gd name="T92" fmla="*/ 345 w 459"/>
                <a:gd name="T93" fmla="*/ 589 h 602"/>
                <a:gd name="T94" fmla="*/ 352 w 459"/>
                <a:gd name="T95" fmla="*/ 577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59" h="602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3674">
              <a:extLst>
                <a:ext uri="{FF2B5EF4-FFF2-40B4-BE49-F238E27FC236}">
                  <a16:creationId xmlns:a16="http://schemas.microsoft.com/office/drawing/2014/main" id="{44A4D0F8-0767-41BC-BE62-0AED99EC8B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7650" y="5497513"/>
              <a:ext cx="131762" cy="133350"/>
            </a:xfrm>
            <a:custGeom>
              <a:avLst/>
              <a:gdLst>
                <a:gd name="T0" fmla="*/ 151 w 332"/>
                <a:gd name="T1" fmla="*/ 243 h 336"/>
                <a:gd name="T2" fmla="*/ 129 w 332"/>
                <a:gd name="T3" fmla="*/ 235 h 336"/>
                <a:gd name="T4" fmla="*/ 111 w 332"/>
                <a:gd name="T5" fmla="*/ 222 h 336"/>
                <a:gd name="T6" fmla="*/ 97 w 332"/>
                <a:gd name="T7" fmla="*/ 204 h 336"/>
                <a:gd name="T8" fmla="*/ 89 w 332"/>
                <a:gd name="T9" fmla="*/ 182 h 336"/>
                <a:gd name="T10" fmla="*/ 88 w 332"/>
                <a:gd name="T11" fmla="*/ 159 h 336"/>
                <a:gd name="T12" fmla="*/ 94 w 332"/>
                <a:gd name="T13" fmla="*/ 136 h 336"/>
                <a:gd name="T14" fmla="*/ 106 w 332"/>
                <a:gd name="T15" fmla="*/ 117 h 336"/>
                <a:gd name="T16" fmla="*/ 122 w 332"/>
                <a:gd name="T17" fmla="*/ 103 h 336"/>
                <a:gd name="T18" fmla="*/ 143 w 332"/>
                <a:gd name="T19" fmla="*/ 92 h 336"/>
                <a:gd name="T20" fmla="*/ 166 w 332"/>
                <a:gd name="T21" fmla="*/ 89 h 336"/>
                <a:gd name="T22" fmla="*/ 189 w 332"/>
                <a:gd name="T23" fmla="*/ 92 h 336"/>
                <a:gd name="T24" fmla="*/ 210 w 332"/>
                <a:gd name="T25" fmla="*/ 103 h 336"/>
                <a:gd name="T26" fmla="*/ 226 w 332"/>
                <a:gd name="T27" fmla="*/ 117 h 336"/>
                <a:gd name="T28" fmla="*/ 238 w 332"/>
                <a:gd name="T29" fmla="*/ 136 h 336"/>
                <a:gd name="T30" fmla="*/ 243 w 332"/>
                <a:gd name="T31" fmla="*/ 159 h 336"/>
                <a:gd name="T32" fmla="*/ 242 w 332"/>
                <a:gd name="T33" fmla="*/ 182 h 336"/>
                <a:gd name="T34" fmla="*/ 234 w 332"/>
                <a:gd name="T35" fmla="*/ 204 h 336"/>
                <a:gd name="T36" fmla="*/ 221 w 332"/>
                <a:gd name="T37" fmla="*/ 222 h 336"/>
                <a:gd name="T38" fmla="*/ 203 w 332"/>
                <a:gd name="T39" fmla="*/ 235 h 336"/>
                <a:gd name="T40" fmla="*/ 181 w 332"/>
                <a:gd name="T41" fmla="*/ 243 h 336"/>
                <a:gd name="T42" fmla="*/ 306 w 332"/>
                <a:gd name="T43" fmla="*/ 204 h 336"/>
                <a:gd name="T44" fmla="*/ 300 w 332"/>
                <a:gd name="T45" fmla="*/ 195 h 336"/>
                <a:gd name="T46" fmla="*/ 302 w 332"/>
                <a:gd name="T47" fmla="*/ 167 h 336"/>
                <a:gd name="T48" fmla="*/ 300 w 332"/>
                <a:gd name="T49" fmla="*/ 139 h 336"/>
                <a:gd name="T50" fmla="*/ 306 w 332"/>
                <a:gd name="T51" fmla="*/ 130 h 336"/>
                <a:gd name="T52" fmla="*/ 269 w 332"/>
                <a:gd name="T53" fmla="*/ 64 h 336"/>
                <a:gd name="T54" fmla="*/ 257 w 332"/>
                <a:gd name="T55" fmla="*/ 65 h 336"/>
                <a:gd name="T56" fmla="*/ 242 w 332"/>
                <a:gd name="T57" fmla="*/ 53 h 336"/>
                <a:gd name="T58" fmla="*/ 215 w 332"/>
                <a:gd name="T59" fmla="*/ 35 h 336"/>
                <a:gd name="T60" fmla="*/ 207 w 332"/>
                <a:gd name="T61" fmla="*/ 27 h 336"/>
                <a:gd name="T62" fmla="*/ 135 w 332"/>
                <a:gd name="T63" fmla="*/ 0 h 336"/>
                <a:gd name="T64" fmla="*/ 133 w 332"/>
                <a:gd name="T65" fmla="*/ 31 h 336"/>
                <a:gd name="T66" fmla="*/ 113 w 332"/>
                <a:gd name="T67" fmla="*/ 41 h 336"/>
                <a:gd name="T68" fmla="*/ 77 w 332"/>
                <a:gd name="T69" fmla="*/ 63 h 336"/>
                <a:gd name="T70" fmla="*/ 67 w 332"/>
                <a:gd name="T71" fmla="*/ 65 h 336"/>
                <a:gd name="T72" fmla="*/ 0 w 332"/>
                <a:gd name="T73" fmla="*/ 114 h 336"/>
                <a:gd name="T74" fmla="*/ 31 w 332"/>
                <a:gd name="T75" fmla="*/ 135 h 336"/>
                <a:gd name="T76" fmla="*/ 30 w 332"/>
                <a:gd name="T77" fmla="*/ 154 h 336"/>
                <a:gd name="T78" fmla="*/ 31 w 332"/>
                <a:gd name="T79" fmla="*/ 191 h 336"/>
                <a:gd name="T80" fmla="*/ 29 w 332"/>
                <a:gd name="T81" fmla="*/ 202 h 336"/>
                <a:gd name="T82" fmla="*/ 38 w 332"/>
                <a:gd name="T83" fmla="*/ 284 h 336"/>
                <a:gd name="T84" fmla="*/ 71 w 332"/>
                <a:gd name="T85" fmla="*/ 267 h 336"/>
                <a:gd name="T86" fmla="*/ 89 w 332"/>
                <a:gd name="T87" fmla="*/ 279 h 336"/>
                <a:gd name="T88" fmla="*/ 139 w 332"/>
                <a:gd name="T89" fmla="*/ 300 h 336"/>
                <a:gd name="T90" fmla="*/ 146 w 332"/>
                <a:gd name="T91" fmla="*/ 308 h 336"/>
                <a:gd name="T92" fmla="*/ 207 w 332"/>
                <a:gd name="T93" fmla="*/ 336 h 336"/>
                <a:gd name="T94" fmla="*/ 208 w 332"/>
                <a:gd name="T95" fmla="*/ 306 h 336"/>
                <a:gd name="T96" fmla="*/ 223 w 332"/>
                <a:gd name="T97" fmla="*/ 297 h 336"/>
                <a:gd name="T98" fmla="*/ 246 w 332"/>
                <a:gd name="T99" fmla="*/ 279 h 336"/>
                <a:gd name="T100" fmla="*/ 257 w 332"/>
                <a:gd name="T101" fmla="*/ 268 h 336"/>
                <a:gd name="T102" fmla="*/ 269 w 332"/>
                <a:gd name="T103" fmla="*/ 270 h 336"/>
                <a:gd name="T104" fmla="*/ 306 w 332"/>
                <a:gd name="T105" fmla="*/ 204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2" h="336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481072797"/>
              </p:ext>
            </p:extLst>
          </p:nvPr>
        </p:nvGraphicFramePr>
        <p:xfrm>
          <a:off x="543011" y="1570020"/>
          <a:ext cx="11420389" cy="40447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3445559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2AC0C949-7A02-4C95-8017-D82E7E71C4F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96649" y="522898"/>
            <a:ext cx="3995351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328999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Self-driving cars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9059" y="855297"/>
            <a:ext cx="7420000" cy="5716535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F417F6-CF49-A443-BE6F-DF395C4548EB}"/>
              </a:ext>
            </a:extLst>
          </p:cNvPr>
          <p:cNvCxnSpPr>
            <a:cxnSpLocks/>
          </p:cNvCxnSpPr>
          <p:nvPr/>
        </p:nvCxnSpPr>
        <p:spPr>
          <a:xfrm>
            <a:off x="3813243" y="2538921"/>
            <a:ext cx="1274323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2140928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1116171" y="1070698"/>
            <a:ext cx="11078901" cy="2769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000" b="1" dirty="0"/>
              <a:t>Topic: ”An Intelligent System For Perceiving Self-Driving Car (SDC) Surroundings”</a:t>
            </a:r>
          </a:p>
        </p:txBody>
      </p:sp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6208" y="522898"/>
            <a:ext cx="3045792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2891481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53F5EDC0-C02E-4790-A681-CA7AB9133338}"/>
              </a:ext>
            </a:extLst>
          </p:cNvPr>
          <p:cNvSpPr/>
          <p:nvPr/>
        </p:nvSpPr>
        <p:spPr>
          <a:xfrm>
            <a:off x="1116172" y="1895496"/>
            <a:ext cx="5391632" cy="326672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cs typeface="Segoe UI" panose="020B0502040204020203" pitchFamily="34" charset="0"/>
              </a:rPr>
              <a:t>Content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cs typeface="Segoe UI" panose="020B0502040204020203" pitchFamily="34" charset="0"/>
              </a:rPr>
              <a:t>Background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cs typeface="Segoe UI" panose="020B0502040204020203" pitchFamily="34" charset="0"/>
              </a:rPr>
              <a:t>”State of the art” - SDC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cs typeface="Segoe UI" panose="020B0502040204020203" pitchFamily="34" charset="0"/>
              </a:rPr>
              <a:t>Project: Russian traffic sign detection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cs typeface="Segoe UI" panose="020B0502040204020203" pitchFamily="34" charset="0"/>
              </a:rPr>
              <a:t>Project: Russian traffic light detection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cs typeface="Segoe UI" panose="020B0502040204020203" pitchFamily="34" charset="0"/>
              </a:rPr>
              <a:t>Project: Traffic pedestrian detection</a:t>
            </a:r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E7F55574-8C80-7C4A-BCCF-0F26F728B74D}"/>
              </a:ext>
            </a:extLst>
          </p:cNvPr>
          <p:cNvSpPr txBox="1">
            <a:spLocks/>
          </p:cNvSpPr>
          <p:nvPr/>
        </p:nvSpPr>
        <p:spPr>
          <a:xfrm>
            <a:off x="228600" y="328999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Term-paper topic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BACDD4E-6FBE-BE4C-AB8D-CEC88F1C6B8C}"/>
              </a:ext>
            </a:extLst>
          </p:cNvPr>
          <p:cNvSpPr/>
          <p:nvPr/>
        </p:nvSpPr>
        <p:spPr>
          <a:xfrm>
            <a:off x="6997431" y="1924125"/>
            <a:ext cx="4856610" cy="160473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cs typeface="Segoe UI" panose="020B0502040204020203" pitchFamily="34" charset="0"/>
              </a:rPr>
              <a:t>Supervisors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cs typeface="Segoe UI" panose="020B0502040204020203" pitchFamily="34" charset="0"/>
              </a:rPr>
              <a:t>Ismail </a:t>
            </a:r>
            <a:r>
              <a:rPr lang="en-US" sz="2400" b="1" dirty="0" err="1">
                <a:cs typeface="Segoe UI" panose="020B0502040204020203" pitchFamily="34" charset="0"/>
              </a:rPr>
              <a:t>Kayali</a:t>
            </a:r>
            <a:endParaRPr lang="en-US" sz="2400" b="1" dirty="0"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cs typeface="Segoe UI" panose="020B0502040204020203" pitchFamily="34" charset="0"/>
              </a:rPr>
              <a:t>Yevgeni </a:t>
            </a:r>
            <a:r>
              <a:rPr lang="en-US" sz="2400" b="1" dirty="0" err="1">
                <a:cs typeface="Segoe UI" panose="020B0502040204020203" pitchFamily="34" charset="0"/>
              </a:rPr>
              <a:t>Koucheryavy</a:t>
            </a:r>
            <a:endParaRPr lang="en-US" sz="2400" b="1" dirty="0"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7579892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2A21665-C64F-4BDA-B2DE-442D70605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325258" y="1544068"/>
            <a:ext cx="3541486" cy="3769865"/>
            <a:chOff x="4325258" y="1229517"/>
            <a:chExt cx="3541486" cy="3769865"/>
          </a:xfrm>
        </p:grpSpPr>
        <p:sp>
          <p:nvSpPr>
            <p:cNvPr id="12" name="Diamond 11">
              <a:extLst>
                <a:ext uri="{FF2B5EF4-FFF2-40B4-BE49-F238E27FC236}">
                  <a16:creationId xmlns:a16="http://schemas.microsoft.com/office/drawing/2014/main" id="{7DC8B409-5FAC-4539-B25A-26BE925A48AF}"/>
                </a:ext>
              </a:extLst>
            </p:cNvPr>
            <p:cNvSpPr/>
            <p:nvPr/>
          </p:nvSpPr>
          <p:spPr>
            <a:xfrm>
              <a:off x="4792319" y="2392018"/>
              <a:ext cx="2607364" cy="2607364"/>
            </a:xfrm>
            <a:prstGeom prst="diamond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Diamond 12">
              <a:extLst>
                <a:ext uri="{FF2B5EF4-FFF2-40B4-BE49-F238E27FC236}">
                  <a16:creationId xmlns:a16="http://schemas.microsoft.com/office/drawing/2014/main" id="{91498E2F-539C-46D3-AF7C-BB1DAE76B114}"/>
                </a:ext>
              </a:extLst>
            </p:cNvPr>
            <p:cNvSpPr/>
            <p:nvPr/>
          </p:nvSpPr>
          <p:spPr>
            <a:xfrm>
              <a:off x="4325258" y="1229517"/>
              <a:ext cx="3541486" cy="3541486"/>
            </a:xfrm>
            <a:prstGeom prst="diamond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0403"/>
            <a:ext cx="9144000" cy="997196"/>
          </a:xfrm>
        </p:spPr>
        <p:txBody>
          <a:bodyPr lIns="0" tIns="0" rIns="0" bIns="0" anchor="ctr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</a:rPr>
              <a:t>Thank You</a:t>
            </a:r>
            <a:endParaRPr lang="en-US" sz="72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038163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Custom 73">
      <a:dk1>
        <a:srgbClr val="000000"/>
      </a:dk1>
      <a:lt1>
        <a:sysClr val="window" lastClr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455520_Project analysis, from 24Slides_SL_V1.potx" id="{55E7247F-78B2-40DB-9AFE-D4DD42FA8F09}" vid="{22E2FD65-A32D-4798-AF43-CE42F250BD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F609EDA-869E-4BE5-AE5D-B898C584B6FF}">
  <ds:schemaRefs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71af3243-3dd4-4a8d-8c0d-dd76da1f02a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1A00BBF-EEBB-4E18-B8CB-F926EAAC48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FD05317-60D6-4B3A-8545-888496D1A8E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0</TotalTime>
  <Words>98</Words>
  <Application>Microsoft Macintosh PowerPoint</Application>
  <PresentationFormat>Widescreen</PresentationFormat>
  <Paragraphs>31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Century Gothic</vt:lpstr>
      <vt:lpstr>Segoe UI Light</vt:lpstr>
      <vt:lpstr>Wingdings</vt:lpstr>
      <vt:lpstr>Office Theme</vt:lpstr>
      <vt:lpstr>My future term paper</vt:lpstr>
      <vt:lpstr>Project analysis slide 2</vt:lpstr>
      <vt:lpstr>Project analysis slide 5</vt:lpstr>
      <vt:lpstr>Project analysis slide 6</vt:lpstr>
      <vt:lpstr>Thank You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2019-09-10T07:55:15Z</dcterms:created>
  <dcterms:modified xsi:type="dcterms:W3CDTF">2019-12-16T16:51:36Z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