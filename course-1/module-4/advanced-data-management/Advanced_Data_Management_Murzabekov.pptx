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6" r:id="rId4"/>
  </p:sldMasterIdLst>
  <p:notesMasterIdLst>
    <p:notesMasterId r:id="rId28"/>
  </p:notesMasterIdLst>
  <p:sldIdLst>
    <p:sldId id="343" r:id="rId5"/>
    <p:sldId id="375" r:id="rId6"/>
    <p:sldId id="377" r:id="rId7"/>
    <p:sldId id="366" r:id="rId8"/>
    <p:sldId id="399" r:id="rId9"/>
    <p:sldId id="380" r:id="rId10"/>
    <p:sldId id="381" r:id="rId11"/>
    <p:sldId id="378" r:id="rId12"/>
    <p:sldId id="389" r:id="rId13"/>
    <p:sldId id="391" r:id="rId14"/>
    <p:sldId id="383" r:id="rId15"/>
    <p:sldId id="369" r:id="rId16"/>
    <p:sldId id="370" r:id="rId17"/>
    <p:sldId id="384" r:id="rId18"/>
    <p:sldId id="385" r:id="rId19"/>
    <p:sldId id="396" r:id="rId20"/>
    <p:sldId id="386" r:id="rId21"/>
    <p:sldId id="394" r:id="rId22"/>
    <p:sldId id="371" r:id="rId23"/>
    <p:sldId id="372" r:id="rId24"/>
    <p:sldId id="388" r:id="rId25"/>
    <p:sldId id="373" r:id="rId26"/>
    <p:sldId id="387"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3BA74CB3-0EA4-458E-B445-482BF1B6B100}">
          <p14:sldIdLst>
            <p14:sldId id="343"/>
            <p14:sldId id="375"/>
            <p14:sldId id="377"/>
            <p14:sldId id="366"/>
            <p14:sldId id="399"/>
            <p14:sldId id="380"/>
            <p14:sldId id="381"/>
            <p14:sldId id="378"/>
            <p14:sldId id="389"/>
            <p14:sldId id="391"/>
            <p14:sldId id="383"/>
            <p14:sldId id="369"/>
            <p14:sldId id="370"/>
            <p14:sldId id="384"/>
            <p14:sldId id="385"/>
            <p14:sldId id="396"/>
            <p14:sldId id="386"/>
            <p14:sldId id="394"/>
            <p14:sldId id="371"/>
            <p14:sldId id="372"/>
            <p14:sldId id="388"/>
            <p14:sldId id="373"/>
            <p14:sldId id="387"/>
          </p14:sldIdLst>
        </p14:section>
        <p14:section name="Additional models" id="{28BE11CC-9365-4446-BF08-FD74698EE49D}">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AAB"/>
    <a:srgbClr val="359297"/>
    <a:srgbClr val="42B6BC"/>
    <a:srgbClr val="2565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853" autoAdjust="0"/>
    <p:restoredTop sz="93979" autoAdjust="0"/>
  </p:normalViewPr>
  <p:slideViewPr>
    <p:cSldViewPr snapToGrid="0">
      <p:cViewPr varScale="1">
        <p:scale>
          <a:sx n="127" d="100"/>
          <a:sy n="127" d="100"/>
        </p:scale>
        <p:origin x="1824" y="176"/>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3_1">
  <dgm:title val=""/>
  <dgm:desc val=""/>
  <dgm:catLst>
    <dgm:cat type="accent3" pri="11100"/>
  </dgm:catLst>
  <dgm:styleLbl name="node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3">
        <a:shade val="80000"/>
      </a:schemeClr>
    </dgm:linClrLst>
    <dgm:effectClrLst/>
    <dgm:txLinClrLst/>
    <dgm:txFillClrLst/>
    <dgm:txEffectClrLst/>
  </dgm:styleLbl>
  <dgm:styleLbl name="node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f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align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bgImgPlace1">
    <dgm:fillClrLst meth="repeat">
      <a:schemeClr val="accent3">
        <a:tint val="40000"/>
      </a:schemeClr>
    </dgm:fillClrLst>
    <dgm:linClrLst meth="repeat">
      <a:schemeClr val="accent3">
        <a:shade val="80000"/>
      </a:schemeClr>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meth="repeat">
      <a:schemeClr val="dk1"/>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3">
        <a:shade val="80000"/>
      </a:schemeClr>
    </dgm:linClrLst>
    <dgm:effectClrLst/>
    <dgm:txLinClrLst/>
    <dgm:txFillClrLst meth="repeat">
      <a:schemeClr val="dk1"/>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dgm:txEffectClrLst/>
  </dgm:styleLbl>
  <dgm:styleLbl name="parChTrans2D2">
    <dgm:fillClrLst meth="repeat">
      <a:schemeClr val="accent3"/>
    </dgm:fillClrLst>
    <dgm:linClrLst meth="repeat">
      <a:schemeClr val="accent3"/>
    </dgm:linClrLst>
    <dgm:effectClrLst/>
    <dgm:txLinClrLst/>
    <dgm:txFillClrLst/>
    <dgm:txEffectClrLst/>
  </dgm:styleLbl>
  <dgm:styleLbl name="parChTrans2D3">
    <dgm:fillClrLst meth="repeat">
      <a:schemeClr val="accent3"/>
    </dgm:fillClrLst>
    <dgm:linClrLst meth="repeat">
      <a:schemeClr val="accent3"/>
    </dgm:linClrLst>
    <dgm:effectClrLst/>
    <dgm:txLinClrLst/>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conF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align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trAlignAcc1">
    <dgm:fillClrLst meth="repeat">
      <a:schemeClr val="accent3">
        <a:alpha val="40000"/>
        <a:tint val="40000"/>
      </a:schemeClr>
    </dgm:fillClrLst>
    <dgm:linClrLst meth="repeat">
      <a:schemeClr val="accent3"/>
    </dgm:linClrLst>
    <dgm:effectClrLst/>
    <dgm:txLinClrLst/>
    <dgm:txFillClrLst meth="repeat">
      <a:schemeClr val="dk1"/>
    </dgm:txFillClrLst>
    <dgm:txEffectClrLst/>
  </dgm:styleLbl>
  <dgm:styleLbl name="bgAcc1">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3">
        <a:alpha val="90000"/>
      </a:schemeClr>
    </dgm:linClrLst>
    <dgm:effectClrLst/>
    <dgm:txLinClrLst/>
    <dgm:txFillClrLst meth="repeat">
      <a:schemeClr val="dk1"/>
    </dgm:txFillClrLst>
    <dgm:txEffectClrLst/>
  </dgm:styleLbl>
  <dgm:styleLbl name="fgAcc0">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2">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3">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fgAcc4">
    <dgm:fillClrLst meth="repeat">
      <a:schemeClr val="accent3">
        <a:alpha val="90000"/>
        <a:tint val="4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2">
  <dgm:title val=""/>
  <dgm:desc val=""/>
  <dgm:catLst>
    <dgm:cat type="mainScheme" pri="10200"/>
  </dgm:catLst>
  <dgm:styleLbl name="node0">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lig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lnNode1">
    <dgm:fillClrLst meth="repeat">
      <a:schemeClr val="lt1"/>
    </dgm:fillClrLst>
    <dgm:linClrLst meth="repeat">
      <a:schemeClr val="dk2">
        <a:shade val="80000"/>
      </a:schemeClr>
    </dgm:linClrLst>
    <dgm:effectClrLst/>
    <dgm:txLinClrLst/>
    <dgm:txFillClrLst meth="repeat">
      <a:schemeClr val="dk2"/>
    </dgm:txFillClrLst>
    <dgm:txEffectClrLst/>
  </dgm:styleLbl>
  <dgm:styleLbl name="vennNode1">
    <dgm:fillClrLst meth="repeat">
      <a:schemeClr val="lt1">
        <a:alpha val="50000"/>
      </a:schemeClr>
    </dgm:fillClrLst>
    <dgm:linClrLst meth="repeat">
      <a:schemeClr val="dk2">
        <a:shade val="80000"/>
      </a:schemeClr>
    </dgm:linClrLst>
    <dgm:effectClrLst/>
    <dgm:txLinClrLst/>
    <dgm:txFillClrLst/>
    <dgm:txEffectClrLst/>
  </dgm:styleLbl>
  <dgm:styleLbl name="node2">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3">
    <dgm:fillClrLst meth="repeat">
      <a:schemeClr val="lt1"/>
    </dgm:fillClrLst>
    <dgm:linClrLst meth="repeat">
      <a:schemeClr val="dk2">
        <a:shade val="80000"/>
      </a:schemeClr>
    </dgm:linClrLst>
    <dgm:effectClrLst/>
    <dgm:txLinClrLst/>
    <dgm:txFillClrLst meth="repeat">
      <a:schemeClr val="dk2"/>
    </dgm:txFillClrLst>
    <dgm:txEffectClrLst/>
  </dgm:styleLbl>
  <dgm:styleLbl name="node4">
    <dgm:fillClrLst meth="repeat">
      <a:schemeClr val="lt1"/>
    </dgm:fillClrLst>
    <dgm:linClrLst meth="repeat">
      <a:schemeClr val="dk2">
        <a:shade val="80000"/>
      </a:schemeClr>
    </dgm:linClrLst>
    <dgm:effectClrLst/>
    <dgm:txLinClrLst/>
    <dgm:txFillClrLst meth="repeat">
      <a:schemeClr val="dk2"/>
    </dgm:txFillClrLst>
    <dgm:txEffectClrLst/>
  </dgm:styleLbl>
  <dgm:styleLbl name="f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align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bgImgPlace1">
    <dgm:fillClrLst meth="repeat">
      <a:schemeClr val="dk2">
        <a:tint val="40000"/>
      </a:schemeClr>
    </dgm:fillClrLst>
    <dgm:linClrLst meth="repeat">
      <a:schemeClr val="dk2">
        <a:shade val="80000"/>
      </a:schemeClr>
    </dgm:linClrLst>
    <dgm:effectClrLst/>
    <dgm:txLinClrLst/>
    <dgm:txFillClrLst meth="repeat">
      <a:schemeClr val="lt1"/>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meth="repeat">
      <a:schemeClr val="dk2"/>
    </dgm:txFillClrLst>
    <dgm:txEffectClrLst/>
  </dgm:styleLbl>
  <dgm:styleLbl name="sibTrans1D1">
    <dgm:fillClrLst meth="repeat">
      <a:schemeClr val="dk2"/>
    </dgm:fillClrLst>
    <dgm:linClrLst meth="repeat">
      <a:schemeClr val="dk2"/>
    </dgm:linClrLst>
    <dgm:effectClrLst/>
    <dgm:txLinClrLst/>
    <dgm:txFillClrLst meth="repeat">
      <a:schemeClr val="tx1"/>
    </dgm:txFillClrLst>
    <dgm:txEffectClrLst/>
  </dgm:styleLbl>
  <dgm:styleLbl name="callout">
    <dgm:fillClrLst meth="repeat">
      <a:schemeClr val="dk2"/>
    </dgm:fillClrLst>
    <dgm:linClrLst meth="repeat">
      <a:schemeClr val="dk2"/>
    </dgm:linClrLst>
    <dgm:effectClrLst/>
    <dgm:txLinClrLst/>
    <dgm:txFillClrLst meth="repeat">
      <a:schemeClr val="tx1"/>
    </dgm:txFillClrLst>
    <dgm:txEffectClrLst/>
  </dgm:styleLbl>
  <dgm:styleLbl name="asst0">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1">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2">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3">
    <dgm:fillClrLst meth="repeat">
      <a:schemeClr val="lt1"/>
    </dgm:fillClrLst>
    <dgm:linClrLst meth="repeat">
      <a:schemeClr val="dk2">
        <a:shade val="80000"/>
      </a:schemeClr>
    </dgm:linClrLst>
    <dgm:effectClrLst/>
    <dgm:txLinClrLst/>
    <dgm:txFillClrLst meth="repeat">
      <a:schemeClr val="dk2"/>
    </dgm:txFillClrLst>
    <dgm:txEffectClrLst/>
  </dgm:styleLbl>
  <dgm:styleLbl name="asst4">
    <dgm:fillClrLst meth="repeat">
      <a:schemeClr val="lt1"/>
    </dgm:fillClrLst>
    <dgm:linClrLst meth="repeat">
      <a:schemeClr val="dk2">
        <a:shade val="80000"/>
      </a:schemeClr>
    </dgm:linClrLst>
    <dgm:effectClrLst/>
    <dgm:txLinClrLst/>
    <dgm:txFillClrLst meth="repeat">
      <a:schemeClr val="dk2"/>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dgm:txEffectClrLst/>
  </dgm:styleLbl>
  <dgm:styleLbl name="parChTrans2D2">
    <dgm:fillClrLst meth="repeat">
      <a:schemeClr val="dk2"/>
    </dgm:fillClrLst>
    <dgm:linClrLst meth="repeat">
      <a:schemeClr val="dk2"/>
    </dgm:linClrLst>
    <dgm:effectClrLst/>
    <dgm:txLinClrLst/>
    <dgm:txFillClrLst/>
    <dgm:txEffectClrLst/>
  </dgm:styleLbl>
  <dgm:styleLbl name="parChTrans2D3">
    <dgm:fillClrLst meth="repeat">
      <a:schemeClr val="dk2"/>
    </dgm:fillClrLst>
    <dgm:linClrLst meth="repeat">
      <a:schemeClr val="dk2"/>
    </dgm:linClrLst>
    <dgm:effectClrLst/>
    <dgm:txLinClrLst/>
    <dgm:txFillClrLst/>
    <dgm:txEffectClrLst/>
  </dgm:styleLbl>
  <dgm:styleLbl name="parChTrans2D4">
    <dgm:fillClrLst meth="repeat">
      <a:schemeClr val="dk2"/>
    </dgm:fillClrLst>
    <dgm:linClrLst meth="repeat">
      <a:schemeClr val="dk2"/>
    </dgm:linClrLst>
    <dgm:effectClrLst/>
    <dgm:txLinClrLst/>
    <dgm:txFillClrLst meth="repeat">
      <a:schemeClr val="lt1"/>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conF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align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trAlignAcc1">
    <dgm:fillClrLst meth="repeat">
      <a:schemeClr val="dk2">
        <a:alpha val="40000"/>
        <a:tint val="40000"/>
      </a:schemeClr>
    </dgm:fillClrLst>
    <dgm:linClrLst meth="repeat">
      <a:schemeClr val="dk2"/>
    </dgm:linClrLst>
    <dgm:effectClrLst/>
    <dgm:txLinClrLst/>
    <dgm:txFillClrLst meth="repeat">
      <a:schemeClr val="dk2"/>
    </dgm:txFillClrLst>
    <dgm:txEffectClrLst/>
  </dgm:styleLbl>
  <dgm:styleLbl name="bgAcc1">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solidFgAcc1">
    <dgm:fillClrLst meth="repeat">
      <a:schemeClr val="lt1"/>
    </dgm:fillClrLst>
    <dgm:linClrLst meth="repeat">
      <a:schemeClr val="dk2"/>
    </dgm:linClrLst>
    <dgm:effectClrLst/>
    <dgm:txLinClrLst/>
    <dgm:txFillClrLst meth="repeat">
      <a:schemeClr val="dk2"/>
    </dgm:txFillClrLst>
    <dgm:txEffectClrLst/>
  </dgm:styleLbl>
  <dgm:styleLbl name="solidAlignAcc1">
    <dgm:fillClrLst meth="repeat">
      <a:schemeClr val="lt1"/>
    </dgm:fillClrLst>
    <dgm:linClrLst meth="repeat">
      <a:schemeClr val="dk2"/>
    </dgm:linClrLst>
    <dgm:effectClrLst/>
    <dgm:txLinClrLst/>
    <dgm:txFillClrLst meth="repeat">
      <a:schemeClr val="dk2"/>
    </dgm:txFillClrLst>
    <dgm:txEffectClrLst/>
  </dgm:styleLbl>
  <dgm:styleLbl name="solidBgAcc1">
    <dgm:fillClrLst meth="repeat">
      <a:schemeClr val="lt1"/>
    </dgm:fillClrLst>
    <dgm:linClrLst meth="repeat">
      <a:schemeClr val="dk2"/>
    </dgm:linClrLst>
    <dgm:effectClrLst/>
    <dgm:txLinClrLst/>
    <dgm:txFillClrLst meth="repeat">
      <a:schemeClr val="dk2"/>
    </dgm:txFillClrLst>
    <dgm:txEffectClrLst/>
  </dgm:styleLbl>
  <dgm:styleLbl name="f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align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bgAccFollowNode1">
    <dgm:fillClrLst meth="repeat">
      <a:schemeClr val="lt1">
        <a:alpha val="90000"/>
        <a:tint val="40000"/>
      </a:schemeClr>
    </dgm:fillClrLst>
    <dgm:linClrLst meth="repeat">
      <a:schemeClr val="dk2">
        <a:alpha val="90000"/>
      </a:schemeClr>
    </dgm:linClrLst>
    <dgm:effectClrLst/>
    <dgm:txLinClrLst/>
    <dgm:txFillClrLst meth="repeat">
      <a:schemeClr val="dk2"/>
    </dgm:txFillClrLst>
    <dgm:txEffectClrLst/>
  </dgm:styleLbl>
  <dgm:styleLbl name="fgAcc0">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2">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3">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fgAcc4">
    <dgm:fillClrLst meth="repeat">
      <a:schemeClr val="dk2">
        <a:alpha val="90000"/>
        <a:tint val="40000"/>
      </a:schemeClr>
    </dgm:fillClrLst>
    <dgm:linClrLst meth="repeat">
      <a:schemeClr val="dk2"/>
    </dgm:linClrLst>
    <dgm:effectClrLst/>
    <dgm:txLinClrLst/>
    <dgm:txFillClrLst meth="repeat">
      <a:schemeClr val="dk2"/>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2"/>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2"/>
    </dgm:txFillClrLst>
    <dgm:txEffectClrLst/>
  </dgm:styleLbl>
  <dgm:styleLbl name="fgShp">
    <dgm:fillClrLst meth="repeat">
      <a:schemeClr val="dk2">
        <a:tint val="60000"/>
      </a:schemeClr>
    </dgm:fillClrLst>
    <dgm:linClrLst meth="repeat">
      <a:schemeClr val="lt1"/>
    </dgm:linClrLst>
    <dgm:effectClrLst/>
    <dgm:txLinClrLst/>
    <dgm:txFillClrLst meth="repeat">
      <a:schemeClr val="dk2"/>
    </dgm:txFillClrLst>
    <dgm:txEffectClrLst/>
  </dgm:styleLbl>
  <dgm:styleLbl name="revTx">
    <dgm:fillClrLst meth="repeat">
      <a:schemeClr val="lt1">
        <a:alpha val="0"/>
      </a:schemeClr>
    </dgm:fillClrLst>
    <dgm:linClrLst meth="repeat">
      <a:schemeClr val="dk2">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98BB5DF-A204-B94C-B749-E0F2985D4919}" type="doc">
      <dgm:prSet loTypeId="urn:microsoft.com/office/officeart/2005/8/layout/hProcess4" loCatId="" qsTypeId="urn:microsoft.com/office/officeart/2005/8/quickstyle/simple3" qsCatId="simple" csTypeId="urn:microsoft.com/office/officeart/2005/8/colors/accent3_1" csCatId="accent3" phldr="1"/>
      <dgm:spPr/>
      <dgm:t>
        <a:bodyPr/>
        <a:lstStyle/>
        <a:p>
          <a:endParaRPr lang="en-US"/>
        </a:p>
      </dgm:t>
    </dgm:pt>
    <dgm:pt modelId="{D415D564-EE95-8F4D-BBB4-C5A171024F01}">
      <dgm:prSet phldrT="[Text]">
        <dgm:style>
          <a:lnRef idx="2">
            <a:schemeClr val="dk1"/>
          </a:lnRef>
          <a:fillRef idx="1">
            <a:schemeClr val="lt1"/>
          </a:fillRef>
          <a:effectRef idx="0">
            <a:schemeClr val="dk1"/>
          </a:effectRef>
          <a:fontRef idx="minor">
            <a:schemeClr val="dk1"/>
          </a:fontRef>
        </dgm:style>
      </dgm:prSet>
      <dgm:spPr/>
      <dgm:t>
        <a:bodyPr/>
        <a:lstStyle/>
        <a:p>
          <a:r>
            <a:rPr lang="en-US" dirty="0">
              <a:latin typeface="Times New Roman" panose="02020603050405020304" pitchFamily="18" charset="0"/>
              <a:cs typeface="Times New Roman" panose="02020603050405020304" pitchFamily="18" charset="0"/>
            </a:rPr>
            <a:t>Branches</a:t>
          </a:r>
        </a:p>
      </dgm:t>
    </dgm:pt>
    <dgm:pt modelId="{F52E8C3D-0D14-F247-8F7A-FB9467C9BD71}" type="parTrans" cxnId="{E5BC3BE6-16AF-FC46-9A27-B7BFC84F4A5A}">
      <dgm:prSet/>
      <dgm:spPr/>
      <dgm:t>
        <a:bodyPr/>
        <a:lstStyle/>
        <a:p>
          <a:endParaRPr lang="en-US"/>
        </a:p>
      </dgm:t>
    </dgm:pt>
    <dgm:pt modelId="{70214B03-C254-3C46-9FE5-2E74A9867DE5}" type="sibTrans" cxnId="{E5BC3BE6-16AF-FC46-9A27-B7BFC84F4A5A}">
      <dgm:prSet/>
      <dgm:spPr/>
      <dgm:t>
        <a:bodyPr/>
        <a:lstStyle/>
        <a:p>
          <a:endParaRPr lang="en-US"/>
        </a:p>
      </dgm:t>
    </dgm:pt>
    <dgm:pt modelId="{6A2C4710-0358-5D45-AC30-77EA3861488D}">
      <dgm:prSet phldrT="[Text]">
        <dgm:style>
          <a:lnRef idx="2">
            <a:schemeClr val="dk1"/>
          </a:lnRef>
          <a:fillRef idx="1">
            <a:schemeClr val="lt1"/>
          </a:fillRef>
          <a:effectRef idx="0">
            <a:schemeClr val="dk1"/>
          </a:effectRef>
          <a:fontRef idx="minor">
            <a:schemeClr val="dk1"/>
          </a:fontRef>
        </dgm:style>
      </dgm:prSet>
      <dgm:spPr/>
      <dgm:t>
        <a:bodyPr/>
        <a:lstStyle/>
        <a:p>
          <a:r>
            <a:rPr lang="en-US" dirty="0">
              <a:latin typeface="Times New Roman" panose="02020603050405020304" pitchFamily="18" charset="0"/>
              <a:cs typeface="Times New Roman" panose="02020603050405020304" pitchFamily="18" charset="0"/>
            </a:rPr>
            <a:t>Transportation companies</a:t>
          </a:r>
        </a:p>
      </dgm:t>
    </dgm:pt>
    <dgm:pt modelId="{5F4EBFA7-B49E-4141-B55B-F12BE051C190}" type="parTrans" cxnId="{F8C0104F-7C55-9644-8D7C-B4963A92B682}">
      <dgm:prSet/>
      <dgm:spPr/>
      <dgm:t>
        <a:bodyPr/>
        <a:lstStyle/>
        <a:p>
          <a:endParaRPr lang="en-US"/>
        </a:p>
      </dgm:t>
    </dgm:pt>
    <dgm:pt modelId="{969FFD02-7E81-3E4B-BB5E-56DB3F32CC4C}" type="sibTrans" cxnId="{F8C0104F-7C55-9644-8D7C-B4963A92B682}">
      <dgm:prSet/>
      <dgm:spPr/>
      <dgm:t>
        <a:bodyPr/>
        <a:lstStyle/>
        <a:p>
          <a:endParaRPr lang="en-US"/>
        </a:p>
      </dgm:t>
    </dgm:pt>
    <dgm:pt modelId="{29C28938-2034-A647-9BBB-B24FACD5C64F}">
      <dgm:prSet phldrT="[Text]">
        <dgm:style>
          <a:lnRef idx="2">
            <a:schemeClr val="dk1"/>
          </a:lnRef>
          <a:fillRef idx="1">
            <a:schemeClr val="lt1"/>
          </a:fillRef>
          <a:effectRef idx="0">
            <a:schemeClr val="dk1"/>
          </a:effectRef>
          <a:fontRef idx="minor">
            <a:schemeClr val="dk1"/>
          </a:fontRef>
        </dgm:style>
      </dgm:prSet>
      <dgm:spPr/>
      <dgm:t>
        <a:bodyPr/>
        <a:lstStyle/>
        <a:p>
          <a:r>
            <a:rPr lang="en-US" dirty="0">
              <a:latin typeface="Times New Roman" panose="02020603050405020304" pitchFamily="18" charset="0"/>
              <a:cs typeface="Times New Roman" panose="02020603050405020304" pitchFamily="18" charset="0"/>
            </a:rPr>
            <a:t>Clients</a:t>
          </a:r>
        </a:p>
      </dgm:t>
    </dgm:pt>
    <dgm:pt modelId="{766A6AE7-0378-7B40-A74F-29562F4D68BD}" type="parTrans" cxnId="{E22F3A97-78BD-804F-A323-30BEC81D9661}">
      <dgm:prSet/>
      <dgm:spPr/>
      <dgm:t>
        <a:bodyPr/>
        <a:lstStyle/>
        <a:p>
          <a:endParaRPr lang="en-US"/>
        </a:p>
      </dgm:t>
    </dgm:pt>
    <dgm:pt modelId="{DAB5823C-8112-B34D-950F-EECABB337E33}" type="sibTrans" cxnId="{E22F3A97-78BD-804F-A323-30BEC81D9661}">
      <dgm:prSet/>
      <dgm:spPr/>
      <dgm:t>
        <a:bodyPr/>
        <a:lstStyle/>
        <a:p>
          <a:endParaRPr lang="en-US"/>
        </a:p>
      </dgm:t>
    </dgm:pt>
    <dgm:pt modelId="{B03C4DDB-42BF-0344-90EB-7326ED12E3AB}">
      <dgm:prSet>
        <dgm:style>
          <a:lnRef idx="2">
            <a:schemeClr val="dk1"/>
          </a:lnRef>
          <a:fillRef idx="1">
            <a:schemeClr val="lt1"/>
          </a:fillRef>
          <a:effectRef idx="0">
            <a:schemeClr val="dk1"/>
          </a:effectRef>
          <a:fontRef idx="minor">
            <a:schemeClr val="dk1"/>
          </a:fontRef>
        </dgm:style>
      </dgm:prSet>
      <dgm:spPr/>
      <dgm:t>
        <a:bodyPr/>
        <a:lstStyle/>
        <a:p>
          <a:r>
            <a:rPr lang="en-US" dirty="0">
              <a:latin typeface="Times New Roman" panose="02020603050405020304" pitchFamily="18" charset="0"/>
              <a:cs typeface="Times New Roman" panose="02020603050405020304" pitchFamily="18" charset="0"/>
            </a:rPr>
            <a:t>Warehouse</a:t>
          </a:r>
        </a:p>
      </dgm:t>
    </dgm:pt>
    <dgm:pt modelId="{2947C311-0D3F-9549-974C-5676E03DECAD}" type="parTrans" cxnId="{5B331DB7-60F8-D043-B064-CAFE230ACA69}">
      <dgm:prSet/>
      <dgm:spPr/>
      <dgm:t>
        <a:bodyPr/>
        <a:lstStyle/>
        <a:p>
          <a:endParaRPr lang="en-US"/>
        </a:p>
      </dgm:t>
    </dgm:pt>
    <dgm:pt modelId="{4946D0C6-0731-B94B-81B0-C3D1DD7FB98E}" type="sibTrans" cxnId="{5B331DB7-60F8-D043-B064-CAFE230ACA69}">
      <dgm:prSet/>
      <dgm:spPr/>
      <dgm:t>
        <a:bodyPr/>
        <a:lstStyle/>
        <a:p>
          <a:endParaRPr lang="en-US"/>
        </a:p>
      </dgm:t>
    </dgm:pt>
    <dgm:pt modelId="{FB1B9E87-CE7F-C740-AF50-8253D9697CDE}">
      <dgm:prSet>
        <dgm:style>
          <a:lnRef idx="2">
            <a:schemeClr val="dk1"/>
          </a:lnRef>
          <a:fillRef idx="1">
            <a:schemeClr val="lt1"/>
          </a:fillRef>
          <a:effectRef idx="0">
            <a:schemeClr val="dk1"/>
          </a:effectRef>
          <a:fontRef idx="minor">
            <a:schemeClr val="dk1"/>
          </a:fontRef>
        </dgm:style>
      </dgm:prSet>
      <dgm:spPr/>
      <dgm:t>
        <a:bodyPr/>
        <a:lstStyle/>
        <a:p>
          <a:r>
            <a:rPr lang="en-US" dirty="0">
              <a:latin typeface="Times New Roman" panose="02020603050405020304" pitchFamily="18" charset="0"/>
              <a:cs typeface="Times New Roman" panose="02020603050405020304" pitchFamily="18" charset="0"/>
            </a:rPr>
            <a:t>Clients</a:t>
          </a:r>
        </a:p>
      </dgm:t>
    </dgm:pt>
    <dgm:pt modelId="{ADB4491D-4B5D-B245-AD5F-356A388F3DB9}" type="parTrans" cxnId="{171C5A7A-8EAC-BC4C-BB49-7B7733B8F3A8}">
      <dgm:prSet/>
      <dgm:spPr/>
      <dgm:t>
        <a:bodyPr/>
        <a:lstStyle/>
        <a:p>
          <a:endParaRPr lang="en-US"/>
        </a:p>
      </dgm:t>
    </dgm:pt>
    <dgm:pt modelId="{66EC17C7-AA81-1040-979C-B4EABD1BDF97}" type="sibTrans" cxnId="{171C5A7A-8EAC-BC4C-BB49-7B7733B8F3A8}">
      <dgm:prSet/>
      <dgm:spPr/>
      <dgm:t>
        <a:bodyPr/>
        <a:lstStyle/>
        <a:p>
          <a:endParaRPr lang="en-US"/>
        </a:p>
      </dgm:t>
    </dgm:pt>
    <dgm:pt modelId="{A2CC40BB-42AC-A64E-8463-8AE94817B669}">
      <dgm:prSet>
        <dgm:style>
          <a:lnRef idx="2">
            <a:schemeClr val="dk1"/>
          </a:lnRef>
          <a:fillRef idx="1">
            <a:schemeClr val="lt1"/>
          </a:fillRef>
          <a:effectRef idx="0">
            <a:schemeClr val="dk1"/>
          </a:effectRef>
          <a:fontRef idx="minor">
            <a:schemeClr val="dk1"/>
          </a:fontRef>
        </dgm:style>
      </dgm:prSet>
      <dgm:spPr/>
      <dgm:t>
        <a:bodyPr/>
        <a:lstStyle/>
        <a:p>
          <a:r>
            <a:rPr lang="en-US" dirty="0">
              <a:latin typeface="Times New Roman" panose="02020603050405020304" pitchFamily="18" charset="0"/>
              <a:cs typeface="Times New Roman" panose="02020603050405020304" pitchFamily="18" charset="0"/>
            </a:rPr>
            <a:t>Branches</a:t>
          </a:r>
        </a:p>
      </dgm:t>
    </dgm:pt>
    <dgm:pt modelId="{C09EC1D2-1B28-AE43-80C7-70CC343F02D7}" type="parTrans" cxnId="{19EEFFD5-2D72-9245-ABF9-131ABF282D11}">
      <dgm:prSet/>
      <dgm:spPr/>
      <dgm:t>
        <a:bodyPr/>
        <a:lstStyle/>
        <a:p>
          <a:endParaRPr lang="en-US"/>
        </a:p>
      </dgm:t>
    </dgm:pt>
    <dgm:pt modelId="{FC134504-AD26-CC48-9F27-2F83525EAEDF}" type="sibTrans" cxnId="{19EEFFD5-2D72-9245-ABF9-131ABF282D11}">
      <dgm:prSet/>
      <dgm:spPr/>
      <dgm:t>
        <a:bodyPr/>
        <a:lstStyle/>
        <a:p>
          <a:endParaRPr lang="en-US"/>
        </a:p>
      </dgm:t>
    </dgm:pt>
    <dgm:pt modelId="{EF115323-253F-B74F-975A-FB3C2CDC6FDA}">
      <dgm:prSet phldrT="[Text]">
        <dgm:style>
          <a:lnRef idx="2">
            <a:schemeClr val="dk1"/>
          </a:lnRef>
          <a:fillRef idx="1">
            <a:schemeClr val="lt1"/>
          </a:fillRef>
          <a:effectRef idx="0">
            <a:schemeClr val="dk1"/>
          </a:effectRef>
          <a:fontRef idx="minor">
            <a:schemeClr val="dk1"/>
          </a:fontRef>
        </dgm:style>
      </dgm:prSet>
      <dgm:spPr/>
      <dgm:t>
        <a:bodyPr/>
        <a:lstStyle/>
        <a:p>
          <a:r>
            <a:rPr lang="en-US" dirty="0">
              <a:latin typeface="Times New Roman" panose="02020603050405020304" pitchFamily="18" charset="0"/>
              <a:cs typeface="Times New Roman" panose="02020603050405020304" pitchFamily="18" charset="0"/>
            </a:rPr>
            <a:t>Transportation companies</a:t>
          </a:r>
          <a:endParaRPr lang="en-US" dirty="0"/>
        </a:p>
      </dgm:t>
    </dgm:pt>
    <dgm:pt modelId="{2E1115A2-9A13-E740-A9A2-0D117AEDD5B5}" type="parTrans" cxnId="{09756AF4-26E9-984B-A010-7CC21DD5AAE0}">
      <dgm:prSet/>
      <dgm:spPr/>
      <dgm:t>
        <a:bodyPr/>
        <a:lstStyle/>
        <a:p>
          <a:endParaRPr lang="en-US"/>
        </a:p>
      </dgm:t>
    </dgm:pt>
    <dgm:pt modelId="{B8D379F1-23A0-394A-828F-32743F2E0D04}" type="sibTrans" cxnId="{09756AF4-26E9-984B-A010-7CC21DD5AAE0}">
      <dgm:prSet/>
      <dgm:spPr/>
      <dgm:t>
        <a:bodyPr/>
        <a:lstStyle/>
        <a:p>
          <a:endParaRPr lang="en-US"/>
        </a:p>
      </dgm:t>
    </dgm:pt>
    <dgm:pt modelId="{93051BA3-33B6-AB4C-8928-90F9C5ACB002}" type="pres">
      <dgm:prSet presAssocID="{298BB5DF-A204-B94C-B749-E0F2985D4919}" presName="Name0" presStyleCnt="0">
        <dgm:presLayoutVars>
          <dgm:dir/>
          <dgm:animLvl val="lvl"/>
          <dgm:resizeHandles val="exact"/>
        </dgm:presLayoutVars>
      </dgm:prSet>
      <dgm:spPr/>
    </dgm:pt>
    <dgm:pt modelId="{15653EDF-0330-3745-B8F3-94CA74688BD3}" type="pres">
      <dgm:prSet presAssocID="{298BB5DF-A204-B94C-B749-E0F2985D4919}" presName="tSp" presStyleCnt="0"/>
      <dgm:spPr/>
    </dgm:pt>
    <dgm:pt modelId="{574537D2-EA0C-044C-A63E-354CE83BFC0D}" type="pres">
      <dgm:prSet presAssocID="{298BB5DF-A204-B94C-B749-E0F2985D4919}" presName="bSp" presStyleCnt="0"/>
      <dgm:spPr/>
    </dgm:pt>
    <dgm:pt modelId="{30CF5661-2F33-5349-881C-31D922E4E928}" type="pres">
      <dgm:prSet presAssocID="{298BB5DF-A204-B94C-B749-E0F2985D4919}" presName="process" presStyleCnt="0"/>
      <dgm:spPr/>
    </dgm:pt>
    <dgm:pt modelId="{5E0D14B0-0865-D24D-8A0E-58EEE77926B5}" type="pres">
      <dgm:prSet presAssocID="{29C28938-2034-A647-9BBB-B24FACD5C64F}" presName="composite1" presStyleCnt="0"/>
      <dgm:spPr/>
    </dgm:pt>
    <dgm:pt modelId="{77739F8F-79F1-B948-A2FA-B550791312ED}" type="pres">
      <dgm:prSet presAssocID="{29C28938-2034-A647-9BBB-B24FACD5C64F}" presName="dummyNode1" presStyleLbl="node1" presStyleIdx="0" presStyleCnt="7"/>
      <dgm:spPr/>
    </dgm:pt>
    <dgm:pt modelId="{145C8E5C-C86A-BD4D-9CB9-FBD2A5FB9F0E}" type="pres">
      <dgm:prSet presAssocID="{29C28938-2034-A647-9BBB-B24FACD5C64F}" presName="childNode1" presStyleLbl="bgAcc1" presStyleIdx="0" presStyleCnt="7">
        <dgm:presLayoutVars>
          <dgm:bulletEnabled val="1"/>
        </dgm:presLayoutVars>
        <dgm:style>
          <a:lnRef idx="2">
            <a:schemeClr val="dk1"/>
          </a:lnRef>
          <a:fillRef idx="1">
            <a:schemeClr val="lt1"/>
          </a:fillRef>
          <a:effectRef idx="0">
            <a:schemeClr val="dk1"/>
          </a:effectRef>
          <a:fontRef idx="minor">
            <a:schemeClr val="dk1"/>
          </a:fontRef>
        </dgm:style>
      </dgm:prSet>
      <dgm:spPr/>
    </dgm:pt>
    <dgm:pt modelId="{35B82132-01C4-D24C-BB07-F869CB86F129}" type="pres">
      <dgm:prSet presAssocID="{29C28938-2034-A647-9BBB-B24FACD5C64F}" presName="childNode1tx" presStyleLbl="bgAcc1" presStyleIdx="0" presStyleCnt="7">
        <dgm:presLayoutVars>
          <dgm:bulletEnabled val="1"/>
        </dgm:presLayoutVars>
      </dgm:prSet>
      <dgm:spPr/>
    </dgm:pt>
    <dgm:pt modelId="{56F24851-3678-A042-95AC-851B9DEBDB9B}" type="pres">
      <dgm:prSet presAssocID="{29C28938-2034-A647-9BBB-B24FACD5C64F}" presName="parentNode1" presStyleLbl="node1" presStyleIdx="0" presStyleCnt="7" custLinFactY="-9602" custLinFactNeighborX="-19620" custLinFactNeighborY="-100000">
        <dgm:presLayoutVars>
          <dgm:chMax val="1"/>
          <dgm:bulletEnabled val="1"/>
        </dgm:presLayoutVars>
      </dgm:prSet>
      <dgm:spPr/>
    </dgm:pt>
    <dgm:pt modelId="{9B9B55F4-7A6A-3A49-9EFE-48672C7C8646}" type="pres">
      <dgm:prSet presAssocID="{29C28938-2034-A647-9BBB-B24FACD5C64F}" presName="connSite1" presStyleCnt="0"/>
      <dgm:spPr/>
    </dgm:pt>
    <dgm:pt modelId="{81B59F9E-7A0E-5A4A-BF49-2CCEA5BFC9C5}" type="pres">
      <dgm:prSet presAssocID="{DAB5823C-8112-B34D-950F-EECABB337E33}" presName="Name9" presStyleLbl="sibTrans2D1" presStyleIdx="0" presStyleCnt="6" custFlipVert="1" custFlipHor="0" custScaleX="18389" custScaleY="11583" custLinFactNeighborX="554" custLinFactNeighborY="-4055"/>
      <dgm:spPr>
        <a:prstGeom prst="rightArrow">
          <a:avLst/>
        </a:prstGeom>
      </dgm:spPr>
    </dgm:pt>
    <dgm:pt modelId="{0AF0CD98-6F3D-5949-9707-75B5E84DD457}" type="pres">
      <dgm:prSet presAssocID="{D415D564-EE95-8F4D-BBB4-C5A171024F01}" presName="composite2" presStyleCnt="0"/>
      <dgm:spPr/>
    </dgm:pt>
    <dgm:pt modelId="{D99299B5-D1CA-EC47-9DCB-16E547B45CB1}" type="pres">
      <dgm:prSet presAssocID="{D415D564-EE95-8F4D-BBB4-C5A171024F01}" presName="dummyNode2" presStyleLbl="node1" presStyleIdx="0" presStyleCnt="7"/>
      <dgm:spPr/>
    </dgm:pt>
    <dgm:pt modelId="{246AB338-54E5-6B45-A780-1BCCD8CC027C}" type="pres">
      <dgm:prSet presAssocID="{D415D564-EE95-8F4D-BBB4-C5A171024F01}" presName="childNode2" presStyleLbl="bgAcc1" presStyleIdx="1" presStyleCnt="7">
        <dgm:presLayoutVars>
          <dgm:bulletEnabled val="1"/>
        </dgm:presLayoutVars>
      </dgm:prSet>
      <dgm:spPr/>
    </dgm:pt>
    <dgm:pt modelId="{DFED9562-443D-BF4D-A352-23627157C1EB}" type="pres">
      <dgm:prSet presAssocID="{D415D564-EE95-8F4D-BBB4-C5A171024F01}" presName="childNode2tx" presStyleLbl="bgAcc1" presStyleIdx="1" presStyleCnt="7">
        <dgm:presLayoutVars>
          <dgm:bulletEnabled val="1"/>
        </dgm:presLayoutVars>
      </dgm:prSet>
      <dgm:spPr/>
    </dgm:pt>
    <dgm:pt modelId="{50C0ECB0-DB12-C449-A3A8-D8FAD6CB13AE}" type="pres">
      <dgm:prSet presAssocID="{D415D564-EE95-8F4D-BBB4-C5A171024F01}" presName="parentNode2" presStyleLbl="node1" presStyleIdx="1" presStyleCnt="7" custLinFactY="15580" custLinFactNeighborX="-17861" custLinFactNeighborY="100000">
        <dgm:presLayoutVars>
          <dgm:chMax val="0"/>
          <dgm:bulletEnabled val="1"/>
        </dgm:presLayoutVars>
      </dgm:prSet>
      <dgm:spPr/>
    </dgm:pt>
    <dgm:pt modelId="{085F476E-6EDF-3546-A6C2-528E18D12CE1}" type="pres">
      <dgm:prSet presAssocID="{D415D564-EE95-8F4D-BBB4-C5A171024F01}" presName="connSite2" presStyleCnt="0"/>
      <dgm:spPr/>
    </dgm:pt>
    <dgm:pt modelId="{5A090412-FD1E-C84A-AA0F-66EE82D39D13}" type="pres">
      <dgm:prSet presAssocID="{70214B03-C254-3C46-9FE5-2E74A9867DE5}" presName="Name18" presStyleLbl="sibTrans2D1" presStyleIdx="1" presStyleCnt="6" custScaleX="97996" custScaleY="101514" custLinFactNeighborX="490" custLinFactNeighborY="11757"/>
      <dgm:spPr/>
    </dgm:pt>
    <dgm:pt modelId="{3C86EF48-F17F-0B45-A99A-E6856A34515F}" type="pres">
      <dgm:prSet presAssocID="{6A2C4710-0358-5D45-AC30-77EA3861488D}" presName="composite1" presStyleCnt="0"/>
      <dgm:spPr/>
    </dgm:pt>
    <dgm:pt modelId="{BEBB8216-304E-184C-9623-64A3B5602733}" type="pres">
      <dgm:prSet presAssocID="{6A2C4710-0358-5D45-AC30-77EA3861488D}" presName="dummyNode1" presStyleLbl="node1" presStyleIdx="1" presStyleCnt="7"/>
      <dgm:spPr/>
    </dgm:pt>
    <dgm:pt modelId="{C3B37E16-F05C-C34C-8933-5EF8F80E4A7C}" type="pres">
      <dgm:prSet presAssocID="{6A2C4710-0358-5D45-AC30-77EA3861488D}" presName="childNode1" presStyleLbl="bgAcc1" presStyleIdx="2" presStyleCnt="7">
        <dgm:presLayoutVars>
          <dgm:bulletEnabled val="1"/>
        </dgm:presLayoutVars>
      </dgm:prSet>
      <dgm:spPr/>
    </dgm:pt>
    <dgm:pt modelId="{B1B5CDA6-BBF5-B841-BDC7-FC25DA212B18}" type="pres">
      <dgm:prSet presAssocID="{6A2C4710-0358-5D45-AC30-77EA3861488D}" presName="childNode1tx" presStyleLbl="bgAcc1" presStyleIdx="2" presStyleCnt="7">
        <dgm:presLayoutVars>
          <dgm:bulletEnabled val="1"/>
        </dgm:presLayoutVars>
      </dgm:prSet>
      <dgm:spPr/>
    </dgm:pt>
    <dgm:pt modelId="{2A8EB744-E12B-D546-BA33-A258AF8971B8}" type="pres">
      <dgm:prSet presAssocID="{6A2C4710-0358-5D45-AC30-77EA3861488D}" presName="parentNode1" presStyleLbl="node1" presStyleIdx="2" presStyleCnt="7" custLinFactY="-16577" custLinFactNeighborX="-17069" custLinFactNeighborY="-100000">
        <dgm:presLayoutVars>
          <dgm:chMax val="1"/>
          <dgm:bulletEnabled val="1"/>
        </dgm:presLayoutVars>
      </dgm:prSet>
      <dgm:spPr/>
    </dgm:pt>
    <dgm:pt modelId="{D661AC3E-585D-1247-89EA-4EF5BE7DF07A}" type="pres">
      <dgm:prSet presAssocID="{6A2C4710-0358-5D45-AC30-77EA3861488D}" presName="connSite1" presStyleCnt="0"/>
      <dgm:spPr/>
    </dgm:pt>
    <dgm:pt modelId="{CD89AB82-BA23-BF4F-928E-4C2C54DBE416}" type="pres">
      <dgm:prSet presAssocID="{969FFD02-7E81-3E4B-BB5E-56DB3F32CC4C}" presName="Name9" presStyleLbl="sibTrans2D1" presStyleIdx="2" presStyleCnt="6" custLinFactNeighborY="-12258"/>
      <dgm:spPr/>
    </dgm:pt>
    <dgm:pt modelId="{B4B3D28A-5556-B041-81CB-F8E14E3C06FE}" type="pres">
      <dgm:prSet presAssocID="{B03C4DDB-42BF-0344-90EB-7326ED12E3AB}" presName="composite2" presStyleCnt="0"/>
      <dgm:spPr/>
    </dgm:pt>
    <dgm:pt modelId="{00793E41-B3D8-F54A-9AC8-0190D9C44259}" type="pres">
      <dgm:prSet presAssocID="{B03C4DDB-42BF-0344-90EB-7326ED12E3AB}" presName="dummyNode2" presStyleLbl="node1" presStyleIdx="2" presStyleCnt="7"/>
      <dgm:spPr/>
    </dgm:pt>
    <dgm:pt modelId="{DF703ACF-B860-7949-908E-B91786C46BAB}" type="pres">
      <dgm:prSet presAssocID="{B03C4DDB-42BF-0344-90EB-7326ED12E3AB}" presName="childNode2" presStyleLbl="bgAcc1" presStyleIdx="3" presStyleCnt="7">
        <dgm:presLayoutVars>
          <dgm:bulletEnabled val="1"/>
        </dgm:presLayoutVars>
      </dgm:prSet>
      <dgm:spPr/>
    </dgm:pt>
    <dgm:pt modelId="{09E5DFBD-AED8-FF49-A33C-52312B2F12BC}" type="pres">
      <dgm:prSet presAssocID="{B03C4DDB-42BF-0344-90EB-7326ED12E3AB}" presName="childNode2tx" presStyleLbl="bgAcc1" presStyleIdx="3" presStyleCnt="7">
        <dgm:presLayoutVars>
          <dgm:bulletEnabled val="1"/>
        </dgm:presLayoutVars>
      </dgm:prSet>
      <dgm:spPr/>
    </dgm:pt>
    <dgm:pt modelId="{3274607E-C4F6-B045-8C35-1BAC4F8D49BF}" type="pres">
      <dgm:prSet presAssocID="{B03C4DDB-42BF-0344-90EB-7326ED12E3AB}" presName="parentNode2" presStyleLbl="node1" presStyleIdx="3" presStyleCnt="7" custLinFactY="14092" custLinFactNeighborX="-18903" custLinFactNeighborY="100000">
        <dgm:presLayoutVars>
          <dgm:chMax val="0"/>
          <dgm:bulletEnabled val="1"/>
        </dgm:presLayoutVars>
      </dgm:prSet>
      <dgm:spPr/>
    </dgm:pt>
    <dgm:pt modelId="{5C7FC4D9-00FF-4E46-90A0-B03267F0F25E}" type="pres">
      <dgm:prSet presAssocID="{B03C4DDB-42BF-0344-90EB-7326ED12E3AB}" presName="connSite2" presStyleCnt="0"/>
      <dgm:spPr/>
    </dgm:pt>
    <dgm:pt modelId="{E12C836E-921D-0341-8899-3D3FE98945F3}" type="pres">
      <dgm:prSet presAssocID="{4946D0C6-0731-B94B-81B0-C3D1DD7FB98E}" presName="Name18" presStyleLbl="sibTrans2D1" presStyleIdx="3" presStyleCnt="6" custLinFactNeighborX="0" custLinFactNeighborY="10866"/>
      <dgm:spPr/>
    </dgm:pt>
    <dgm:pt modelId="{339DA890-39A8-2D4A-82BE-57CF3D164C72}" type="pres">
      <dgm:prSet presAssocID="{EF115323-253F-B74F-975A-FB3C2CDC6FDA}" presName="composite1" presStyleCnt="0"/>
      <dgm:spPr/>
    </dgm:pt>
    <dgm:pt modelId="{31EAB071-AE6B-F14F-A1F8-B2B582056F31}" type="pres">
      <dgm:prSet presAssocID="{EF115323-253F-B74F-975A-FB3C2CDC6FDA}" presName="dummyNode1" presStyleLbl="node1" presStyleIdx="3" presStyleCnt="7"/>
      <dgm:spPr/>
    </dgm:pt>
    <dgm:pt modelId="{03E9995E-B4F2-8C4D-A928-47C4AECD6D21}" type="pres">
      <dgm:prSet presAssocID="{EF115323-253F-B74F-975A-FB3C2CDC6FDA}" presName="childNode1" presStyleLbl="bgAcc1" presStyleIdx="4" presStyleCnt="7">
        <dgm:presLayoutVars>
          <dgm:bulletEnabled val="1"/>
        </dgm:presLayoutVars>
      </dgm:prSet>
      <dgm:spPr/>
    </dgm:pt>
    <dgm:pt modelId="{E420521A-BFB7-6649-8366-28BD7C146829}" type="pres">
      <dgm:prSet presAssocID="{EF115323-253F-B74F-975A-FB3C2CDC6FDA}" presName="childNode1tx" presStyleLbl="bgAcc1" presStyleIdx="4" presStyleCnt="7">
        <dgm:presLayoutVars>
          <dgm:bulletEnabled val="1"/>
        </dgm:presLayoutVars>
      </dgm:prSet>
      <dgm:spPr/>
    </dgm:pt>
    <dgm:pt modelId="{0FEE8AE0-6134-024D-A5B3-470E4929FE04}" type="pres">
      <dgm:prSet presAssocID="{EF115323-253F-B74F-975A-FB3C2CDC6FDA}" presName="parentNode1" presStyleLbl="node1" presStyleIdx="4" presStyleCnt="7" custLinFactY="-16577" custLinFactNeighborX="-17069" custLinFactNeighborY="-100000">
        <dgm:presLayoutVars>
          <dgm:chMax val="1"/>
          <dgm:bulletEnabled val="1"/>
        </dgm:presLayoutVars>
      </dgm:prSet>
      <dgm:spPr/>
    </dgm:pt>
    <dgm:pt modelId="{F4E9C44B-EC1B-8A49-869E-280149FC094F}" type="pres">
      <dgm:prSet presAssocID="{EF115323-253F-B74F-975A-FB3C2CDC6FDA}" presName="connSite1" presStyleCnt="0"/>
      <dgm:spPr/>
    </dgm:pt>
    <dgm:pt modelId="{64671EBA-A197-3042-A9B6-334C830C5BC6}" type="pres">
      <dgm:prSet presAssocID="{B8D379F1-23A0-394A-828F-32743F2E0D04}" presName="Name9" presStyleLbl="sibTrans2D1" presStyleIdx="4" presStyleCnt="6" custLinFactNeighborY="-12020"/>
      <dgm:spPr/>
    </dgm:pt>
    <dgm:pt modelId="{0271482F-1D40-8447-A34D-C8A8108ABC50}" type="pres">
      <dgm:prSet presAssocID="{A2CC40BB-42AC-A64E-8463-8AE94817B669}" presName="composite2" presStyleCnt="0"/>
      <dgm:spPr/>
    </dgm:pt>
    <dgm:pt modelId="{D8AE5A61-2FAD-6D4B-8DE7-32FC173E214E}" type="pres">
      <dgm:prSet presAssocID="{A2CC40BB-42AC-A64E-8463-8AE94817B669}" presName="dummyNode2" presStyleLbl="node1" presStyleIdx="4" presStyleCnt="7"/>
      <dgm:spPr/>
    </dgm:pt>
    <dgm:pt modelId="{71F67C74-BAFE-3546-AB19-ED78896F4158}" type="pres">
      <dgm:prSet presAssocID="{A2CC40BB-42AC-A64E-8463-8AE94817B669}" presName="childNode2" presStyleLbl="bgAcc1" presStyleIdx="5" presStyleCnt="7">
        <dgm:presLayoutVars>
          <dgm:bulletEnabled val="1"/>
        </dgm:presLayoutVars>
      </dgm:prSet>
      <dgm:spPr/>
    </dgm:pt>
    <dgm:pt modelId="{F689E69B-0EF6-5B44-87D9-76652BAFBB0C}" type="pres">
      <dgm:prSet presAssocID="{A2CC40BB-42AC-A64E-8463-8AE94817B669}" presName="childNode2tx" presStyleLbl="bgAcc1" presStyleIdx="5" presStyleCnt="7">
        <dgm:presLayoutVars>
          <dgm:bulletEnabled val="1"/>
        </dgm:presLayoutVars>
      </dgm:prSet>
      <dgm:spPr/>
    </dgm:pt>
    <dgm:pt modelId="{0FA93762-3348-C94E-B882-35E3DC281713}" type="pres">
      <dgm:prSet presAssocID="{A2CC40BB-42AC-A64E-8463-8AE94817B669}" presName="parentNode2" presStyleLbl="node1" presStyleIdx="5" presStyleCnt="7" custLinFactY="14092" custLinFactNeighborX="-16328" custLinFactNeighborY="100000">
        <dgm:presLayoutVars>
          <dgm:chMax val="0"/>
          <dgm:bulletEnabled val="1"/>
        </dgm:presLayoutVars>
      </dgm:prSet>
      <dgm:spPr/>
    </dgm:pt>
    <dgm:pt modelId="{BC228550-FB00-FC46-95B6-08BA4D4F081E}" type="pres">
      <dgm:prSet presAssocID="{A2CC40BB-42AC-A64E-8463-8AE94817B669}" presName="connSite2" presStyleCnt="0"/>
      <dgm:spPr/>
    </dgm:pt>
    <dgm:pt modelId="{A8D4DDC7-A116-8E47-9C02-3E010527F376}" type="pres">
      <dgm:prSet presAssocID="{FC134504-AD26-CC48-9F27-2F83525EAEDF}" presName="Name18" presStyleLbl="sibTrans2D1" presStyleIdx="5" presStyleCnt="6" custScaleX="18145" custScaleY="19241" custLinFactNeighborX="-1751" custLinFactNeighborY="3737"/>
      <dgm:spPr>
        <a:prstGeom prst="rightArrow">
          <a:avLst/>
        </a:prstGeom>
      </dgm:spPr>
    </dgm:pt>
    <dgm:pt modelId="{7CB7862D-F111-3348-823E-58393CA8D977}" type="pres">
      <dgm:prSet presAssocID="{FB1B9E87-CE7F-C740-AF50-8253D9697CDE}" presName="composite1" presStyleCnt="0"/>
      <dgm:spPr/>
    </dgm:pt>
    <dgm:pt modelId="{A97F2098-AA22-9744-B8F7-A1A5341F39DD}" type="pres">
      <dgm:prSet presAssocID="{FB1B9E87-CE7F-C740-AF50-8253D9697CDE}" presName="dummyNode1" presStyleLbl="node1" presStyleIdx="5" presStyleCnt="7"/>
      <dgm:spPr/>
    </dgm:pt>
    <dgm:pt modelId="{88378195-4DCF-FC47-8D23-48F87CF38481}" type="pres">
      <dgm:prSet presAssocID="{FB1B9E87-CE7F-C740-AF50-8253D9697CDE}" presName="childNode1" presStyleLbl="bgAcc1" presStyleIdx="6" presStyleCnt="7">
        <dgm:presLayoutVars>
          <dgm:bulletEnabled val="1"/>
        </dgm:presLayoutVars>
      </dgm:prSet>
      <dgm:spPr/>
    </dgm:pt>
    <dgm:pt modelId="{873E8545-FDBE-D649-BAA6-028AF8EA77C7}" type="pres">
      <dgm:prSet presAssocID="{FB1B9E87-CE7F-C740-AF50-8253D9697CDE}" presName="childNode1tx" presStyleLbl="bgAcc1" presStyleIdx="6" presStyleCnt="7">
        <dgm:presLayoutVars>
          <dgm:bulletEnabled val="1"/>
        </dgm:presLayoutVars>
      </dgm:prSet>
      <dgm:spPr/>
    </dgm:pt>
    <dgm:pt modelId="{3BE662D5-B879-E842-9793-8E3727AE6A77}" type="pres">
      <dgm:prSet presAssocID="{FB1B9E87-CE7F-C740-AF50-8253D9697CDE}" presName="parentNode1" presStyleLbl="node1" presStyleIdx="6" presStyleCnt="7" custLinFactY="-21222" custLinFactNeighborX="-18090" custLinFactNeighborY="-100000">
        <dgm:presLayoutVars>
          <dgm:chMax val="1"/>
          <dgm:bulletEnabled val="1"/>
        </dgm:presLayoutVars>
      </dgm:prSet>
      <dgm:spPr/>
    </dgm:pt>
    <dgm:pt modelId="{B5226BFF-E637-C045-9002-EDEC6D7DCEB3}" type="pres">
      <dgm:prSet presAssocID="{FB1B9E87-CE7F-C740-AF50-8253D9697CDE}" presName="connSite1" presStyleCnt="0"/>
      <dgm:spPr/>
    </dgm:pt>
  </dgm:ptLst>
  <dgm:cxnLst>
    <dgm:cxn modelId="{65A7D40B-48EA-6741-AAB8-04901E66C3FA}" type="presOf" srcId="{A2CC40BB-42AC-A64E-8463-8AE94817B669}" destId="{0FA93762-3348-C94E-B882-35E3DC281713}" srcOrd="0" destOrd="0" presId="urn:microsoft.com/office/officeart/2005/8/layout/hProcess4"/>
    <dgm:cxn modelId="{78EDFB0C-D585-9546-84FC-1265EBC65BED}" type="presOf" srcId="{969FFD02-7E81-3E4B-BB5E-56DB3F32CC4C}" destId="{CD89AB82-BA23-BF4F-928E-4C2C54DBE416}" srcOrd="0" destOrd="0" presId="urn:microsoft.com/office/officeart/2005/8/layout/hProcess4"/>
    <dgm:cxn modelId="{9D9BEA1E-6213-084E-93DD-491F4D9BF372}" type="presOf" srcId="{298BB5DF-A204-B94C-B749-E0F2985D4919}" destId="{93051BA3-33B6-AB4C-8928-90F9C5ACB002}" srcOrd="0" destOrd="0" presId="urn:microsoft.com/office/officeart/2005/8/layout/hProcess4"/>
    <dgm:cxn modelId="{F8C0104F-7C55-9644-8D7C-B4963A92B682}" srcId="{298BB5DF-A204-B94C-B749-E0F2985D4919}" destId="{6A2C4710-0358-5D45-AC30-77EA3861488D}" srcOrd="2" destOrd="0" parTransId="{5F4EBFA7-B49E-4141-B55B-F12BE051C190}" sibTransId="{969FFD02-7E81-3E4B-BB5E-56DB3F32CC4C}"/>
    <dgm:cxn modelId="{E5C2974F-FF0E-8A41-914D-12F49E77E457}" type="presOf" srcId="{B8D379F1-23A0-394A-828F-32743F2E0D04}" destId="{64671EBA-A197-3042-A9B6-334C830C5BC6}" srcOrd="0" destOrd="0" presId="urn:microsoft.com/office/officeart/2005/8/layout/hProcess4"/>
    <dgm:cxn modelId="{9500995E-BF8B-AB46-8618-59385DFEBD43}" type="presOf" srcId="{EF115323-253F-B74F-975A-FB3C2CDC6FDA}" destId="{0FEE8AE0-6134-024D-A5B3-470E4929FE04}" srcOrd="0" destOrd="0" presId="urn:microsoft.com/office/officeart/2005/8/layout/hProcess4"/>
    <dgm:cxn modelId="{845D5B67-FF0E-2844-B2A4-1DD2803CBF54}" type="presOf" srcId="{FB1B9E87-CE7F-C740-AF50-8253D9697CDE}" destId="{3BE662D5-B879-E842-9793-8E3727AE6A77}" srcOrd="0" destOrd="0" presId="urn:microsoft.com/office/officeart/2005/8/layout/hProcess4"/>
    <dgm:cxn modelId="{171C5A7A-8EAC-BC4C-BB49-7B7733B8F3A8}" srcId="{298BB5DF-A204-B94C-B749-E0F2985D4919}" destId="{FB1B9E87-CE7F-C740-AF50-8253D9697CDE}" srcOrd="6" destOrd="0" parTransId="{ADB4491D-4B5D-B245-AD5F-356A388F3DB9}" sibTransId="{66EC17C7-AA81-1040-979C-B4EABD1BDF97}"/>
    <dgm:cxn modelId="{9BE32F7B-B3DE-4442-A322-6409090EE003}" type="presOf" srcId="{6A2C4710-0358-5D45-AC30-77EA3861488D}" destId="{2A8EB744-E12B-D546-BA33-A258AF8971B8}" srcOrd="0" destOrd="0" presId="urn:microsoft.com/office/officeart/2005/8/layout/hProcess4"/>
    <dgm:cxn modelId="{FD13A594-334A-FE40-B6E5-A210F118128C}" type="presOf" srcId="{29C28938-2034-A647-9BBB-B24FACD5C64F}" destId="{56F24851-3678-A042-95AC-851B9DEBDB9B}" srcOrd="0" destOrd="0" presId="urn:microsoft.com/office/officeart/2005/8/layout/hProcess4"/>
    <dgm:cxn modelId="{2BC21D97-54CD-684F-9E58-B2A7077966C8}" type="presOf" srcId="{DAB5823C-8112-B34D-950F-EECABB337E33}" destId="{81B59F9E-7A0E-5A4A-BF49-2CCEA5BFC9C5}" srcOrd="0" destOrd="0" presId="urn:microsoft.com/office/officeart/2005/8/layout/hProcess4"/>
    <dgm:cxn modelId="{E22F3A97-78BD-804F-A323-30BEC81D9661}" srcId="{298BB5DF-A204-B94C-B749-E0F2985D4919}" destId="{29C28938-2034-A647-9BBB-B24FACD5C64F}" srcOrd="0" destOrd="0" parTransId="{766A6AE7-0378-7B40-A74F-29562F4D68BD}" sibTransId="{DAB5823C-8112-B34D-950F-EECABB337E33}"/>
    <dgm:cxn modelId="{428C25AD-2DA4-7A4F-8180-7D9CB3ED6E15}" type="presOf" srcId="{FC134504-AD26-CC48-9F27-2F83525EAEDF}" destId="{A8D4DDC7-A116-8E47-9C02-3E010527F376}" srcOrd="0" destOrd="0" presId="urn:microsoft.com/office/officeart/2005/8/layout/hProcess4"/>
    <dgm:cxn modelId="{96DC57AE-A23B-C643-A5D5-68546F651318}" type="presOf" srcId="{D415D564-EE95-8F4D-BBB4-C5A171024F01}" destId="{50C0ECB0-DB12-C449-A3A8-D8FAD6CB13AE}" srcOrd="0" destOrd="0" presId="urn:microsoft.com/office/officeart/2005/8/layout/hProcess4"/>
    <dgm:cxn modelId="{5B331DB7-60F8-D043-B064-CAFE230ACA69}" srcId="{298BB5DF-A204-B94C-B749-E0F2985D4919}" destId="{B03C4DDB-42BF-0344-90EB-7326ED12E3AB}" srcOrd="3" destOrd="0" parTransId="{2947C311-0D3F-9549-974C-5676E03DECAD}" sibTransId="{4946D0C6-0731-B94B-81B0-C3D1DD7FB98E}"/>
    <dgm:cxn modelId="{44C7E7BA-9BB9-2546-BFE3-7B323822AC77}" type="presOf" srcId="{4946D0C6-0731-B94B-81B0-C3D1DD7FB98E}" destId="{E12C836E-921D-0341-8899-3D3FE98945F3}" srcOrd="0" destOrd="0" presId="urn:microsoft.com/office/officeart/2005/8/layout/hProcess4"/>
    <dgm:cxn modelId="{19EEFFD5-2D72-9245-ABF9-131ABF282D11}" srcId="{298BB5DF-A204-B94C-B749-E0F2985D4919}" destId="{A2CC40BB-42AC-A64E-8463-8AE94817B669}" srcOrd="5" destOrd="0" parTransId="{C09EC1D2-1B28-AE43-80C7-70CC343F02D7}" sibTransId="{FC134504-AD26-CC48-9F27-2F83525EAEDF}"/>
    <dgm:cxn modelId="{F2880CE3-25A6-C144-B643-AF85E368A8F2}" type="presOf" srcId="{B03C4DDB-42BF-0344-90EB-7326ED12E3AB}" destId="{3274607E-C4F6-B045-8C35-1BAC4F8D49BF}" srcOrd="0" destOrd="0" presId="urn:microsoft.com/office/officeart/2005/8/layout/hProcess4"/>
    <dgm:cxn modelId="{E5BC3BE6-16AF-FC46-9A27-B7BFC84F4A5A}" srcId="{298BB5DF-A204-B94C-B749-E0F2985D4919}" destId="{D415D564-EE95-8F4D-BBB4-C5A171024F01}" srcOrd="1" destOrd="0" parTransId="{F52E8C3D-0D14-F247-8F7A-FB9467C9BD71}" sibTransId="{70214B03-C254-3C46-9FE5-2E74A9867DE5}"/>
    <dgm:cxn modelId="{09756AF4-26E9-984B-A010-7CC21DD5AAE0}" srcId="{298BB5DF-A204-B94C-B749-E0F2985D4919}" destId="{EF115323-253F-B74F-975A-FB3C2CDC6FDA}" srcOrd="4" destOrd="0" parTransId="{2E1115A2-9A13-E740-A9A2-0D117AEDD5B5}" sibTransId="{B8D379F1-23A0-394A-828F-32743F2E0D04}"/>
    <dgm:cxn modelId="{C0BBCCFC-1C9D-9E4B-9296-B0D5D7C4B582}" type="presOf" srcId="{70214B03-C254-3C46-9FE5-2E74A9867DE5}" destId="{5A090412-FD1E-C84A-AA0F-66EE82D39D13}" srcOrd="0" destOrd="0" presId="urn:microsoft.com/office/officeart/2005/8/layout/hProcess4"/>
    <dgm:cxn modelId="{46D7C14E-6CED-4B48-A2AA-D7FD1E9CFFB4}" type="presParOf" srcId="{93051BA3-33B6-AB4C-8928-90F9C5ACB002}" destId="{15653EDF-0330-3745-B8F3-94CA74688BD3}" srcOrd="0" destOrd="0" presId="urn:microsoft.com/office/officeart/2005/8/layout/hProcess4"/>
    <dgm:cxn modelId="{20C0634F-9082-4D4E-8FA6-E19864A668CD}" type="presParOf" srcId="{93051BA3-33B6-AB4C-8928-90F9C5ACB002}" destId="{574537D2-EA0C-044C-A63E-354CE83BFC0D}" srcOrd="1" destOrd="0" presId="urn:microsoft.com/office/officeart/2005/8/layout/hProcess4"/>
    <dgm:cxn modelId="{6D4961F2-6A9C-AF43-BC43-56420A94AD3F}" type="presParOf" srcId="{93051BA3-33B6-AB4C-8928-90F9C5ACB002}" destId="{30CF5661-2F33-5349-881C-31D922E4E928}" srcOrd="2" destOrd="0" presId="urn:microsoft.com/office/officeart/2005/8/layout/hProcess4"/>
    <dgm:cxn modelId="{5465F735-6080-B747-B270-065C2D1F410B}" type="presParOf" srcId="{30CF5661-2F33-5349-881C-31D922E4E928}" destId="{5E0D14B0-0865-D24D-8A0E-58EEE77926B5}" srcOrd="0" destOrd="0" presId="urn:microsoft.com/office/officeart/2005/8/layout/hProcess4"/>
    <dgm:cxn modelId="{F5729D32-F411-D74E-8F48-F5E02F8B2018}" type="presParOf" srcId="{5E0D14B0-0865-D24D-8A0E-58EEE77926B5}" destId="{77739F8F-79F1-B948-A2FA-B550791312ED}" srcOrd="0" destOrd="0" presId="urn:microsoft.com/office/officeart/2005/8/layout/hProcess4"/>
    <dgm:cxn modelId="{861006A1-D6DB-474E-B41C-7171264F3924}" type="presParOf" srcId="{5E0D14B0-0865-D24D-8A0E-58EEE77926B5}" destId="{145C8E5C-C86A-BD4D-9CB9-FBD2A5FB9F0E}" srcOrd="1" destOrd="0" presId="urn:microsoft.com/office/officeart/2005/8/layout/hProcess4"/>
    <dgm:cxn modelId="{C2F156D8-AF57-F048-8774-B239A87A1DF3}" type="presParOf" srcId="{5E0D14B0-0865-D24D-8A0E-58EEE77926B5}" destId="{35B82132-01C4-D24C-BB07-F869CB86F129}" srcOrd="2" destOrd="0" presId="urn:microsoft.com/office/officeart/2005/8/layout/hProcess4"/>
    <dgm:cxn modelId="{8A3ECE9F-1015-B648-A7ED-327344A45148}" type="presParOf" srcId="{5E0D14B0-0865-D24D-8A0E-58EEE77926B5}" destId="{56F24851-3678-A042-95AC-851B9DEBDB9B}" srcOrd="3" destOrd="0" presId="urn:microsoft.com/office/officeart/2005/8/layout/hProcess4"/>
    <dgm:cxn modelId="{DD842FB9-B162-B145-B847-DC7349A814CF}" type="presParOf" srcId="{5E0D14B0-0865-D24D-8A0E-58EEE77926B5}" destId="{9B9B55F4-7A6A-3A49-9EFE-48672C7C8646}" srcOrd="4" destOrd="0" presId="urn:microsoft.com/office/officeart/2005/8/layout/hProcess4"/>
    <dgm:cxn modelId="{D2E6D17A-0E2B-7B4F-8C0B-E4753987F9A5}" type="presParOf" srcId="{30CF5661-2F33-5349-881C-31D922E4E928}" destId="{81B59F9E-7A0E-5A4A-BF49-2CCEA5BFC9C5}" srcOrd="1" destOrd="0" presId="urn:microsoft.com/office/officeart/2005/8/layout/hProcess4"/>
    <dgm:cxn modelId="{7BBFB132-E8FD-6040-9D76-410B5EAFE7DC}" type="presParOf" srcId="{30CF5661-2F33-5349-881C-31D922E4E928}" destId="{0AF0CD98-6F3D-5949-9707-75B5E84DD457}" srcOrd="2" destOrd="0" presId="urn:microsoft.com/office/officeart/2005/8/layout/hProcess4"/>
    <dgm:cxn modelId="{68B654C1-7559-404B-BDEB-90A5B57D45C2}" type="presParOf" srcId="{0AF0CD98-6F3D-5949-9707-75B5E84DD457}" destId="{D99299B5-D1CA-EC47-9DCB-16E547B45CB1}" srcOrd="0" destOrd="0" presId="urn:microsoft.com/office/officeart/2005/8/layout/hProcess4"/>
    <dgm:cxn modelId="{2096E98E-72F8-9D40-A194-5A4FD4FCAD8D}" type="presParOf" srcId="{0AF0CD98-6F3D-5949-9707-75B5E84DD457}" destId="{246AB338-54E5-6B45-A780-1BCCD8CC027C}" srcOrd="1" destOrd="0" presId="urn:microsoft.com/office/officeart/2005/8/layout/hProcess4"/>
    <dgm:cxn modelId="{EC0399E7-F282-224C-B2F7-E6DDEE419A88}" type="presParOf" srcId="{0AF0CD98-6F3D-5949-9707-75B5E84DD457}" destId="{DFED9562-443D-BF4D-A352-23627157C1EB}" srcOrd="2" destOrd="0" presId="urn:microsoft.com/office/officeart/2005/8/layout/hProcess4"/>
    <dgm:cxn modelId="{F98D8D93-9049-2E4E-833A-F103DAAE784D}" type="presParOf" srcId="{0AF0CD98-6F3D-5949-9707-75B5E84DD457}" destId="{50C0ECB0-DB12-C449-A3A8-D8FAD6CB13AE}" srcOrd="3" destOrd="0" presId="urn:microsoft.com/office/officeart/2005/8/layout/hProcess4"/>
    <dgm:cxn modelId="{EE2B8272-BFD8-9F4E-BAE2-6D3FA0117EB0}" type="presParOf" srcId="{0AF0CD98-6F3D-5949-9707-75B5E84DD457}" destId="{085F476E-6EDF-3546-A6C2-528E18D12CE1}" srcOrd="4" destOrd="0" presId="urn:microsoft.com/office/officeart/2005/8/layout/hProcess4"/>
    <dgm:cxn modelId="{45DDD001-EC5F-E54C-85EC-B8F706AA23DC}" type="presParOf" srcId="{30CF5661-2F33-5349-881C-31D922E4E928}" destId="{5A090412-FD1E-C84A-AA0F-66EE82D39D13}" srcOrd="3" destOrd="0" presId="urn:microsoft.com/office/officeart/2005/8/layout/hProcess4"/>
    <dgm:cxn modelId="{F3C64ECB-B6F3-F14B-B38C-865D327D9D51}" type="presParOf" srcId="{30CF5661-2F33-5349-881C-31D922E4E928}" destId="{3C86EF48-F17F-0B45-A99A-E6856A34515F}" srcOrd="4" destOrd="0" presId="urn:microsoft.com/office/officeart/2005/8/layout/hProcess4"/>
    <dgm:cxn modelId="{807DD14D-6B33-5C4B-BEC3-4D0C889708DF}" type="presParOf" srcId="{3C86EF48-F17F-0B45-A99A-E6856A34515F}" destId="{BEBB8216-304E-184C-9623-64A3B5602733}" srcOrd="0" destOrd="0" presId="urn:microsoft.com/office/officeart/2005/8/layout/hProcess4"/>
    <dgm:cxn modelId="{3CB4DD54-B26A-7C42-90BC-3B51913F165A}" type="presParOf" srcId="{3C86EF48-F17F-0B45-A99A-E6856A34515F}" destId="{C3B37E16-F05C-C34C-8933-5EF8F80E4A7C}" srcOrd="1" destOrd="0" presId="urn:microsoft.com/office/officeart/2005/8/layout/hProcess4"/>
    <dgm:cxn modelId="{79F51A06-CDD9-7445-88F8-0850EACA5533}" type="presParOf" srcId="{3C86EF48-F17F-0B45-A99A-E6856A34515F}" destId="{B1B5CDA6-BBF5-B841-BDC7-FC25DA212B18}" srcOrd="2" destOrd="0" presId="urn:microsoft.com/office/officeart/2005/8/layout/hProcess4"/>
    <dgm:cxn modelId="{7C2762BD-933E-0347-A060-4F8EAA4E4B3A}" type="presParOf" srcId="{3C86EF48-F17F-0B45-A99A-E6856A34515F}" destId="{2A8EB744-E12B-D546-BA33-A258AF8971B8}" srcOrd="3" destOrd="0" presId="urn:microsoft.com/office/officeart/2005/8/layout/hProcess4"/>
    <dgm:cxn modelId="{329EE51D-C84A-9744-AEF8-70DB6132C2A0}" type="presParOf" srcId="{3C86EF48-F17F-0B45-A99A-E6856A34515F}" destId="{D661AC3E-585D-1247-89EA-4EF5BE7DF07A}" srcOrd="4" destOrd="0" presId="urn:microsoft.com/office/officeart/2005/8/layout/hProcess4"/>
    <dgm:cxn modelId="{5837B360-D088-214F-89AA-B9F64DC07795}" type="presParOf" srcId="{30CF5661-2F33-5349-881C-31D922E4E928}" destId="{CD89AB82-BA23-BF4F-928E-4C2C54DBE416}" srcOrd="5" destOrd="0" presId="urn:microsoft.com/office/officeart/2005/8/layout/hProcess4"/>
    <dgm:cxn modelId="{83BC41C2-EE62-3141-967B-D60308A589ED}" type="presParOf" srcId="{30CF5661-2F33-5349-881C-31D922E4E928}" destId="{B4B3D28A-5556-B041-81CB-F8E14E3C06FE}" srcOrd="6" destOrd="0" presId="urn:microsoft.com/office/officeart/2005/8/layout/hProcess4"/>
    <dgm:cxn modelId="{9F9D49EC-157A-EC45-AFEF-446FB9AAF1C6}" type="presParOf" srcId="{B4B3D28A-5556-B041-81CB-F8E14E3C06FE}" destId="{00793E41-B3D8-F54A-9AC8-0190D9C44259}" srcOrd="0" destOrd="0" presId="urn:microsoft.com/office/officeart/2005/8/layout/hProcess4"/>
    <dgm:cxn modelId="{7A9A3FB4-95A0-1A4C-AF47-A4636934C087}" type="presParOf" srcId="{B4B3D28A-5556-B041-81CB-F8E14E3C06FE}" destId="{DF703ACF-B860-7949-908E-B91786C46BAB}" srcOrd="1" destOrd="0" presId="urn:microsoft.com/office/officeart/2005/8/layout/hProcess4"/>
    <dgm:cxn modelId="{030CC54F-9074-444D-8A9B-2C78801902E7}" type="presParOf" srcId="{B4B3D28A-5556-B041-81CB-F8E14E3C06FE}" destId="{09E5DFBD-AED8-FF49-A33C-52312B2F12BC}" srcOrd="2" destOrd="0" presId="urn:microsoft.com/office/officeart/2005/8/layout/hProcess4"/>
    <dgm:cxn modelId="{CA74E037-E3B5-AC4B-B7C6-955241F7E0C6}" type="presParOf" srcId="{B4B3D28A-5556-B041-81CB-F8E14E3C06FE}" destId="{3274607E-C4F6-B045-8C35-1BAC4F8D49BF}" srcOrd="3" destOrd="0" presId="urn:microsoft.com/office/officeart/2005/8/layout/hProcess4"/>
    <dgm:cxn modelId="{AFB1620C-2F88-074D-9EF3-721AE1CEB154}" type="presParOf" srcId="{B4B3D28A-5556-B041-81CB-F8E14E3C06FE}" destId="{5C7FC4D9-00FF-4E46-90A0-B03267F0F25E}" srcOrd="4" destOrd="0" presId="urn:microsoft.com/office/officeart/2005/8/layout/hProcess4"/>
    <dgm:cxn modelId="{C37A932E-76B4-FC4D-868A-5A1FDF846F4C}" type="presParOf" srcId="{30CF5661-2F33-5349-881C-31D922E4E928}" destId="{E12C836E-921D-0341-8899-3D3FE98945F3}" srcOrd="7" destOrd="0" presId="urn:microsoft.com/office/officeart/2005/8/layout/hProcess4"/>
    <dgm:cxn modelId="{7DCDEDF3-26E6-6B45-8966-9735A9085F25}" type="presParOf" srcId="{30CF5661-2F33-5349-881C-31D922E4E928}" destId="{339DA890-39A8-2D4A-82BE-57CF3D164C72}" srcOrd="8" destOrd="0" presId="urn:microsoft.com/office/officeart/2005/8/layout/hProcess4"/>
    <dgm:cxn modelId="{D4180BD2-FD5F-814A-BDA4-76E80705459F}" type="presParOf" srcId="{339DA890-39A8-2D4A-82BE-57CF3D164C72}" destId="{31EAB071-AE6B-F14F-A1F8-B2B582056F31}" srcOrd="0" destOrd="0" presId="urn:microsoft.com/office/officeart/2005/8/layout/hProcess4"/>
    <dgm:cxn modelId="{22FE3C18-CA7D-3F4F-8827-D480C54242EF}" type="presParOf" srcId="{339DA890-39A8-2D4A-82BE-57CF3D164C72}" destId="{03E9995E-B4F2-8C4D-A928-47C4AECD6D21}" srcOrd="1" destOrd="0" presId="urn:microsoft.com/office/officeart/2005/8/layout/hProcess4"/>
    <dgm:cxn modelId="{8B3F4A5C-2E14-734E-BC5B-4BEC7A483219}" type="presParOf" srcId="{339DA890-39A8-2D4A-82BE-57CF3D164C72}" destId="{E420521A-BFB7-6649-8366-28BD7C146829}" srcOrd="2" destOrd="0" presId="urn:microsoft.com/office/officeart/2005/8/layout/hProcess4"/>
    <dgm:cxn modelId="{D88DB41D-374D-BD4F-BA12-5036770D79C8}" type="presParOf" srcId="{339DA890-39A8-2D4A-82BE-57CF3D164C72}" destId="{0FEE8AE0-6134-024D-A5B3-470E4929FE04}" srcOrd="3" destOrd="0" presId="urn:microsoft.com/office/officeart/2005/8/layout/hProcess4"/>
    <dgm:cxn modelId="{A3BE6F8F-3F61-654D-8009-792DE575100D}" type="presParOf" srcId="{339DA890-39A8-2D4A-82BE-57CF3D164C72}" destId="{F4E9C44B-EC1B-8A49-869E-280149FC094F}" srcOrd="4" destOrd="0" presId="urn:microsoft.com/office/officeart/2005/8/layout/hProcess4"/>
    <dgm:cxn modelId="{45218099-99BF-7644-9118-20B50AF9F8F8}" type="presParOf" srcId="{30CF5661-2F33-5349-881C-31D922E4E928}" destId="{64671EBA-A197-3042-A9B6-334C830C5BC6}" srcOrd="9" destOrd="0" presId="urn:microsoft.com/office/officeart/2005/8/layout/hProcess4"/>
    <dgm:cxn modelId="{6ECDE236-89F0-A245-9AB4-C8E803D7F7E6}" type="presParOf" srcId="{30CF5661-2F33-5349-881C-31D922E4E928}" destId="{0271482F-1D40-8447-A34D-C8A8108ABC50}" srcOrd="10" destOrd="0" presId="urn:microsoft.com/office/officeart/2005/8/layout/hProcess4"/>
    <dgm:cxn modelId="{B8957F7A-D9C2-1A4F-9842-56F6A5424D61}" type="presParOf" srcId="{0271482F-1D40-8447-A34D-C8A8108ABC50}" destId="{D8AE5A61-2FAD-6D4B-8DE7-32FC173E214E}" srcOrd="0" destOrd="0" presId="urn:microsoft.com/office/officeart/2005/8/layout/hProcess4"/>
    <dgm:cxn modelId="{6059D64B-89C6-314E-AC7E-3FD8E364A247}" type="presParOf" srcId="{0271482F-1D40-8447-A34D-C8A8108ABC50}" destId="{71F67C74-BAFE-3546-AB19-ED78896F4158}" srcOrd="1" destOrd="0" presId="urn:microsoft.com/office/officeart/2005/8/layout/hProcess4"/>
    <dgm:cxn modelId="{B79046B9-2B39-CB43-AE34-2607EC14B7C5}" type="presParOf" srcId="{0271482F-1D40-8447-A34D-C8A8108ABC50}" destId="{F689E69B-0EF6-5B44-87D9-76652BAFBB0C}" srcOrd="2" destOrd="0" presId="urn:microsoft.com/office/officeart/2005/8/layout/hProcess4"/>
    <dgm:cxn modelId="{6D015899-BFA2-0647-A434-0743BACA6CF9}" type="presParOf" srcId="{0271482F-1D40-8447-A34D-C8A8108ABC50}" destId="{0FA93762-3348-C94E-B882-35E3DC281713}" srcOrd="3" destOrd="0" presId="urn:microsoft.com/office/officeart/2005/8/layout/hProcess4"/>
    <dgm:cxn modelId="{43281249-9BB1-2441-B7BD-6DA2BBDC84AD}" type="presParOf" srcId="{0271482F-1D40-8447-A34D-C8A8108ABC50}" destId="{BC228550-FB00-FC46-95B6-08BA4D4F081E}" srcOrd="4" destOrd="0" presId="urn:microsoft.com/office/officeart/2005/8/layout/hProcess4"/>
    <dgm:cxn modelId="{F0C41835-F8E6-5841-82CB-9D6E36E82C13}" type="presParOf" srcId="{30CF5661-2F33-5349-881C-31D922E4E928}" destId="{A8D4DDC7-A116-8E47-9C02-3E010527F376}" srcOrd="11" destOrd="0" presId="urn:microsoft.com/office/officeart/2005/8/layout/hProcess4"/>
    <dgm:cxn modelId="{9C99C8F1-A46D-DC4F-813A-0C5E79270F12}" type="presParOf" srcId="{30CF5661-2F33-5349-881C-31D922E4E928}" destId="{7CB7862D-F111-3348-823E-58393CA8D977}" srcOrd="12" destOrd="0" presId="urn:microsoft.com/office/officeart/2005/8/layout/hProcess4"/>
    <dgm:cxn modelId="{F3EA063B-9E68-0E48-A2FA-2C0BE7ACEC71}" type="presParOf" srcId="{7CB7862D-F111-3348-823E-58393CA8D977}" destId="{A97F2098-AA22-9744-B8F7-A1A5341F39DD}" srcOrd="0" destOrd="0" presId="urn:microsoft.com/office/officeart/2005/8/layout/hProcess4"/>
    <dgm:cxn modelId="{B8626A09-A541-5D48-9FBA-9C9D70C30EC3}" type="presParOf" srcId="{7CB7862D-F111-3348-823E-58393CA8D977}" destId="{88378195-4DCF-FC47-8D23-48F87CF38481}" srcOrd="1" destOrd="0" presId="urn:microsoft.com/office/officeart/2005/8/layout/hProcess4"/>
    <dgm:cxn modelId="{41CD5ABF-3C62-2846-8876-A6CC5FD9BA1B}" type="presParOf" srcId="{7CB7862D-F111-3348-823E-58393CA8D977}" destId="{873E8545-FDBE-D649-BAA6-028AF8EA77C7}" srcOrd="2" destOrd="0" presId="urn:microsoft.com/office/officeart/2005/8/layout/hProcess4"/>
    <dgm:cxn modelId="{F4A72E31-5EAC-D841-A630-74462515E9A3}" type="presParOf" srcId="{7CB7862D-F111-3348-823E-58393CA8D977}" destId="{3BE662D5-B879-E842-9793-8E3727AE6A77}" srcOrd="3" destOrd="0" presId="urn:microsoft.com/office/officeart/2005/8/layout/hProcess4"/>
    <dgm:cxn modelId="{1847DC39-E66F-AA4E-879E-C237C153796C}" type="presParOf" srcId="{7CB7862D-F111-3348-823E-58393CA8D977}" destId="{B5226BFF-E637-C045-9002-EDEC6D7DCEB3}" srcOrd="4" destOrd="0" presId="urn:microsoft.com/office/officeart/2005/8/layout/h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6C85219-3EBB-324D-982A-6F4017B1CBEF}" type="doc">
      <dgm:prSet loTypeId="urn:microsoft.com/office/officeart/2005/8/layout/radial4" loCatId="" qsTypeId="urn:microsoft.com/office/officeart/2005/8/quickstyle/simple1" qsCatId="simple" csTypeId="urn:microsoft.com/office/officeart/2005/8/colors/accent0_2" csCatId="mainScheme" phldr="1"/>
      <dgm:spPr/>
      <dgm:t>
        <a:bodyPr/>
        <a:lstStyle/>
        <a:p>
          <a:endParaRPr lang="en-US"/>
        </a:p>
      </dgm:t>
    </dgm:pt>
    <dgm:pt modelId="{B4CA38A8-8074-AB45-8C93-4FCA72F129B8}">
      <dgm:prSet phldrT="[Text]">
        <dgm:style>
          <a:lnRef idx="2">
            <a:schemeClr val="dk1"/>
          </a:lnRef>
          <a:fillRef idx="1">
            <a:schemeClr val="lt1"/>
          </a:fillRef>
          <a:effectRef idx="0">
            <a:schemeClr val="dk1"/>
          </a:effectRef>
          <a:fontRef idx="minor">
            <a:schemeClr val="dk1"/>
          </a:fontRef>
        </dgm:style>
      </dgm:prSet>
      <dgm:spPr/>
      <dgm:t>
        <a:bodyPr/>
        <a:lstStyle/>
        <a:p>
          <a:r>
            <a:rPr lang="en-US" dirty="0">
              <a:solidFill>
                <a:schemeClr val="tx1"/>
              </a:solidFill>
              <a:latin typeface="Times New Roman" panose="02020603050405020304" pitchFamily="18" charset="0"/>
              <a:cs typeface="Times New Roman" panose="02020603050405020304" pitchFamily="18" charset="0"/>
            </a:rPr>
            <a:t>Master Data Management</a:t>
          </a:r>
        </a:p>
      </dgm:t>
    </dgm:pt>
    <dgm:pt modelId="{1ED2469D-9834-DD43-BA05-5008C4895CF2}" type="parTrans" cxnId="{3BBE9965-4D83-6F49-B5C9-45CA0011546E}">
      <dgm:prSet/>
      <dgm:spPr/>
      <dgm:t>
        <a:bodyPr/>
        <a:lstStyle/>
        <a:p>
          <a:endParaRPr lang="en-US"/>
        </a:p>
      </dgm:t>
    </dgm:pt>
    <dgm:pt modelId="{5117BE35-D9C6-4A45-BF78-0DF76DCC4DEC}" type="sibTrans" cxnId="{3BBE9965-4D83-6F49-B5C9-45CA0011546E}">
      <dgm:prSet/>
      <dgm:spPr/>
      <dgm:t>
        <a:bodyPr/>
        <a:lstStyle/>
        <a:p>
          <a:endParaRPr lang="en-US"/>
        </a:p>
      </dgm:t>
    </dgm:pt>
    <dgm:pt modelId="{803FB6D9-5BD7-354A-91C7-EE922967C376}">
      <dgm:prSet phldrT="[Text]">
        <dgm:style>
          <a:lnRef idx="2">
            <a:schemeClr val="dk1"/>
          </a:lnRef>
          <a:fillRef idx="1">
            <a:schemeClr val="lt1"/>
          </a:fillRef>
          <a:effectRef idx="0">
            <a:schemeClr val="dk1"/>
          </a:effectRef>
          <a:fontRef idx="minor">
            <a:schemeClr val="dk1"/>
          </a:fontRef>
        </dgm:style>
      </dgm:prSet>
      <dgm:spPr/>
      <dgm:t>
        <a:bodyPr/>
        <a:lstStyle/>
        <a:p>
          <a:r>
            <a:rPr lang="en-US" dirty="0">
              <a:solidFill>
                <a:schemeClr val="tx1"/>
              </a:solidFill>
              <a:latin typeface="Times New Roman" panose="02020603050405020304" pitchFamily="18" charset="0"/>
              <a:cs typeface="Times New Roman" panose="02020603050405020304" pitchFamily="18" charset="0"/>
            </a:rPr>
            <a:t>Department Related Data</a:t>
          </a:r>
        </a:p>
      </dgm:t>
    </dgm:pt>
    <dgm:pt modelId="{C14BA021-3C6B-E945-838B-F383E5EE37F2}" type="sibTrans" cxnId="{6C9A624E-85FA-C749-AECE-D802B6C8E355}">
      <dgm:prSet/>
      <dgm:spPr/>
      <dgm:t>
        <a:bodyPr/>
        <a:lstStyle/>
        <a:p>
          <a:endParaRPr lang="en-US"/>
        </a:p>
      </dgm:t>
    </dgm:pt>
    <dgm:pt modelId="{8C34240C-1BAB-7A4C-AC25-AA5A5CB53644}" type="parTrans" cxnId="{6C9A624E-85FA-C749-AECE-D802B6C8E355}">
      <dgm:prSet/>
      <dgm:spPr/>
      <dgm:t>
        <a:bodyPr/>
        <a:lstStyle/>
        <a:p>
          <a:endParaRPr lang="en-US"/>
        </a:p>
      </dgm:t>
    </dgm:pt>
    <dgm:pt modelId="{009BAB88-14F7-B54A-9EF8-48EBC301F8EC}">
      <dgm:prSet phldrT="[Text]">
        <dgm:style>
          <a:lnRef idx="2">
            <a:schemeClr val="dk1"/>
          </a:lnRef>
          <a:fillRef idx="1">
            <a:schemeClr val="lt1"/>
          </a:fillRef>
          <a:effectRef idx="0">
            <a:schemeClr val="dk1"/>
          </a:effectRef>
          <a:fontRef idx="minor">
            <a:schemeClr val="dk1"/>
          </a:fontRef>
        </dgm:style>
      </dgm:prSet>
      <dgm:spPr/>
      <dgm:t>
        <a:bodyPr/>
        <a:lstStyle/>
        <a:p>
          <a:r>
            <a:rPr lang="en-US" dirty="0">
              <a:solidFill>
                <a:schemeClr val="tx1"/>
              </a:solidFill>
              <a:latin typeface="Times New Roman" panose="02020603050405020304" pitchFamily="18" charset="0"/>
              <a:cs typeface="Times New Roman" panose="02020603050405020304" pitchFamily="18" charset="0"/>
            </a:rPr>
            <a:t>Governance Data</a:t>
          </a:r>
        </a:p>
      </dgm:t>
    </dgm:pt>
    <dgm:pt modelId="{53738E2B-2DBC-1D40-BB95-DAAA2CD9FB0D}" type="sibTrans" cxnId="{2ECA24D0-15B1-EC41-9B11-BD92836EB135}">
      <dgm:prSet/>
      <dgm:spPr/>
      <dgm:t>
        <a:bodyPr/>
        <a:lstStyle/>
        <a:p>
          <a:endParaRPr lang="en-US"/>
        </a:p>
      </dgm:t>
    </dgm:pt>
    <dgm:pt modelId="{EAF08C44-19C7-6843-BF72-8E8D3D0B0F6E}" type="parTrans" cxnId="{2ECA24D0-15B1-EC41-9B11-BD92836EB135}">
      <dgm:prSet/>
      <dgm:spPr/>
      <dgm:t>
        <a:bodyPr/>
        <a:lstStyle/>
        <a:p>
          <a:endParaRPr lang="en-US"/>
        </a:p>
      </dgm:t>
    </dgm:pt>
    <dgm:pt modelId="{22D5C9A8-78F3-8C46-A81B-92B7471663DB}">
      <dgm:prSet>
        <dgm:style>
          <a:lnRef idx="2">
            <a:schemeClr val="dk1"/>
          </a:lnRef>
          <a:fillRef idx="1">
            <a:schemeClr val="lt1"/>
          </a:fillRef>
          <a:effectRef idx="0">
            <a:schemeClr val="dk1"/>
          </a:effectRef>
          <a:fontRef idx="minor">
            <a:schemeClr val="dk1"/>
          </a:fontRef>
        </dgm:style>
      </dgm:prSet>
      <dgm:spPr/>
      <dgm:t>
        <a:bodyPr/>
        <a:lstStyle/>
        <a:p>
          <a:r>
            <a:rPr lang="en-US" dirty="0">
              <a:solidFill>
                <a:schemeClr val="tx1"/>
              </a:solidFill>
              <a:latin typeface="Times New Roman" panose="02020603050405020304" pitchFamily="18" charset="0"/>
              <a:cs typeface="Times New Roman" panose="02020603050405020304" pitchFamily="18" charset="0"/>
            </a:rPr>
            <a:t>Regulatory Restrictions</a:t>
          </a:r>
        </a:p>
      </dgm:t>
    </dgm:pt>
    <dgm:pt modelId="{83AF8F18-517B-4D46-9DA6-B6C7EFB8B737}" type="parTrans" cxnId="{99CDEF81-9D19-A141-86A4-463B7E4DB052}">
      <dgm:prSet/>
      <dgm:spPr/>
      <dgm:t>
        <a:bodyPr/>
        <a:lstStyle/>
        <a:p>
          <a:endParaRPr lang="en-US"/>
        </a:p>
      </dgm:t>
    </dgm:pt>
    <dgm:pt modelId="{FFA72867-35A8-EA45-94DD-DE19CB439840}" type="sibTrans" cxnId="{99CDEF81-9D19-A141-86A4-463B7E4DB052}">
      <dgm:prSet/>
      <dgm:spPr/>
      <dgm:t>
        <a:bodyPr/>
        <a:lstStyle/>
        <a:p>
          <a:endParaRPr lang="en-US"/>
        </a:p>
      </dgm:t>
    </dgm:pt>
    <dgm:pt modelId="{AB34CB3A-BFAC-F04A-8741-5CD02A741692}">
      <dgm:prSet>
        <dgm:style>
          <a:lnRef idx="2">
            <a:schemeClr val="dk1"/>
          </a:lnRef>
          <a:fillRef idx="1">
            <a:schemeClr val="lt1"/>
          </a:fillRef>
          <a:effectRef idx="0">
            <a:schemeClr val="dk1"/>
          </a:effectRef>
          <a:fontRef idx="minor">
            <a:schemeClr val="dk1"/>
          </a:fontRef>
        </dgm:style>
      </dgm:prSet>
      <dgm:spPr/>
      <dgm:t>
        <a:bodyPr/>
        <a:lstStyle/>
        <a:p>
          <a:r>
            <a:rPr lang="en-US" dirty="0">
              <a:solidFill>
                <a:schemeClr val="tx1"/>
              </a:solidFill>
              <a:latin typeface="Times New Roman" panose="02020603050405020304" pitchFamily="18" charset="0"/>
              <a:cs typeface="Times New Roman" panose="02020603050405020304" pitchFamily="18" charset="0"/>
            </a:rPr>
            <a:t>Clients Data</a:t>
          </a:r>
        </a:p>
      </dgm:t>
    </dgm:pt>
    <dgm:pt modelId="{28F8EA5C-0227-B241-BC79-6F46339DD940}" type="parTrans" cxnId="{E9109B36-681C-C94D-8A3F-049DCB0DB152}">
      <dgm:prSet/>
      <dgm:spPr/>
      <dgm:t>
        <a:bodyPr/>
        <a:lstStyle/>
        <a:p>
          <a:endParaRPr lang="en-US"/>
        </a:p>
      </dgm:t>
    </dgm:pt>
    <dgm:pt modelId="{52A137CC-551C-7143-A894-56A41499CC8C}" type="sibTrans" cxnId="{E9109B36-681C-C94D-8A3F-049DCB0DB152}">
      <dgm:prSet/>
      <dgm:spPr/>
      <dgm:t>
        <a:bodyPr/>
        <a:lstStyle/>
        <a:p>
          <a:endParaRPr lang="en-US"/>
        </a:p>
      </dgm:t>
    </dgm:pt>
    <dgm:pt modelId="{977A1675-5503-9043-824D-1EB82016D4FD}">
      <dgm:prSet>
        <dgm:style>
          <a:lnRef idx="2">
            <a:schemeClr val="dk1"/>
          </a:lnRef>
          <a:fillRef idx="1">
            <a:schemeClr val="lt1"/>
          </a:fillRef>
          <a:effectRef idx="0">
            <a:schemeClr val="dk1"/>
          </a:effectRef>
          <a:fontRef idx="minor">
            <a:schemeClr val="dk1"/>
          </a:fontRef>
        </dgm:style>
      </dgm:prSet>
      <dgm:spPr/>
      <dgm:t>
        <a:bodyPr/>
        <a:lstStyle/>
        <a:p>
          <a:r>
            <a:rPr lang="en-US" dirty="0">
              <a:solidFill>
                <a:schemeClr val="tx1"/>
              </a:solidFill>
              <a:latin typeface="Times New Roman" panose="02020603050405020304" pitchFamily="18" charset="0"/>
              <a:cs typeface="Times New Roman" panose="02020603050405020304" pitchFamily="18" charset="0"/>
            </a:rPr>
            <a:t>Physical Logistics Data</a:t>
          </a:r>
        </a:p>
      </dgm:t>
    </dgm:pt>
    <dgm:pt modelId="{EEDFE6A6-17B1-8249-B131-C507258F81AE}" type="parTrans" cxnId="{38EACF12-8DBD-6148-8CBA-A56E9CE6C75C}">
      <dgm:prSet/>
      <dgm:spPr/>
      <dgm:t>
        <a:bodyPr/>
        <a:lstStyle/>
        <a:p>
          <a:endParaRPr lang="en-US"/>
        </a:p>
      </dgm:t>
    </dgm:pt>
    <dgm:pt modelId="{CEBCEEA5-27FC-BE4A-842B-CA690B7333DE}" type="sibTrans" cxnId="{38EACF12-8DBD-6148-8CBA-A56E9CE6C75C}">
      <dgm:prSet/>
      <dgm:spPr/>
      <dgm:t>
        <a:bodyPr/>
        <a:lstStyle/>
        <a:p>
          <a:endParaRPr lang="en-US"/>
        </a:p>
      </dgm:t>
    </dgm:pt>
    <dgm:pt modelId="{28BD5AF4-E7E1-1C47-99DA-6BE2024F95EF}">
      <dgm:prSet phldrT="[Text]">
        <dgm:style>
          <a:lnRef idx="2">
            <a:schemeClr val="dk1"/>
          </a:lnRef>
          <a:fillRef idx="1">
            <a:schemeClr val="lt1"/>
          </a:fillRef>
          <a:effectRef idx="0">
            <a:schemeClr val="dk1"/>
          </a:effectRef>
          <a:fontRef idx="minor">
            <a:schemeClr val="dk1"/>
          </a:fontRef>
        </dgm:style>
      </dgm:prSet>
      <dgm:spPr/>
      <dgm:t>
        <a:bodyPr/>
        <a:lstStyle/>
        <a:p>
          <a:r>
            <a:rPr lang="en-US" dirty="0">
              <a:solidFill>
                <a:schemeClr val="tx1"/>
              </a:solidFill>
              <a:latin typeface="Times New Roman" panose="02020603050405020304" pitchFamily="18" charset="0"/>
              <a:cs typeface="Times New Roman" panose="02020603050405020304" pitchFamily="18" charset="0"/>
            </a:rPr>
            <a:t>Executive Directives</a:t>
          </a:r>
        </a:p>
      </dgm:t>
    </dgm:pt>
    <dgm:pt modelId="{5A280C39-26BB-7F42-8DA2-DEB7781647A1}" type="sibTrans" cxnId="{5978F679-1371-264D-8966-3A0FFD2B2871}">
      <dgm:prSet/>
      <dgm:spPr/>
      <dgm:t>
        <a:bodyPr/>
        <a:lstStyle/>
        <a:p>
          <a:endParaRPr lang="en-US"/>
        </a:p>
      </dgm:t>
    </dgm:pt>
    <dgm:pt modelId="{328BE5CF-646C-1A4A-9B70-9DF80E6B72BA}" type="parTrans" cxnId="{5978F679-1371-264D-8966-3A0FFD2B2871}">
      <dgm:prSet/>
      <dgm:spPr/>
      <dgm:t>
        <a:bodyPr/>
        <a:lstStyle/>
        <a:p>
          <a:endParaRPr lang="en-US"/>
        </a:p>
      </dgm:t>
    </dgm:pt>
    <dgm:pt modelId="{1716BC8F-5CC2-8447-A6F1-E9E421FA120B}" type="pres">
      <dgm:prSet presAssocID="{B6C85219-3EBB-324D-982A-6F4017B1CBEF}" presName="cycle" presStyleCnt="0">
        <dgm:presLayoutVars>
          <dgm:chMax val="1"/>
          <dgm:dir/>
          <dgm:animLvl val="ctr"/>
          <dgm:resizeHandles val="exact"/>
        </dgm:presLayoutVars>
      </dgm:prSet>
      <dgm:spPr/>
    </dgm:pt>
    <dgm:pt modelId="{A058305B-E6F9-2C4C-9786-A55D585E2627}" type="pres">
      <dgm:prSet presAssocID="{B4CA38A8-8074-AB45-8C93-4FCA72F129B8}" presName="centerShape" presStyleLbl="node0" presStyleIdx="0" presStyleCnt="1"/>
      <dgm:spPr/>
    </dgm:pt>
    <dgm:pt modelId="{71DDD986-B47C-EB4B-81DA-0611D245D6C5}" type="pres">
      <dgm:prSet presAssocID="{8C34240C-1BAB-7A4C-AC25-AA5A5CB53644}" presName="parTrans" presStyleLbl="bgSibTrans2D1" presStyleIdx="0" presStyleCnt="6"/>
      <dgm:spPr/>
    </dgm:pt>
    <dgm:pt modelId="{A31E4975-051A-6A4C-AE3B-C7A881452FD2}" type="pres">
      <dgm:prSet presAssocID="{803FB6D9-5BD7-354A-91C7-EE922967C376}" presName="node" presStyleLbl="node1" presStyleIdx="0" presStyleCnt="6">
        <dgm:presLayoutVars>
          <dgm:bulletEnabled val="1"/>
        </dgm:presLayoutVars>
      </dgm:prSet>
      <dgm:spPr/>
    </dgm:pt>
    <dgm:pt modelId="{C4115E56-1692-B042-8E06-0463AC84BE99}" type="pres">
      <dgm:prSet presAssocID="{EAF08C44-19C7-6843-BF72-8E8D3D0B0F6E}" presName="parTrans" presStyleLbl="bgSibTrans2D1" presStyleIdx="1" presStyleCnt="6"/>
      <dgm:spPr/>
    </dgm:pt>
    <dgm:pt modelId="{5F1AA77D-202F-154C-9787-98F9B30A1F34}" type="pres">
      <dgm:prSet presAssocID="{009BAB88-14F7-B54A-9EF8-48EBC301F8EC}" presName="node" presStyleLbl="node1" presStyleIdx="1" presStyleCnt="6">
        <dgm:presLayoutVars>
          <dgm:bulletEnabled val="1"/>
        </dgm:presLayoutVars>
      </dgm:prSet>
      <dgm:spPr/>
    </dgm:pt>
    <dgm:pt modelId="{D2EC778C-B178-9345-8F81-A26C7FD7C114}" type="pres">
      <dgm:prSet presAssocID="{328BE5CF-646C-1A4A-9B70-9DF80E6B72BA}" presName="parTrans" presStyleLbl="bgSibTrans2D1" presStyleIdx="2" presStyleCnt="6"/>
      <dgm:spPr/>
    </dgm:pt>
    <dgm:pt modelId="{3C63FB57-6807-5C4F-BAF4-4E30601A9189}" type="pres">
      <dgm:prSet presAssocID="{28BD5AF4-E7E1-1C47-99DA-6BE2024F95EF}" presName="node" presStyleLbl="node1" presStyleIdx="2" presStyleCnt="6">
        <dgm:presLayoutVars>
          <dgm:bulletEnabled val="1"/>
        </dgm:presLayoutVars>
      </dgm:prSet>
      <dgm:spPr/>
    </dgm:pt>
    <dgm:pt modelId="{B30CFFFE-C27C-9548-89AF-C628E1B9EC2F}" type="pres">
      <dgm:prSet presAssocID="{83AF8F18-517B-4D46-9DA6-B6C7EFB8B737}" presName="parTrans" presStyleLbl="bgSibTrans2D1" presStyleIdx="3" presStyleCnt="6"/>
      <dgm:spPr/>
    </dgm:pt>
    <dgm:pt modelId="{24EC0AC0-AB0B-5B4B-9572-D93217ABB613}" type="pres">
      <dgm:prSet presAssocID="{22D5C9A8-78F3-8C46-A81B-92B7471663DB}" presName="node" presStyleLbl="node1" presStyleIdx="3" presStyleCnt="6">
        <dgm:presLayoutVars>
          <dgm:bulletEnabled val="1"/>
        </dgm:presLayoutVars>
      </dgm:prSet>
      <dgm:spPr/>
    </dgm:pt>
    <dgm:pt modelId="{7DABBAE4-A6AE-A14B-AF32-0FE414737441}" type="pres">
      <dgm:prSet presAssocID="{28F8EA5C-0227-B241-BC79-6F46339DD940}" presName="parTrans" presStyleLbl="bgSibTrans2D1" presStyleIdx="4" presStyleCnt="6"/>
      <dgm:spPr/>
    </dgm:pt>
    <dgm:pt modelId="{96F2BCA2-2693-534B-B241-5195DCA20B43}" type="pres">
      <dgm:prSet presAssocID="{AB34CB3A-BFAC-F04A-8741-5CD02A741692}" presName="node" presStyleLbl="node1" presStyleIdx="4" presStyleCnt="6">
        <dgm:presLayoutVars>
          <dgm:bulletEnabled val="1"/>
        </dgm:presLayoutVars>
      </dgm:prSet>
      <dgm:spPr/>
    </dgm:pt>
    <dgm:pt modelId="{515F7AE4-2063-8A42-AC09-6FFEE6081C94}" type="pres">
      <dgm:prSet presAssocID="{EEDFE6A6-17B1-8249-B131-C507258F81AE}" presName="parTrans" presStyleLbl="bgSibTrans2D1" presStyleIdx="5" presStyleCnt="6"/>
      <dgm:spPr/>
    </dgm:pt>
    <dgm:pt modelId="{F8146278-8A46-3342-AB58-F2FEAA0F27C3}" type="pres">
      <dgm:prSet presAssocID="{977A1675-5503-9043-824D-1EB82016D4FD}" presName="node" presStyleLbl="node1" presStyleIdx="5" presStyleCnt="6">
        <dgm:presLayoutVars>
          <dgm:bulletEnabled val="1"/>
        </dgm:presLayoutVars>
      </dgm:prSet>
      <dgm:spPr/>
    </dgm:pt>
  </dgm:ptLst>
  <dgm:cxnLst>
    <dgm:cxn modelId="{B89FD908-6F1C-C34B-98F6-8CBEEDF1402C}" type="presOf" srcId="{AB34CB3A-BFAC-F04A-8741-5CD02A741692}" destId="{96F2BCA2-2693-534B-B241-5195DCA20B43}" srcOrd="0" destOrd="0" presId="urn:microsoft.com/office/officeart/2005/8/layout/radial4"/>
    <dgm:cxn modelId="{76F5E808-D30F-0A48-9CC1-DBCF504919D5}" type="presOf" srcId="{83AF8F18-517B-4D46-9DA6-B6C7EFB8B737}" destId="{B30CFFFE-C27C-9548-89AF-C628E1B9EC2F}" srcOrd="0" destOrd="0" presId="urn:microsoft.com/office/officeart/2005/8/layout/radial4"/>
    <dgm:cxn modelId="{38EACF12-8DBD-6148-8CBA-A56E9CE6C75C}" srcId="{B4CA38A8-8074-AB45-8C93-4FCA72F129B8}" destId="{977A1675-5503-9043-824D-1EB82016D4FD}" srcOrd="5" destOrd="0" parTransId="{EEDFE6A6-17B1-8249-B131-C507258F81AE}" sibTransId="{CEBCEEA5-27FC-BE4A-842B-CA690B7333DE}"/>
    <dgm:cxn modelId="{4FA60B33-CC84-2340-B250-D022C1AA3F3D}" type="presOf" srcId="{977A1675-5503-9043-824D-1EB82016D4FD}" destId="{F8146278-8A46-3342-AB58-F2FEAA0F27C3}" srcOrd="0" destOrd="0" presId="urn:microsoft.com/office/officeart/2005/8/layout/radial4"/>
    <dgm:cxn modelId="{E9109B36-681C-C94D-8A3F-049DCB0DB152}" srcId="{B4CA38A8-8074-AB45-8C93-4FCA72F129B8}" destId="{AB34CB3A-BFAC-F04A-8741-5CD02A741692}" srcOrd="4" destOrd="0" parTransId="{28F8EA5C-0227-B241-BC79-6F46339DD940}" sibTransId="{52A137CC-551C-7143-A894-56A41499CC8C}"/>
    <dgm:cxn modelId="{6C9A624E-85FA-C749-AECE-D802B6C8E355}" srcId="{B4CA38A8-8074-AB45-8C93-4FCA72F129B8}" destId="{803FB6D9-5BD7-354A-91C7-EE922967C376}" srcOrd="0" destOrd="0" parTransId="{8C34240C-1BAB-7A4C-AC25-AA5A5CB53644}" sibTransId="{C14BA021-3C6B-E945-838B-F383E5EE37F2}"/>
    <dgm:cxn modelId="{565AA24E-B4E8-D743-8B7B-4B7552B57423}" type="presOf" srcId="{22D5C9A8-78F3-8C46-A81B-92B7471663DB}" destId="{24EC0AC0-AB0B-5B4B-9572-D93217ABB613}" srcOrd="0" destOrd="0" presId="urn:microsoft.com/office/officeart/2005/8/layout/radial4"/>
    <dgm:cxn modelId="{6BC10E59-F2B6-3047-BDE7-1EA8CE6677EB}" type="presOf" srcId="{B4CA38A8-8074-AB45-8C93-4FCA72F129B8}" destId="{A058305B-E6F9-2C4C-9786-A55D585E2627}" srcOrd="0" destOrd="0" presId="urn:microsoft.com/office/officeart/2005/8/layout/radial4"/>
    <dgm:cxn modelId="{96303659-9D9B-6A4B-8BFD-E6257540583D}" type="presOf" srcId="{328BE5CF-646C-1A4A-9B70-9DF80E6B72BA}" destId="{D2EC778C-B178-9345-8F81-A26C7FD7C114}" srcOrd="0" destOrd="0" presId="urn:microsoft.com/office/officeart/2005/8/layout/radial4"/>
    <dgm:cxn modelId="{E585F05A-8EA9-054E-8B12-9063CC6FABA0}" type="presOf" srcId="{803FB6D9-5BD7-354A-91C7-EE922967C376}" destId="{A31E4975-051A-6A4C-AE3B-C7A881452FD2}" srcOrd="0" destOrd="0" presId="urn:microsoft.com/office/officeart/2005/8/layout/radial4"/>
    <dgm:cxn modelId="{3BBE9965-4D83-6F49-B5C9-45CA0011546E}" srcId="{B6C85219-3EBB-324D-982A-6F4017B1CBEF}" destId="{B4CA38A8-8074-AB45-8C93-4FCA72F129B8}" srcOrd="0" destOrd="0" parTransId="{1ED2469D-9834-DD43-BA05-5008C4895CF2}" sibTransId="{5117BE35-D9C6-4A45-BF78-0DF76DCC4DEC}"/>
    <dgm:cxn modelId="{54F5396C-7A71-7048-9229-1B433BE70E71}" type="presOf" srcId="{EAF08C44-19C7-6843-BF72-8E8D3D0B0F6E}" destId="{C4115E56-1692-B042-8E06-0463AC84BE99}" srcOrd="0" destOrd="0" presId="urn:microsoft.com/office/officeart/2005/8/layout/radial4"/>
    <dgm:cxn modelId="{5978F679-1371-264D-8966-3A0FFD2B2871}" srcId="{B4CA38A8-8074-AB45-8C93-4FCA72F129B8}" destId="{28BD5AF4-E7E1-1C47-99DA-6BE2024F95EF}" srcOrd="2" destOrd="0" parTransId="{328BE5CF-646C-1A4A-9B70-9DF80E6B72BA}" sibTransId="{5A280C39-26BB-7F42-8DA2-DEB7781647A1}"/>
    <dgm:cxn modelId="{99CDEF81-9D19-A141-86A4-463B7E4DB052}" srcId="{B4CA38A8-8074-AB45-8C93-4FCA72F129B8}" destId="{22D5C9A8-78F3-8C46-A81B-92B7471663DB}" srcOrd="3" destOrd="0" parTransId="{83AF8F18-517B-4D46-9DA6-B6C7EFB8B737}" sibTransId="{FFA72867-35A8-EA45-94DD-DE19CB439840}"/>
    <dgm:cxn modelId="{43AC389C-E593-264C-87E5-1EC0DF1E4EE1}" type="presOf" srcId="{009BAB88-14F7-B54A-9EF8-48EBC301F8EC}" destId="{5F1AA77D-202F-154C-9787-98F9B30A1F34}" srcOrd="0" destOrd="0" presId="urn:microsoft.com/office/officeart/2005/8/layout/radial4"/>
    <dgm:cxn modelId="{FA9E44A4-99F4-284E-BE1E-FF7F3D14A7B9}" type="presOf" srcId="{B6C85219-3EBB-324D-982A-6F4017B1CBEF}" destId="{1716BC8F-5CC2-8447-A6F1-E9E421FA120B}" srcOrd="0" destOrd="0" presId="urn:microsoft.com/office/officeart/2005/8/layout/radial4"/>
    <dgm:cxn modelId="{AB69D8A9-2D68-AD4F-ACA3-C3F71FA28135}" type="presOf" srcId="{28F8EA5C-0227-B241-BC79-6F46339DD940}" destId="{7DABBAE4-A6AE-A14B-AF32-0FE414737441}" srcOrd="0" destOrd="0" presId="urn:microsoft.com/office/officeart/2005/8/layout/radial4"/>
    <dgm:cxn modelId="{2ECA24D0-15B1-EC41-9B11-BD92836EB135}" srcId="{B4CA38A8-8074-AB45-8C93-4FCA72F129B8}" destId="{009BAB88-14F7-B54A-9EF8-48EBC301F8EC}" srcOrd="1" destOrd="0" parTransId="{EAF08C44-19C7-6843-BF72-8E8D3D0B0F6E}" sibTransId="{53738E2B-2DBC-1D40-BB95-DAAA2CD9FB0D}"/>
    <dgm:cxn modelId="{0D416BE5-862F-5346-800B-489301123622}" type="presOf" srcId="{8C34240C-1BAB-7A4C-AC25-AA5A5CB53644}" destId="{71DDD986-B47C-EB4B-81DA-0611D245D6C5}" srcOrd="0" destOrd="0" presId="urn:microsoft.com/office/officeart/2005/8/layout/radial4"/>
    <dgm:cxn modelId="{B4378EEB-CC30-5142-BC56-C66E21E3DBA1}" type="presOf" srcId="{28BD5AF4-E7E1-1C47-99DA-6BE2024F95EF}" destId="{3C63FB57-6807-5C4F-BAF4-4E30601A9189}" srcOrd="0" destOrd="0" presId="urn:microsoft.com/office/officeart/2005/8/layout/radial4"/>
    <dgm:cxn modelId="{9D278BF2-5276-AC4F-8BE0-F2787CDE1274}" type="presOf" srcId="{EEDFE6A6-17B1-8249-B131-C507258F81AE}" destId="{515F7AE4-2063-8A42-AC09-6FFEE6081C94}" srcOrd="0" destOrd="0" presId="urn:microsoft.com/office/officeart/2005/8/layout/radial4"/>
    <dgm:cxn modelId="{2A73F872-6B6F-A54C-91A6-16693A6D4145}" type="presParOf" srcId="{1716BC8F-5CC2-8447-A6F1-E9E421FA120B}" destId="{A058305B-E6F9-2C4C-9786-A55D585E2627}" srcOrd="0" destOrd="0" presId="urn:microsoft.com/office/officeart/2005/8/layout/radial4"/>
    <dgm:cxn modelId="{D0297B24-049C-AB46-8413-137CAC611ECA}" type="presParOf" srcId="{1716BC8F-5CC2-8447-A6F1-E9E421FA120B}" destId="{71DDD986-B47C-EB4B-81DA-0611D245D6C5}" srcOrd="1" destOrd="0" presId="urn:microsoft.com/office/officeart/2005/8/layout/radial4"/>
    <dgm:cxn modelId="{C77104F2-2ACD-3F48-B036-EBB3DB077479}" type="presParOf" srcId="{1716BC8F-5CC2-8447-A6F1-E9E421FA120B}" destId="{A31E4975-051A-6A4C-AE3B-C7A881452FD2}" srcOrd="2" destOrd="0" presId="urn:microsoft.com/office/officeart/2005/8/layout/radial4"/>
    <dgm:cxn modelId="{D1C504CE-B739-E248-93A4-EA43E903CB3C}" type="presParOf" srcId="{1716BC8F-5CC2-8447-A6F1-E9E421FA120B}" destId="{C4115E56-1692-B042-8E06-0463AC84BE99}" srcOrd="3" destOrd="0" presId="urn:microsoft.com/office/officeart/2005/8/layout/radial4"/>
    <dgm:cxn modelId="{3A2C81E4-9B86-334D-9F41-4F1EC64398B5}" type="presParOf" srcId="{1716BC8F-5CC2-8447-A6F1-E9E421FA120B}" destId="{5F1AA77D-202F-154C-9787-98F9B30A1F34}" srcOrd="4" destOrd="0" presId="urn:microsoft.com/office/officeart/2005/8/layout/radial4"/>
    <dgm:cxn modelId="{AEBFB792-A3B4-8144-9993-0CE2ABB3D80D}" type="presParOf" srcId="{1716BC8F-5CC2-8447-A6F1-E9E421FA120B}" destId="{D2EC778C-B178-9345-8F81-A26C7FD7C114}" srcOrd="5" destOrd="0" presId="urn:microsoft.com/office/officeart/2005/8/layout/radial4"/>
    <dgm:cxn modelId="{77E1DF74-4C1A-FC41-B0D8-A121FE6C04E9}" type="presParOf" srcId="{1716BC8F-5CC2-8447-A6F1-E9E421FA120B}" destId="{3C63FB57-6807-5C4F-BAF4-4E30601A9189}" srcOrd="6" destOrd="0" presId="urn:microsoft.com/office/officeart/2005/8/layout/radial4"/>
    <dgm:cxn modelId="{783017F8-CEF2-D345-8C3D-102ED2E00888}" type="presParOf" srcId="{1716BC8F-5CC2-8447-A6F1-E9E421FA120B}" destId="{B30CFFFE-C27C-9548-89AF-C628E1B9EC2F}" srcOrd="7" destOrd="0" presId="urn:microsoft.com/office/officeart/2005/8/layout/radial4"/>
    <dgm:cxn modelId="{BE0ED1A5-C9A5-6E45-A278-2FEB43351F52}" type="presParOf" srcId="{1716BC8F-5CC2-8447-A6F1-E9E421FA120B}" destId="{24EC0AC0-AB0B-5B4B-9572-D93217ABB613}" srcOrd="8" destOrd="0" presId="urn:microsoft.com/office/officeart/2005/8/layout/radial4"/>
    <dgm:cxn modelId="{D470CC33-E836-8D43-97C5-63B71A198F05}" type="presParOf" srcId="{1716BC8F-5CC2-8447-A6F1-E9E421FA120B}" destId="{7DABBAE4-A6AE-A14B-AF32-0FE414737441}" srcOrd="9" destOrd="0" presId="urn:microsoft.com/office/officeart/2005/8/layout/radial4"/>
    <dgm:cxn modelId="{FEDE9DA3-55ED-7C4B-A25A-C39471CD307E}" type="presParOf" srcId="{1716BC8F-5CC2-8447-A6F1-E9E421FA120B}" destId="{96F2BCA2-2693-534B-B241-5195DCA20B43}" srcOrd="10" destOrd="0" presId="urn:microsoft.com/office/officeart/2005/8/layout/radial4"/>
    <dgm:cxn modelId="{258D95B0-A52E-5B47-8A61-F23817307823}" type="presParOf" srcId="{1716BC8F-5CC2-8447-A6F1-E9E421FA120B}" destId="{515F7AE4-2063-8A42-AC09-6FFEE6081C94}" srcOrd="11" destOrd="0" presId="urn:microsoft.com/office/officeart/2005/8/layout/radial4"/>
    <dgm:cxn modelId="{0DEE38CC-2557-7142-A3F1-829D05265378}" type="presParOf" srcId="{1716BC8F-5CC2-8447-A6F1-E9E421FA120B}" destId="{F8146278-8A46-3342-AB58-F2FEAA0F27C3}" srcOrd="12" destOrd="0" presId="urn:microsoft.com/office/officeart/2005/8/layout/radial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6F4BB4E-959B-E34D-B644-F25FAD143ACA}" type="doc">
      <dgm:prSet loTypeId="urn:microsoft.com/office/officeart/2005/8/layout/vList5" loCatId="" qsTypeId="urn:microsoft.com/office/officeart/2005/8/quickstyle/simple1" qsCatId="simple" csTypeId="urn:microsoft.com/office/officeart/2005/8/colors/accent0_1" csCatId="mainScheme" phldr="1"/>
      <dgm:spPr/>
      <dgm:t>
        <a:bodyPr/>
        <a:lstStyle/>
        <a:p>
          <a:endParaRPr lang="en-US"/>
        </a:p>
      </dgm:t>
    </dgm:pt>
    <dgm:pt modelId="{051BCDB8-2547-1249-96E3-13CEF19981B2}">
      <dgm:prSet phldrT="[Text]" custT="1"/>
      <dgm:spPr/>
      <dgm:t>
        <a:bodyPr/>
        <a:lstStyle/>
        <a:p>
          <a:r>
            <a:rPr lang="en-US" sz="1400" dirty="0">
              <a:latin typeface="Times New Roman" panose="02020603050405020304" pitchFamily="18" charset="0"/>
              <a:cs typeface="Times New Roman" panose="02020603050405020304" pitchFamily="18" charset="0"/>
            </a:rPr>
            <a:t>Dictionary</a:t>
          </a:r>
        </a:p>
      </dgm:t>
    </dgm:pt>
    <dgm:pt modelId="{10821715-C615-884C-9BE8-26BE0BC4EA02}" type="parTrans" cxnId="{382570E0-97BC-1948-A7BC-8D2A0DA4C232}">
      <dgm:prSet/>
      <dgm:spPr/>
      <dgm:t>
        <a:bodyPr/>
        <a:lstStyle/>
        <a:p>
          <a:endParaRPr lang="en-US"/>
        </a:p>
      </dgm:t>
    </dgm:pt>
    <dgm:pt modelId="{3BAD095F-5134-8F4B-AC97-791F5B620C9A}" type="sibTrans" cxnId="{382570E0-97BC-1948-A7BC-8D2A0DA4C232}">
      <dgm:prSet/>
      <dgm:spPr/>
      <dgm:t>
        <a:bodyPr/>
        <a:lstStyle/>
        <a:p>
          <a:endParaRPr lang="en-US"/>
        </a:p>
      </dgm:t>
    </dgm:pt>
    <dgm:pt modelId="{C42F82D5-5492-024A-942B-B2870FAD7722}">
      <dgm:prSet phldrT="[Text]" custT="1"/>
      <dgm:spPr/>
      <dgm:t>
        <a:bodyPr/>
        <a:lstStyle/>
        <a:p>
          <a:r>
            <a:rPr lang="en-US" sz="1400" dirty="0">
              <a:latin typeface="Times New Roman" panose="02020603050405020304" pitchFamily="18" charset="0"/>
              <a:cs typeface="Times New Roman" panose="02020603050405020304" pitchFamily="18" charset="0"/>
            </a:rPr>
            <a:t>System </a:t>
          </a:r>
          <a:r>
            <a:rPr lang="en-US" sz="1400" dirty="0" err="1">
              <a:latin typeface="Times New Roman" panose="02020603050405020304" pitchFamily="18" charset="0"/>
              <a:cs typeface="Times New Roman" panose="02020603050405020304" pitchFamily="18" charset="0"/>
            </a:rPr>
            <a:t>infos</a:t>
          </a:r>
          <a:endParaRPr lang="en-US" sz="1400" dirty="0">
            <a:latin typeface="Times New Roman" panose="02020603050405020304" pitchFamily="18" charset="0"/>
            <a:cs typeface="Times New Roman" panose="02020603050405020304" pitchFamily="18" charset="0"/>
          </a:endParaRPr>
        </a:p>
      </dgm:t>
    </dgm:pt>
    <dgm:pt modelId="{ED867244-3346-BD47-BCA4-60ADF0466FFF}" type="parTrans" cxnId="{0BEA540F-08BA-6149-AC0A-3AA5A8FE776E}">
      <dgm:prSet/>
      <dgm:spPr/>
      <dgm:t>
        <a:bodyPr/>
        <a:lstStyle/>
        <a:p>
          <a:endParaRPr lang="en-US"/>
        </a:p>
      </dgm:t>
    </dgm:pt>
    <dgm:pt modelId="{2129AA58-D945-A748-B5B9-2D7EC769212A}" type="sibTrans" cxnId="{0BEA540F-08BA-6149-AC0A-3AA5A8FE776E}">
      <dgm:prSet/>
      <dgm:spPr/>
      <dgm:t>
        <a:bodyPr/>
        <a:lstStyle/>
        <a:p>
          <a:endParaRPr lang="en-US"/>
        </a:p>
      </dgm:t>
    </dgm:pt>
    <dgm:pt modelId="{7221A56C-5A3D-9F4E-8252-F4AF39930E6A}">
      <dgm:prSet phldrT="[Text]" custT="1"/>
      <dgm:spPr/>
      <dgm:t>
        <a:bodyPr/>
        <a:lstStyle/>
        <a:p>
          <a:r>
            <a:rPr lang="en-US" sz="1400" dirty="0">
              <a:latin typeface="Times New Roman" panose="02020603050405020304" pitchFamily="18" charset="0"/>
              <a:cs typeface="Times New Roman" panose="02020603050405020304" pitchFamily="18" charset="0"/>
            </a:rPr>
            <a:t>Columns</a:t>
          </a:r>
        </a:p>
      </dgm:t>
    </dgm:pt>
    <dgm:pt modelId="{67D84540-2169-5949-AFB1-ADC2D652452C}" type="parTrans" cxnId="{4B345AD5-10C5-954E-B02B-205F6A6ABF74}">
      <dgm:prSet/>
      <dgm:spPr/>
      <dgm:t>
        <a:bodyPr/>
        <a:lstStyle/>
        <a:p>
          <a:endParaRPr lang="en-US"/>
        </a:p>
      </dgm:t>
    </dgm:pt>
    <dgm:pt modelId="{5B8EA318-27CE-D842-B047-7566AC090F13}" type="sibTrans" cxnId="{4B345AD5-10C5-954E-B02B-205F6A6ABF74}">
      <dgm:prSet/>
      <dgm:spPr/>
      <dgm:t>
        <a:bodyPr/>
        <a:lstStyle/>
        <a:p>
          <a:endParaRPr lang="en-US"/>
        </a:p>
      </dgm:t>
    </dgm:pt>
    <dgm:pt modelId="{50C6EECC-C37D-9645-B6D2-760A2B8B1C12}">
      <dgm:prSet phldrT="[Text]" custT="1"/>
      <dgm:spPr/>
      <dgm:t>
        <a:bodyPr/>
        <a:lstStyle/>
        <a:p>
          <a:r>
            <a:rPr lang="en-US" sz="1400" dirty="0">
              <a:latin typeface="Times New Roman" panose="02020603050405020304" pitchFamily="18" charset="0"/>
              <a:cs typeface="Times New Roman" panose="02020603050405020304" pitchFamily="18" charset="0"/>
            </a:rPr>
            <a:t>User</a:t>
          </a:r>
        </a:p>
      </dgm:t>
    </dgm:pt>
    <dgm:pt modelId="{3A5433DB-2A77-0F41-BC9C-3E48BAA42FF0}" type="parTrans" cxnId="{7A2A9145-FFFD-A04A-98FE-8DEF49D6DF93}">
      <dgm:prSet/>
      <dgm:spPr/>
      <dgm:t>
        <a:bodyPr/>
        <a:lstStyle/>
        <a:p>
          <a:endParaRPr lang="en-US"/>
        </a:p>
      </dgm:t>
    </dgm:pt>
    <dgm:pt modelId="{DA034D08-04FB-6F44-B96E-40294478EA68}" type="sibTrans" cxnId="{7A2A9145-FFFD-A04A-98FE-8DEF49D6DF93}">
      <dgm:prSet/>
      <dgm:spPr/>
      <dgm:t>
        <a:bodyPr/>
        <a:lstStyle/>
        <a:p>
          <a:endParaRPr lang="en-US"/>
        </a:p>
      </dgm:t>
    </dgm:pt>
    <dgm:pt modelId="{81CE7584-354C-3F47-9395-C533FFC8EE84}">
      <dgm:prSet phldrT="[Text]" custT="1"/>
      <dgm:spPr/>
      <dgm:t>
        <a:bodyPr/>
        <a:lstStyle/>
        <a:p>
          <a:r>
            <a:rPr lang="en-US" sz="1400" dirty="0">
              <a:latin typeface="Times New Roman" panose="02020603050405020304" pitchFamily="18" charset="0"/>
              <a:cs typeface="Times New Roman" panose="02020603050405020304" pitchFamily="18" charset="0"/>
            </a:rPr>
            <a:t>Rel. Departments</a:t>
          </a:r>
        </a:p>
      </dgm:t>
    </dgm:pt>
    <dgm:pt modelId="{16351304-E059-EA45-9E67-19B8BA0F4E2C}" type="parTrans" cxnId="{1EA04653-723D-3B4E-B814-6D4759604866}">
      <dgm:prSet/>
      <dgm:spPr/>
      <dgm:t>
        <a:bodyPr/>
        <a:lstStyle/>
        <a:p>
          <a:endParaRPr lang="en-US"/>
        </a:p>
      </dgm:t>
    </dgm:pt>
    <dgm:pt modelId="{6107E7F9-1DF2-754E-B525-07C98431880F}" type="sibTrans" cxnId="{1EA04653-723D-3B4E-B814-6D4759604866}">
      <dgm:prSet/>
      <dgm:spPr/>
      <dgm:t>
        <a:bodyPr/>
        <a:lstStyle/>
        <a:p>
          <a:endParaRPr lang="en-US"/>
        </a:p>
      </dgm:t>
    </dgm:pt>
    <dgm:pt modelId="{1BA00BEC-41DB-874D-93DB-FB81FB1D9C65}">
      <dgm:prSet phldrT="[Text]" custT="1"/>
      <dgm:spPr/>
      <dgm:t>
        <a:bodyPr/>
        <a:lstStyle/>
        <a:p>
          <a:r>
            <a:rPr lang="en-US" sz="1400" dirty="0">
              <a:latin typeface="Times New Roman" panose="02020603050405020304" pitchFamily="18" charset="0"/>
              <a:cs typeface="Times New Roman" panose="02020603050405020304" pitchFamily="18" charset="0"/>
            </a:rPr>
            <a:t>Others</a:t>
          </a:r>
        </a:p>
      </dgm:t>
    </dgm:pt>
    <dgm:pt modelId="{268B4C1D-4F7E-B341-81A7-6E9101F39C47}" type="parTrans" cxnId="{BF01E216-F79D-2E45-8DB3-68926B688175}">
      <dgm:prSet/>
      <dgm:spPr/>
      <dgm:t>
        <a:bodyPr/>
        <a:lstStyle/>
        <a:p>
          <a:endParaRPr lang="en-US"/>
        </a:p>
      </dgm:t>
    </dgm:pt>
    <dgm:pt modelId="{5957C239-76BA-B54F-A830-39C99643388E}" type="sibTrans" cxnId="{BF01E216-F79D-2E45-8DB3-68926B688175}">
      <dgm:prSet/>
      <dgm:spPr/>
      <dgm:t>
        <a:bodyPr/>
        <a:lstStyle/>
        <a:p>
          <a:endParaRPr lang="en-US"/>
        </a:p>
      </dgm:t>
    </dgm:pt>
    <dgm:pt modelId="{8F8C4EDB-64B1-1246-B2B6-F765758EE4D1}">
      <dgm:prSet phldrT="[Text]" custT="1"/>
      <dgm:spPr/>
      <dgm:t>
        <a:bodyPr/>
        <a:lstStyle/>
        <a:p>
          <a:r>
            <a:rPr lang="en-US" sz="1400" dirty="0">
              <a:latin typeface="Times New Roman" panose="02020603050405020304" pitchFamily="18" charset="0"/>
              <a:cs typeface="Times New Roman" panose="02020603050405020304" pitchFamily="18" charset="0"/>
            </a:rPr>
            <a:t>Restrictions</a:t>
          </a:r>
        </a:p>
      </dgm:t>
    </dgm:pt>
    <dgm:pt modelId="{3B9361FA-DA2C-6C4E-A65D-B874C2BD1D85}" type="parTrans" cxnId="{5B78A474-C6A0-B944-A6CA-E8CFF273C87E}">
      <dgm:prSet/>
      <dgm:spPr/>
      <dgm:t>
        <a:bodyPr/>
        <a:lstStyle/>
        <a:p>
          <a:endParaRPr lang="en-US"/>
        </a:p>
      </dgm:t>
    </dgm:pt>
    <dgm:pt modelId="{A60ABA1E-DA92-054F-B4E3-865BD891AA77}" type="sibTrans" cxnId="{5B78A474-C6A0-B944-A6CA-E8CFF273C87E}">
      <dgm:prSet/>
      <dgm:spPr/>
      <dgm:t>
        <a:bodyPr/>
        <a:lstStyle/>
        <a:p>
          <a:endParaRPr lang="en-US"/>
        </a:p>
      </dgm:t>
    </dgm:pt>
    <dgm:pt modelId="{21B99221-7FAA-824A-B443-C4A2B212963B}">
      <dgm:prSet phldrT="[Text]" custT="1"/>
      <dgm:spPr/>
      <dgm:t>
        <a:bodyPr/>
        <a:lstStyle/>
        <a:p>
          <a:r>
            <a:rPr lang="en-US" sz="1400" dirty="0">
              <a:latin typeface="Times New Roman" panose="02020603050405020304" pitchFamily="18" charset="0"/>
              <a:cs typeface="Times New Roman" panose="02020603050405020304" pitchFamily="18" charset="0"/>
            </a:rPr>
            <a:t>Validators</a:t>
          </a:r>
        </a:p>
      </dgm:t>
    </dgm:pt>
    <dgm:pt modelId="{BB269DD3-BB5F-E847-8E53-82F0A1F45BDF}" type="parTrans" cxnId="{D60739CC-3180-914B-917E-0B70F719A280}">
      <dgm:prSet/>
      <dgm:spPr/>
      <dgm:t>
        <a:bodyPr/>
        <a:lstStyle/>
        <a:p>
          <a:endParaRPr lang="en-US"/>
        </a:p>
      </dgm:t>
    </dgm:pt>
    <dgm:pt modelId="{16D8D247-51EC-6A44-86D1-81921A2A6B93}" type="sibTrans" cxnId="{D60739CC-3180-914B-917E-0B70F719A280}">
      <dgm:prSet/>
      <dgm:spPr/>
      <dgm:t>
        <a:bodyPr/>
        <a:lstStyle/>
        <a:p>
          <a:endParaRPr lang="en-US"/>
        </a:p>
      </dgm:t>
    </dgm:pt>
    <dgm:pt modelId="{3DAE7B46-1E6C-0A48-883C-3D262BD96BD5}">
      <dgm:prSet phldrT="[Text]" custT="1"/>
      <dgm:spPr/>
      <dgm:t>
        <a:bodyPr/>
        <a:lstStyle/>
        <a:p>
          <a:r>
            <a:rPr lang="en-US" sz="1400" dirty="0">
              <a:latin typeface="Times New Roman" panose="02020603050405020304" pitchFamily="18" charset="0"/>
              <a:cs typeface="Times New Roman" panose="02020603050405020304" pitchFamily="18" charset="0"/>
            </a:rPr>
            <a:t>other related entities</a:t>
          </a:r>
        </a:p>
      </dgm:t>
    </dgm:pt>
    <dgm:pt modelId="{7802E8E6-F39E-C242-B298-61ED70B809B0}" type="parTrans" cxnId="{F69649B8-C46E-0049-832B-9DDCFABE7613}">
      <dgm:prSet/>
      <dgm:spPr/>
      <dgm:t>
        <a:bodyPr/>
        <a:lstStyle/>
        <a:p>
          <a:endParaRPr lang="en-US"/>
        </a:p>
      </dgm:t>
    </dgm:pt>
    <dgm:pt modelId="{A404FF50-E5D7-AB4B-9B3A-32568613BD3D}" type="sibTrans" cxnId="{F69649B8-C46E-0049-832B-9DDCFABE7613}">
      <dgm:prSet/>
      <dgm:spPr/>
      <dgm:t>
        <a:bodyPr/>
        <a:lstStyle/>
        <a:p>
          <a:endParaRPr lang="en-US"/>
        </a:p>
      </dgm:t>
    </dgm:pt>
    <dgm:pt modelId="{47C5D541-3E77-C34C-BD7A-4717DB4BC370}">
      <dgm:prSet custT="1"/>
      <dgm:spPr/>
      <dgm:t>
        <a:bodyPr/>
        <a:lstStyle/>
        <a:p>
          <a:r>
            <a:rPr lang="en-US" sz="1400" dirty="0">
              <a:latin typeface="Times New Roman" panose="02020603050405020304" pitchFamily="18" charset="0"/>
              <a:cs typeface="Times New Roman" panose="02020603050405020304" pitchFamily="18" charset="0"/>
            </a:rPr>
            <a:t>User </a:t>
          </a:r>
          <a:r>
            <a:rPr lang="en-US" sz="1400" dirty="0" err="1">
              <a:latin typeface="Times New Roman" panose="02020603050405020304" pitchFamily="18" charset="0"/>
              <a:cs typeface="Times New Roman" panose="02020603050405020304" pitchFamily="18" charset="0"/>
            </a:rPr>
            <a:t>infos</a:t>
          </a:r>
          <a:endParaRPr lang="en-US" sz="1400" dirty="0">
            <a:latin typeface="Times New Roman" panose="02020603050405020304" pitchFamily="18" charset="0"/>
            <a:cs typeface="Times New Roman" panose="02020603050405020304" pitchFamily="18" charset="0"/>
          </a:endParaRPr>
        </a:p>
      </dgm:t>
    </dgm:pt>
    <dgm:pt modelId="{46448068-86DB-5447-967E-FDC14CDE3139}" type="parTrans" cxnId="{3362AD7A-0B91-B941-A75F-3844A018623E}">
      <dgm:prSet/>
      <dgm:spPr/>
      <dgm:t>
        <a:bodyPr/>
        <a:lstStyle/>
        <a:p>
          <a:endParaRPr lang="en-US"/>
        </a:p>
      </dgm:t>
    </dgm:pt>
    <dgm:pt modelId="{547C90D2-0495-B446-A252-E2F18877480D}" type="sibTrans" cxnId="{3362AD7A-0B91-B941-A75F-3844A018623E}">
      <dgm:prSet/>
      <dgm:spPr/>
      <dgm:t>
        <a:bodyPr/>
        <a:lstStyle/>
        <a:p>
          <a:endParaRPr lang="en-US"/>
        </a:p>
      </dgm:t>
    </dgm:pt>
    <dgm:pt modelId="{6AAE92CB-DF35-C546-8249-C0293EDEA072}" type="pres">
      <dgm:prSet presAssocID="{16F4BB4E-959B-E34D-B644-F25FAD143ACA}" presName="Name0" presStyleCnt="0">
        <dgm:presLayoutVars>
          <dgm:dir/>
          <dgm:animLvl val="lvl"/>
          <dgm:resizeHandles val="exact"/>
        </dgm:presLayoutVars>
      </dgm:prSet>
      <dgm:spPr/>
    </dgm:pt>
    <dgm:pt modelId="{26D318DA-50A1-A64A-ADFB-D6A6A349FAE4}" type="pres">
      <dgm:prSet presAssocID="{051BCDB8-2547-1249-96E3-13CEF19981B2}" presName="linNode" presStyleCnt="0"/>
      <dgm:spPr/>
    </dgm:pt>
    <dgm:pt modelId="{60CEEC8B-B7B7-E64D-84B6-BC158163CD15}" type="pres">
      <dgm:prSet presAssocID="{051BCDB8-2547-1249-96E3-13CEF19981B2}" presName="parentText" presStyleLbl="node1" presStyleIdx="0" presStyleCnt="3">
        <dgm:presLayoutVars>
          <dgm:chMax val="1"/>
          <dgm:bulletEnabled val="1"/>
        </dgm:presLayoutVars>
      </dgm:prSet>
      <dgm:spPr/>
    </dgm:pt>
    <dgm:pt modelId="{2BB93DCD-1BC8-D94A-9EAB-3BE97E60EFA6}" type="pres">
      <dgm:prSet presAssocID="{051BCDB8-2547-1249-96E3-13CEF19981B2}" presName="descendantText" presStyleLbl="alignAccFollowNode1" presStyleIdx="0" presStyleCnt="3">
        <dgm:presLayoutVars>
          <dgm:bulletEnabled val="1"/>
        </dgm:presLayoutVars>
      </dgm:prSet>
      <dgm:spPr/>
    </dgm:pt>
    <dgm:pt modelId="{AD8336C9-D184-4443-80A1-C4817687A2FD}" type="pres">
      <dgm:prSet presAssocID="{3BAD095F-5134-8F4B-AC97-791F5B620C9A}" presName="sp" presStyleCnt="0"/>
      <dgm:spPr/>
    </dgm:pt>
    <dgm:pt modelId="{B6B97EBC-A781-3845-8385-CF6A60B16985}" type="pres">
      <dgm:prSet presAssocID="{50C6EECC-C37D-9645-B6D2-760A2B8B1C12}" presName="linNode" presStyleCnt="0"/>
      <dgm:spPr/>
    </dgm:pt>
    <dgm:pt modelId="{029339D0-F073-6F43-B04D-3EBF682B7C13}" type="pres">
      <dgm:prSet presAssocID="{50C6EECC-C37D-9645-B6D2-760A2B8B1C12}" presName="parentText" presStyleLbl="node1" presStyleIdx="1" presStyleCnt="3">
        <dgm:presLayoutVars>
          <dgm:chMax val="1"/>
          <dgm:bulletEnabled val="1"/>
        </dgm:presLayoutVars>
      </dgm:prSet>
      <dgm:spPr/>
    </dgm:pt>
    <dgm:pt modelId="{45DDFBA3-C69F-5542-AC26-1404E77D2775}" type="pres">
      <dgm:prSet presAssocID="{50C6EECC-C37D-9645-B6D2-760A2B8B1C12}" presName="descendantText" presStyleLbl="alignAccFollowNode1" presStyleIdx="1" presStyleCnt="3">
        <dgm:presLayoutVars>
          <dgm:bulletEnabled val="1"/>
        </dgm:presLayoutVars>
      </dgm:prSet>
      <dgm:spPr/>
    </dgm:pt>
    <dgm:pt modelId="{7B7F9387-5836-464F-ACF5-A6DE2518DCCD}" type="pres">
      <dgm:prSet presAssocID="{DA034D08-04FB-6F44-B96E-40294478EA68}" presName="sp" presStyleCnt="0"/>
      <dgm:spPr/>
    </dgm:pt>
    <dgm:pt modelId="{98DDEB5C-A150-5B4A-9AAF-17A3EE1C9A2F}" type="pres">
      <dgm:prSet presAssocID="{1BA00BEC-41DB-874D-93DB-FB81FB1D9C65}" presName="linNode" presStyleCnt="0"/>
      <dgm:spPr/>
    </dgm:pt>
    <dgm:pt modelId="{6ECBD7BA-F375-5E49-A08D-1511D6969702}" type="pres">
      <dgm:prSet presAssocID="{1BA00BEC-41DB-874D-93DB-FB81FB1D9C65}" presName="parentText" presStyleLbl="node1" presStyleIdx="2" presStyleCnt="3">
        <dgm:presLayoutVars>
          <dgm:chMax val="1"/>
          <dgm:bulletEnabled val="1"/>
        </dgm:presLayoutVars>
      </dgm:prSet>
      <dgm:spPr/>
    </dgm:pt>
    <dgm:pt modelId="{B004FEE3-F78C-0D45-8731-C1F26B2C600C}" type="pres">
      <dgm:prSet presAssocID="{1BA00BEC-41DB-874D-93DB-FB81FB1D9C65}" presName="descendantText" presStyleLbl="alignAccFollowNode1" presStyleIdx="2" presStyleCnt="3">
        <dgm:presLayoutVars>
          <dgm:bulletEnabled val="1"/>
        </dgm:presLayoutVars>
      </dgm:prSet>
      <dgm:spPr/>
    </dgm:pt>
  </dgm:ptLst>
  <dgm:cxnLst>
    <dgm:cxn modelId="{0BEA540F-08BA-6149-AC0A-3AA5A8FE776E}" srcId="{051BCDB8-2547-1249-96E3-13CEF19981B2}" destId="{C42F82D5-5492-024A-942B-B2870FAD7722}" srcOrd="0" destOrd="0" parTransId="{ED867244-3346-BD47-BCA4-60ADF0466FFF}" sibTransId="{2129AA58-D945-A748-B5B9-2D7EC769212A}"/>
    <dgm:cxn modelId="{BF01E216-F79D-2E45-8DB3-68926B688175}" srcId="{16F4BB4E-959B-E34D-B644-F25FAD143ACA}" destId="{1BA00BEC-41DB-874D-93DB-FB81FB1D9C65}" srcOrd="2" destOrd="0" parTransId="{268B4C1D-4F7E-B341-81A7-6E9101F39C47}" sibTransId="{5957C239-76BA-B54F-A830-39C99643388E}"/>
    <dgm:cxn modelId="{FFD75832-64F2-9F4A-A09B-1E6330FABA0B}" type="presOf" srcId="{16F4BB4E-959B-E34D-B644-F25FAD143ACA}" destId="{6AAE92CB-DF35-C546-8249-C0293EDEA072}" srcOrd="0" destOrd="0" presId="urn:microsoft.com/office/officeart/2005/8/layout/vList5"/>
    <dgm:cxn modelId="{25062D38-8BBA-EB48-A938-D3F753726D80}" type="presOf" srcId="{1BA00BEC-41DB-874D-93DB-FB81FB1D9C65}" destId="{6ECBD7BA-F375-5E49-A08D-1511D6969702}" srcOrd="0" destOrd="0" presId="urn:microsoft.com/office/officeart/2005/8/layout/vList5"/>
    <dgm:cxn modelId="{25AF493C-E056-524C-A2A2-AA1E9B71022B}" type="presOf" srcId="{7221A56C-5A3D-9F4E-8252-F4AF39930E6A}" destId="{2BB93DCD-1BC8-D94A-9EAB-3BE97E60EFA6}" srcOrd="0" destOrd="1" presId="urn:microsoft.com/office/officeart/2005/8/layout/vList5"/>
    <dgm:cxn modelId="{7A2A9145-FFFD-A04A-98FE-8DEF49D6DF93}" srcId="{16F4BB4E-959B-E34D-B644-F25FAD143ACA}" destId="{50C6EECC-C37D-9645-B6D2-760A2B8B1C12}" srcOrd="1" destOrd="0" parTransId="{3A5433DB-2A77-0F41-BC9C-3E48BAA42FF0}" sibTransId="{DA034D08-04FB-6F44-B96E-40294478EA68}"/>
    <dgm:cxn modelId="{B23FB14D-BB8C-0B4D-86E1-990FECA38894}" type="presOf" srcId="{051BCDB8-2547-1249-96E3-13CEF19981B2}" destId="{60CEEC8B-B7B7-E64D-84B6-BC158163CD15}" srcOrd="0" destOrd="0" presId="urn:microsoft.com/office/officeart/2005/8/layout/vList5"/>
    <dgm:cxn modelId="{1EA04653-723D-3B4E-B814-6D4759604866}" srcId="{50C6EECC-C37D-9645-B6D2-760A2B8B1C12}" destId="{81CE7584-354C-3F47-9395-C533FFC8EE84}" srcOrd="1" destOrd="0" parTransId="{16351304-E059-EA45-9E67-19B8BA0F4E2C}" sibTransId="{6107E7F9-1DF2-754E-B525-07C98431880F}"/>
    <dgm:cxn modelId="{5B78A474-C6A0-B944-A6CA-E8CFF273C87E}" srcId="{051BCDB8-2547-1249-96E3-13CEF19981B2}" destId="{8F8C4EDB-64B1-1246-B2B6-F765758EE4D1}" srcOrd="2" destOrd="0" parTransId="{3B9361FA-DA2C-6C4E-A65D-B874C2BD1D85}" sibTransId="{A60ABA1E-DA92-054F-B4E3-865BD891AA77}"/>
    <dgm:cxn modelId="{3362AD7A-0B91-B941-A75F-3844A018623E}" srcId="{50C6EECC-C37D-9645-B6D2-760A2B8B1C12}" destId="{47C5D541-3E77-C34C-BD7A-4717DB4BC370}" srcOrd="0" destOrd="0" parTransId="{46448068-86DB-5447-967E-FDC14CDE3139}" sibTransId="{547C90D2-0495-B446-A252-E2F18877480D}"/>
    <dgm:cxn modelId="{C0840D7C-54DD-D44A-A6B6-61A59663F1EC}" type="presOf" srcId="{8F8C4EDB-64B1-1246-B2B6-F765758EE4D1}" destId="{2BB93DCD-1BC8-D94A-9EAB-3BE97E60EFA6}" srcOrd="0" destOrd="2" presId="urn:microsoft.com/office/officeart/2005/8/layout/vList5"/>
    <dgm:cxn modelId="{D8781395-CD8D-3340-AEC2-65BEDF724BBE}" type="presOf" srcId="{81CE7584-354C-3F47-9395-C533FFC8EE84}" destId="{45DDFBA3-C69F-5542-AC26-1404E77D2775}" srcOrd="0" destOrd="1" presId="urn:microsoft.com/office/officeart/2005/8/layout/vList5"/>
    <dgm:cxn modelId="{5DE5F4AA-0C09-8C48-B8FB-F336D98B7780}" type="presOf" srcId="{47C5D541-3E77-C34C-BD7A-4717DB4BC370}" destId="{45DDFBA3-C69F-5542-AC26-1404E77D2775}" srcOrd="0" destOrd="0" presId="urn:microsoft.com/office/officeart/2005/8/layout/vList5"/>
    <dgm:cxn modelId="{F69649B8-C46E-0049-832B-9DDCFABE7613}" srcId="{1BA00BEC-41DB-874D-93DB-FB81FB1D9C65}" destId="{3DAE7B46-1E6C-0A48-883C-3D262BD96BD5}" srcOrd="0" destOrd="0" parTransId="{7802E8E6-F39E-C242-B298-61ED70B809B0}" sibTransId="{A404FF50-E5D7-AB4B-9B3A-32568613BD3D}"/>
    <dgm:cxn modelId="{D60739CC-3180-914B-917E-0B70F719A280}" srcId="{051BCDB8-2547-1249-96E3-13CEF19981B2}" destId="{21B99221-7FAA-824A-B443-C4A2B212963B}" srcOrd="3" destOrd="0" parTransId="{BB269DD3-BB5F-E847-8E53-82F0A1F45BDF}" sibTransId="{16D8D247-51EC-6A44-86D1-81921A2A6B93}"/>
    <dgm:cxn modelId="{4B345AD5-10C5-954E-B02B-205F6A6ABF74}" srcId="{051BCDB8-2547-1249-96E3-13CEF19981B2}" destId="{7221A56C-5A3D-9F4E-8252-F4AF39930E6A}" srcOrd="1" destOrd="0" parTransId="{67D84540-2169-5949-AFB1-ADC2D652452C}" sibTransId="{5B8EA318-27CE-D842-B047-7566AC090F13}"/>
    <dgm:cxn modelId="{BA44B2DE-5A1D-AB4D-A7F2-D1A8C0523DD4}" type="presOf" srcId="{50C6EECC-C37D-9645-B6D2-760A2B8B1C12}" destId="{029339D0-F073-6F43-B04D-3EBF682B7C13}" srcOrd="0" destOrd="0" presId="urn:microsoft.com/office/officeart/2005/8/layout/vList5"/>
    <dgm:cxn modelId="{382570E0-97BC-1948-A7BC-8D2A0DA4C232}" srcId="{16F4BB4E-959B-E34D-B644-F25FAD143ACA}" destId="{051BCDB8-2547-1249-96E3-13CEF19981B2}" srcOrd="0" destOrd="0" parTransId="{10821715-C615-884C-9BE8-26BE0BC4EA02}" sibTransId="{3BAD095F-5134-8F4B-AC97-791F5B620C9A}"/>
    <dgm:cxn modelId="{B49C9EEA-3A3E-614C-8800-574142944738}" type="presOf" srcId="{21B99221-7FAA-824A-B443-C4A2B212963B}" destId="{2BB93DCD-1BC8-D94A-9EAB-3BE97E60EFA6}" srcOrd="0" destOrd="3" presId="urn:microsoft.com/office/officeart/2005/8/layout/vList5"/>
    <dgm:cxn modelId="{FAC321EB-78AC-3741-92C4-358A1767C6C1}" type="presOf" srcId="{C42F82D5-5492-024A-942B-B2870FAD7722}" destId="{2BB93DCD-1BC8-D94A-9EAB-3BE97E60EFA6}" srcOrd="0" destOrd="0" presId="urn:microsoft.com/office/officeart/2005/8/layout/vList5"/>
    <dgm:cxn modelId="{995768F2-AFF4-AD49-9173-3A15E8F85344}" type="presOf" srcId="{3DAE7B46-1E6C-0A48-883C-3D262BD96BD5}" destId="{B004FEE3-F78C-0D45-8731-C1F26B2C600C}" srcOrd="0" destOrd="0" presId="urn:microsoft.com/office/officeart/2005/8/layout/vList5"/>
    <dgm:cxn modelId="{38078088-B1BB-7349-8AF0-3A21F660B446}" type="presParOf" srcId="{6AAE92CB-DF35-C546-8249-C0293EDEA072}" destId="{26D318DA-50A1-A64A-ADFB-D6A6A349FAE4}" srcOrd="0" destOrd="0" presId="urn:microsoft.com/office/officeart/2005/8/layout/vList5"/>
    <dgm:cxn modelId="{27D4A2E4-6B1C-4047-8694-935F2D34432A}" type="presParOf" srcId="{26D318DA-50A1-A64A-ADFB-D6A6A349FAE4}" destId="{60CEEC8B-B7B7-E64D-84B6-BC158163CD15}" srcOrd="0" destOrd="0" presId="urn:microsoft.com/office/officeart/2005/8/layout/vList5"/>
    <dgm:cxn modelId="{482B7A9E-BDEC-9D4E-BDF4-515E1CD6D4C1}" type="presParOf" srcId="{26D318DA-50A1-A64A-ADFB-D6A6A349FAE4}" destId="{2BB93DCD-1BC8-D94A-9EAB-3BE97E60EFA6}" srcOrd="1" destOrd="0" presId="urn:microsoft.com/office/officeart/2005/8/layout/vList5"/>
    <dgm:cxn modelId="{2873D341-E3EA-134F-9D04-DD3B72936785}" type="presParOf" srcId="{6AAE92CB-DF35-C546-8249-C0293EDEA072}" destId="{AD8336C9-D184-4443-80A1-C4817687A2FD}" srcOrd="1" destOrd="0" presId="urn:microsoft.com/office/officeart/2005/8/layout/vList5"/>
    <dgm:cxn modelId="{BD3C98E6-2071-7F42-A7BF-4B8F1B40891A}" type="presParOf" srcId="{6AAE92CB-DF35-C546-8249-C0293EDEA072}" destId="{B6B97EBC-A781-3845-8385-CF6A60B16985}" srcOrd="2" destOrd="0" presId="urn:microsoft.com/office/officeart/2005/8/layout/vList5"/>
    <dgm:cxn modelId="{520EEB29-8A9D-9446-8BF7-85D93BCD578E}" type="presParOf" srcId="{B6B97EBC-A781-3845-8385-CF6A60B16985}" destId="{029339D0-F073-6F43-B04D-3EBF682B7C13}" srcOrd="0" destOrd="0" presId="urn:microsoft.com/office/officeart/2005/8/layout/vList5"/>
    <dgm:cxn modelId="{4C8CDFAF-9FDC-C84B-A0DE-3B0F1DFD37D8}" type="presParOf" srcId="{B6B97EBC-A781-3845-8385-CF6A60B16985}" destId="{45DDFBA3-C69F-5542-AC26-1404E77D2775}" srcOrd="1" destOrd="0" presId="urn:microsoft.com/office/officeart/2005/8/layout/vList5"/>
    <dgm:cxn modelId="{9E9160D5-AEC0-CF46-BCB4-98F76060C5C1}" type="presParOf" srcId="{6AAE92CB-DF35-C546-8249-C0293EDEA072}" destId="{7B7F9387-5836-464F-ACF5-A6DE2518DCCD}" srcOrd="3" destOrd="0" presId="urn:microsoft.com/office/officeart/2005/8/layout/vList5"/>
    <dgm:cxn modelId="{3CBC0CF0-2138-EB49-A77B-9CC447663933}" type="presParOf" srcId="{6AAE92CB-DF35-C546-8249-C0293EDEA072}" destId="{98DDEB5C-A150-5B4A-9AAF-17A3EE1C9A2F}" srcOrd="4" destOrd="0" presId="urn:microsoft.com/office/officeart/2005/8/layout/vList5"/>
    <dgm:cxn modelId="{4DE2342D-FE01-0243-B296-4E21B3FE2C79}" type="presParOf" srcId="{98DDEB5C-A150-5B4A-9AAF-17A3EE1C9A2F}" destId="{6ECBD7BA-F375-5E49-A08D-1511D6969702}" srcOrd="0" destOrd="0" presId="urn:microsoft.com/office/officeart/2005/8/layout/vList5"/>
    <dgm:cxn modelId="{0DD80C0F-8BF8-F743-995D-07AF3594C85E}" type="presParOf" srcId="{98DDEB5C-A150-5B4A-9AAF-17A3EE1C9A2F}" destId="{B004FEE3-F78C-0D45-8731-C1F26B2C600C}" srcOrd="1" destOrd="0" presId="urn:microsoft.com/office/officeart/2005/8/layout/vList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5C8E5C-C86A-BD4D-9CB9-FBD2A5FB9F0E}">
      <dsp:nvSpPr>
        <dsp:cNvPr id="0" name=""/>
        <dsp:cNvSpPr/>
      </dsp:nvSpPr>
      <dsp:spPr>
        <a:xfrm>
          <a:off x="328" y="1524263"/>
          <a:ext cx="830725" cy="685174"/>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sp>
    <dsp:sp modelId="{81B59F9E-7A0E-5A4A-BF49-2CCEA5BFC9C5}">
      <dsp:nvSpPr>
        <dsp:cNvPr id="0" name=""/>
        <dsp:cNvSpPr/>
      </dsp:nvSpPr>
      <dsp:spPr>
        <a:xfrm flipV="1">
          <a:off x="844536" y="1831003"/>
          <a:ext cx="210706" cy="132721"/>
        </a:xfrm>
        <a:prstGeom prst="rightArrow">
          <a:avLst/>
        </a:prstGeom>
        <a:gradFill rotWithShape="0">
          <a:gsLst>
            <a:gs pos="0">
              <a:schemeClr val="accent3">
                <a:tint val="60000"/>
                <a:hueOff val="0"/>
                <a:satOff val="0"/>
                <a:lumOff val="0"/>
                <a:alphaOff val="0"/>
                <a:lumMod val="110000"/>
                <a:satMod val="105000"/>
                <a:tint val="67000"/>
              </a:schemeClr>
            </a:gs>
            <a:gs pos="50000">
              <a:schemeClr val="accent3">
                <a:tint val="60000"/>
                <a:hueOff val="0"/>
                <a:satOff val="0"/>
                <a:lumOff val="0"/>
                <a:alphaOff val="0"/>
                <a:lumMod val="105000"/>
                <a:satMod val="103000"/>
                <a:tint val="73000"/>
              </a:schemeClr>
            </a:gs>
            <a:gs pos="100000">
              <a:schemeClr val="accent3">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sp>
    <dsp:sp modelId="{56F24851-3678-A042-95AC-851B9DEBDB9B}">
      <dsp:nvSpPr>
        <dsp:cNvPr id="0" name=""/>
        <dsp:cNvSpPr/>
      </dsp:nvSpPr>
      <dsp:spPr>
        <a:xfrm>
          <a:off x="40055" y="1740773"/>
          <a:ext cx="738422" cy="293646"/>
        </a:xfrm>
        <a:prstGeom prst="roundRect">
          <a:avLst>
            <a:gd name="adj" fmla="val 10000"/>
          </a:avLst>
        </a:prstGeom>
        <a:solidFill>
          <a:schemeClr val="lt1"/>
        </a:solidFill>
        <a:ln w="12700" cap="flat" cmpd="sng" algn="ctr">
          <a:solidFill>
            <a:schemeClr val="dk1"/>
          </a:solidFill>
          <a:prstDash val="solid"/>
          <a:miter lim="800000"/>
        </a:ln>
        <a:effectLst/>
        <a:scene3d>
          <a:camera prst="orthographicFront"/>
          <a:lightRig rig="flat" dir="t"/>
        </a:scene3d>
        <a:sp3d/>
      </dsp:spPr>
      <dsp:style>
        <a:lnRef idx="2">
          <a:schemeClr val="dk1"/>
        </a:lnRef>
        <a:fillRef idx="1">
          <a:schemeClr val="lt1"/>
        </a:fillRef>
        <a:effectRef idx="0">
          <a:schemeClr val="dk1"/>
        </a:effectRef>
        <a:fontRef idx="minor">
          <a:schemeClr val="dk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Times New Roman" panose="02020603050405020304" pitchFamily="18" charset="0"/>
              <a:cs typeface="Times New Roman" panose="02020603050405020304" pitchFamily="18" charset="0"/>
            </a:rPr>
            <a:t>Clients</a:t>
          </a:r>
        </a:p>
      </dsp:txBody>
      <dsp:txXfrm>
        <a:off x="48656" y="1749374"/>
        <a:ext cx="721220" cy="276444"/>
      </dsp:txXfrm>
    </dsp:sp>
    <dsp:sp modelId="{246AB338-54E5-6B45-A780-1BCCD8CC027C}">
      <dsp:nvSpPr>
        <dsp:cNvPr id="0" name=""/>
        <dsp:cNvSpPr/>
      </dsp:nvSpPr>
      <dsp:spPr>
        <a:xfrm>
          <a:off x="1059673" y="1524263"/>
          <a:ext cx="830725" cy="685174"/>
        </a:xfrm>
        <a:prstGeom prst="roundRect">
          <a:avLst>
            <a:gd name="adj" fmla="val 10000"/>
          </a:avLst>
        </a:prstGeom>
        <a:solidFill>
          <a:schemeClr val="accent3">
            <a:alpha val="90000"/>
            <a:tint val="4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5A090412-FD1E-C84A-AA0F-66EE82D39D13}">
      <dsp:nvSpPr>
        <dsp:cNvPr id="0" name=""/>
        <dsp:cNvSpPr/>
      </dsp:nvSpPr>
      <dsp:spPr>
        <a:xfrm>
          <a:off x="1459740" y="1338153"/>
          <a:ext cx="1213691" cy="1257262"/>
        </a:xfrm>
        <a:prstGeom prst="circularArrow">
          <a:avLst>
            <a:gd name="adj1" fmla="val 2311"/>
            <a:gd name="adj2" fmla="val 278905"/>
            <a:gd name="adj3" fmla="val 18383064"/>
            <a:gd name="adj4" fmla="val 11412990"/>
            <a:gd name="adj5" fmla="val 2697"/>
          </a:avLst>
        </a:prstGeom>
        <a:gradFill rotWithShape="0">
          <a:gsLst>
            <a:gs pos="0">
              <a:schemeClr val="accent3">
                <a:tint val="60000"/>
                <a:hueOff val="0"/>
                <a:satOff val="0"/>
                <a:lumOff val="0"/>
                <a:alphaOff val="0"/>
                <a:lumMod val="110000"/>
                <a:satMod val="105000"/>
                <a:tint val="67000"/>
              </a:schemeClr>
            </a:gs>
            <a:gs pos="50000">
              <a:schemeClr val="accent3">
                <a:tint val="60000"/>
                <a:hueOff val="0"/>
                <a:satOff val="0"/>
                <a:lumOff val="0"/>
                <a:alphaOff val="0"/>
                <a:lumMod val="105000"/>
                <a:satMod val="103000"/>
                <a:tint val="73000"/>
              </a:schemeClr>
            </a:gs>
            <a:gs pos="100000">
              <a:schemeClr val="accent3">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sp>
    <dsp:sp modelId="{50C0ECB0-DB12-C449-A3A8-D8FAD6CB13AE}">
      <dsp:nvSpPr>
        <dsp:cNvPr id="0" name=""/>
        <dsp:cNvSpPr/>
      </dsp:nvSpPr>
      <dsp:spPr>
        <a:xfrm>
          <a:off x="1112389" y="1716836"/>
          <a:ext cx="738422" cy="293646"/>
        </a:xfrm>
        <a:prstGeom prst="roundRect">
          <a:avLst>
            <a:gd name="adj" fmla="val 10000"/>
          </a:avLst>
        </a:prstGeom>
        <a:solidFill>
          <a:schemeClr val="lt1"/>
        </a:solidFill>
        <a:ln w="12700" cap="flat" cmpd="sng" algn="ctr">
          <a:solidFill>
            <a:schemeClr val="dk1"/>
          </a:solidFill>
          <a:prstDash val="solid"/>
          <a:miter lim="800000"/>
        </a:ln>
        <a:effectLst/>
        <a:scene3d>
          <a:camera prst="orthographicFront"/>
          <a:lightRig rig="flat" dir="t"/>
        </a:scene3d>
        <a:sp3d/>
      </dsp:spPr>
      <dsp:style>
        <a:lnRef idx="2">
          <a:schemeClr val="dk1"/>
        </a:lnRef>
        <a:fillRef idx="1">
          <a:schemeClr val="lt1"/>
        </a:fillRef>
        <a:effectRef idx="0">
          <a:schemeClr val="dk1"/>
        </a:effectRef>
        <a:fontRef idx="minor">
          <a:schemeClr val="dk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Times New Roman" panose="02020603050405020304" pitchFamily="18" charset="0"/>
              <a:cs typeface="Times New Roman" panose="02020603050405020304" pitchFamily="18" charset="0"/>
            </a:rPr>
            <a:t>Branches</a:t>
          </a:r>
        </a:p>
      </dsp:txBody>
      <dsp:txXfrm>
        <a:off x="1120990" y="1725437"/>
        <a:ext cx="721220" cy="276444"/>
      </dsp:txXfrm>
    </dsp:sp>
    <dsp:sp modelId="{C3B37E16-F05C-C34C-8933-5EF8F80E4A7C}">
      <dsp:nvSpPr>
        <dsp:cNvPr id="0" name=""/>
        <dsp:cNvSpPr/>
      </dsp:nvSpPr>
      <dsp:spPr>
        <a:xfrm>
          <a:off x="2119019" y="1524263"/>
          <a:ext cx="830725" cy="685174"/>
        </a:xfrm>
        <a:prstGeom prst="roundRect">
          <a:avLst>
            <a:gd name="adj" fmla="val 10000"/>
          </a:avLst>
        </a:prstGeom>
        <a:solidFill>
          <a:schemeClr val="accent3">
            <a:alpha val="90000"/>
            <a:tint val="4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CD89AB82-BA23-BF4F-928E-4C2C54DBE416}">
      <dsp:nvSpPr>
        <dsp:cNvPr id="0" name=""/>
        <dsp:cNvSpPr/>
      </dsp:nvSpPr>
      <dsp:spPr>
        <a:xfrm>
          <a:off x="2510508" y="1232980"/>
          <a:ext cx="1133917" cy="1133917"/>
        </a:xfrm>
        <a:prstGeom prst="leftCircularArrow">
          <a:avLst>
            <a:gd name="adj1" fmla="val 2525"/>
            <a:gd name="adj2" fmla="val 306137"/>
            <a:gd name="adj3" fmla="val 3374484"/>
            <a:gd name="adj4" fmla="val 10317325"/>
            <a:gd name="adj5" fmla="val 2945"/>
          </a:avLst>
        </a:prstGeom>
        <a:gradFill rotWithShape="0">
          <a:gsLst>
            <a:gs pos="0">
              <a:schemeClr val="accent3">
                <a:tint val="60000"/>
                <a:hueOff val="0"/>
                <a:satOff val="0"/>
                <a:lumOff val="0"/>
                <a:alphaOff val="0"/>
                <a:lumMod val="110000"/>
                <a:satMod val="105000"/>
                <a:tint val="67000"/>
              </a:schemeClr>
            </a:gs>
            <a:gs pos="50000">
              <a:schemeClr val="accent3">
                <a:tint val="60000"/>
                <a:hueOff val="0"/>
                <a:satOff val="0"/>
                <a:lumOff val="0"/>
                <a:alphaOff val="0"/>
                <a:lumMod val="105000"/>
                <a:satMod val="103000"/>
                <a:tint val="73000"/>
              </a:schemeClr>
            </a:gs>
            <a:gs pos="100000">
              <a:schemeClr val="accent3">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sp>
    <dsp:sp modelId="{2A8EB744-E12B-D546-BA33-A258AF8971B8}">
      <dsp:nvSpPr>
        <dsp:cNvPr id="0" name=""/>
        <dsp:cNvSpPr/>
      </dsp:nvSpPr>
      <dsp:spPr>
        <a:xfrm>
          <a:off x="2177583" y="1720291"/>
          <a:ext cx="738422" cy="293646"/>
        </a:xfrm>
        <a:prstGeom prst="roundRect">
          <a:avLst>
            <a:gd name="adj" fmla="val 10000"/>
          </a:avLst>
        </a:prstGeom>
        <a:solidFill>
          <a:schemeClr val="lt1"/>
        </a:solidFill>
        <a:ln w="12700" cap="flat" cmpd="sng" algn="ctr">
          <a:solidFill>
            <a:schemeClr val="dk1"/>
          </a:solidFill>
          <a:prstDash val="solid"/>
          <a:miter lim="800000"/>
        </a:ln>
        <a:effectLst/>
        <a:scene3d>
          <a:camera prst="orthographicFront"/>
          <a:lightRig rig="flat" dir="t"/>
        </a:scene3d>
        <a:sp3d/>
      </dsp:spPr>
      <dsp:style>
        <a:lnRef idx="2">
          <a:schemeClr val="dk1"/>
        </a:lnRef>
        <a:fillRef idx="1">
          <a:schemeClr val="lt1"/>
        </a:fillRef>
        <a:effectRef idx="0">
          <a:schemeClr val="dk1"/>
        </a:effectRef>
        <a:fontRef idx="minor">
          <a:schemeClr val="dk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Times New Roman" panose="02020603050405020304" pitchFamily="18" charset="0"/>
              <a:cs typeface="Times New Roman" panose="02020603050405020304" pitchFamily="18" charset="0"/>
            </a:rPr>
            <a:t>Transportation companies</a:t>
          </a:r>
        </a:p>
      </dsp:txBody>
      <dsp:txXfrm>
        <a:off x="2186184" y="1728892"/>
        <a:ext cx="721220" cy="276444"/>
      </dsp:txXfrm>
    </dsp:sp>
    <dsp:sp modelId="{DF703ACF-B860-7949-908E-B91786C46BAB}">
      <dsp:nvSpPr>
        <dsp:cNvPr id="0" name=""/>
        <dsp:cNvSpPr/>
      </dsp:nvSpPr>
      <dsp:spPr>
        <a:xfrm>
          <a:off x="3178365" y="1524263"/>
          <a:ext cx="830725" cy="685174"/>
        </a:xfrm>
        <a:prstGeom prst="roundRect">
          <a:avLst>
            <a:gd name="adj" fmla="val 10000"/>
          </a:avLst>
        </a:prstGeom>
        <a:solidFill>
          <a:schemeClr val="accent3">
            <a:alpha val="90000"/>
            <a:tint val="4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E12C836E-921D-0341-8899-3D3FE98945F3}">
      <dsp:nvSpPr>
        <dsp:cNvPr id="0" name=""/>
        <dsp:cNvSpPr/>
      </dsp:nvSpPr>
      <dsp:spPr>
        <a:xfrm>
          <a:off x="3551512" y="1333869"/>
          <a:ext cx="1245216" cy="1245216"/>
        </a:xfrm>
        <a:prstGeom prst="circularArrow">
          <a:avLst>
            <a:gd name="adj1" fmla="val 2299"/>
            <a:gd name="adj2" fmla="val 277324"/>
            <a:gd name="adj3" fmla="val 18406947"/>
            <a:gd name="adj4" fmla="val 11435292"/>
            <a:gd name="adj5" fmla="val 2682"/>
          </a:avLst>
        </a:prstGeom>
        <a:gradFill rotWithShape="0">
          <a:gsLst>
            <a:gs pos="0">
              <a:schemeClr val="accent3">
                <a:tint val="60000"/>
                <a:hueOff val="0"/>
                <a:satOff val="0"/>
                <a:lumOff val="0"/>
                <a:alphaOff val="0"/>
                <a:lumMod val="110000"/>
                <a:satMod val="105000"/>
                <a:tint val="67000"/>
              </a:schemeClr>
            </a:gs>
            <a:gs pos="50000">
              <a:schemeClr val="accent3">
                <a:tint val="60000"/>
                <a:hueOff val="0"/>
                <a:satOff val="0"/>
                <a:lumOff val="0"/>
                <a:alphaOff val="0"/>
                <a:lumMod val="105000"/>
                <a:satMod val="103000"/>
                <a:tint val="73000"/>
              </a:schemeClr>
            </a:gs>
            <a:gs pos="100000">
              <a:schemeClr val="accent3">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sp>
    <dsp:sp modelId="{3274607E-C4F6-B045-8C35-1BAC4F8D49BF}">
      <dsp:nvSpPr>
        <dsp:cNvPr id="0" name=""/>
        <dsp:cNvSpPr/>
      </dsp:nvSpPr>
      <dsp:spPr>
        <a:xfrm>
          <a:off x="3223386" y="1712467"/>
          <a:ext cx="738422" cy="293646"/>
        </a:xfrm>
        <a:prstGeom prst="roundRect">
          <a:avLst>
            <a:gd name="adj" fmla="val 10000"/>
          </a:avLst>
        </a:prstGeom>
        <a:solidFill>
          <a:schemeClr val="lt1"/>
        </a:solidFill>
        <a:ln w="12700" cap="flat" cmpd="sng" algn="ctr">
          <a:solidFill>
            <a:schemeClr val="dk1"/>
          </a:solidFill>
          <a:prstDash val="solid"/>
          <a:miter lim="800000"/>
        </a:ln>
        <a:effectLst/>
        <a:scene3d>
          <a:camera prst="orthographicFront"/>
          <a:lightRig rig="flat" dir="t"/>
        </a:scene3d>
        <a:sp3d/>
      </dsp:spPr>
      <dsp:style>
        <a:lnRef idx="2">
          <a:schemeClr val="dk1"/>
        </a:lnRef>
        <a:fillRef idx="1">
          <a:schemeClr val="lt1"/>
        </a:fillRef>
        <a:effectRef idx="0">
          <a:schemeClr val="dk1"/>
        </a:effectRef>
        <a:fontRef idx="minor">
          <a:schemeClr val="dk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Times New Roman" panose="02020603050405020304" pitchFamily="18" charset="0"/>
              <a:cs typeface="Times New Roman" panose="02020603050405020304" pitchFamily="18" charset="0"/>
            </a:rPr>
            <a:t>Warehouse</a:t>
          </a:r>
        </a:p>
      </dsp:txBody>
      <dsp:txXfrm>
        <a:off x="3231987" y="1721068"/>
        <a:ext cx="721220" cy="276444"/>
      </dsp:txXfrm>
    </dsp:sp>
    <dsp:sp modelId="{03E9995E-B4F2-8C4D-A928-47C4AECD6D21}">
      <dsp:nvSpPr>
        <dsp:cNvPr id="0" name=""/>
        <dsp:cNvSpPr/>
      </dsp:nvSpPr>
      <dsp:spPr>
        <a:xfrm>
          <a:off x="4237710" y="1524263"/>
          <a:ext cx="830725" cy="685174"/>
        </a:xfrm>
        <a:prstGeom prst="roundRect">
          <a:avLst>
            <a:gd name="adj" fmla="val 10000"/>
          </a:avLst>
        </a:prstGeom>
        <a:solidFill>
          <a:schemeClr val="accent3">
            <a:alpha val="90000"/>
            <a:tint val="4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64671EBA-A197-3042-A9B6-334C830C5BC6}">
      <dsp:nvSpPr>
        <dsp:cNvPr id="0" name=""/>
        <dsp:cNvSpPr/>
      </dsp:nvSpPr>
      <dsp:spPr>
        <a:xfrm>
          <a:off x="4629199" y="1235679"/>
          <a:ext cx="1133917" cy="1133917"/>
        </a:xfrm>
        <a:prstGeom prst="leftCircularArrow">
          <a:avLst>
            <a:gd name="adj1" fmla="val 2525"/>
            <a:gd name="adj2" fmla="val 306137"/>
            <a:gd name="adj3" fmla="val 3374484"/>
            <a:gd name="adj4" fmla="val 10317325"/>
            <a:gd name="adj5" fmla="val 2945"/>
          </a:avLst>
        </a:prstGeom>
        <a:gradFill rotWithShape="0">
          <a:gsLst>
            <a:gs pos="0">
              <a:schemeClr val="accent3">
                <a:tint val="60000"/>
                <a:hueOff val="0"/>
                <a:satOff val="0"/>
                <a:lumOff val="0"/>
                <a:alphaOff val="0"/>
                <a:lumMod val="110000"/>
                <a:satMod val="105000"/>
                <a:tint val="67000"/>
              </a:schemeClr>
            </a:gs>
            <a:gs pos="50000">
              <a:schemeClr val="accent3">
                <a:tint val="60000"/>
                <a:hueOff val="0"/>
                <a:satOff val="0"/>
                <a:lumOff val="0"/>
                <a:alphaOff val="0"/>
                <a:lumMod val="105000"/>
                <a:satMod val="103000"/>
                <a:tint val="73000"/>
              </a:schemeClr>
            </a:gs>
            <a:gs pos="100000">
              <a:schemeClr val="accent3">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sp>
    <dsp:sp modelId="{0FEE8AE0-6134-024D-A5B3-470E4929FE04}">
      <dsp:nvSpPr>
        <dsp:cNvPr id="0" name=""/>
        <dsp:cNvSpPr/>
      </dsp:nvSpPr>
      <dsp:spPr>
        <a:xfrm>
          <a:off x="4296274" y="1720291"/>
          <a:ext cx="738422" cy="293646"/>
        </a:xfrm>
        <a:prstGeom prst="roundRect">
          <a:avLst>
            <a:gd name="adj" fmla="val 10000"/>
          </a:avLst>
        </a:prstGeom>
        <a:solidFill>
          <a:schemeClr val="lt1"/>
        </a:solidFill>
        <a:ln w="12700" cap="flat" cmpd="sng" algn="ctr">
          <a:solidFill>
            <a:schemeClr val="dk1"/>
          </a:solidFill>
          <a:prstDash val="solid"/>
          <a:miter lim="800000"/>
        </a:ln>
        <a:effectLst/>
        <a:scene3d>
          <a:camera prst="orthographicFront"/>
          <a:lightRig rig="flat" dir="t"/>
        </a:scene3d>
        <a:sp3d/>
      </dsp:spPr>
      <dsp:style>
        <a:lnRef idx="2">
          <a:schemeClr val="dk1"/>
        </a:lnRef>
        <a:fillRef idx="1">
          <a:schemeClr val="lt1"/>
        </a:fillRef>
        <a:effectRef idx="0">
          <a:schemeClr val="dk1"/>
        </a:effectRef>
        <a:fontRef idx="minor">
          <a:schemeClr val="dk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Times New Roman" panose="02020603050405020304" pitchFamily="18" charset="0"/>
              <a:cs typeface="Times New Roman" panose="02020603050405020304" pitchFamily="18" charset="0"/>
            </a:rPr>
            <a:t>Transportation companies</a:t>
          </a:r>
          <a:endParaRPr lang="en-US" sz="900" kern="1200" dirty="0"/>
        </a:p>
      </dsp:txBody>
      <dsp:txXfrm>
        <a:off x="4304875" y="1728892"/>
        <a:ext cx="721220" cy="276444"/>
      </dsp:txXfrm>
    </dsp:sp>
    <dsp:sp modelId="{71F67C74-BAFE-3546-AB19-ED78896F4158}">
      <dsp:nvSpPr>
        <dsp:cNvPr id="0" name=""/>
        <dsp:cNvSpPr/>
      </dsp:nvSpPr>
      <dsp:spPr>
        <a:xfrm>
          <a:off x="5297056" y="1524263"/>
          <a:ext cx="830725" cy="685174"/>
        </a:xfrm>
        <a:prstGeom prst="roundRect">
          <a:avLst>
            <a:gd name="adj" fmla="val 10000"/>
          </a:avLst>
        </a:prstGeom>
        <a:solidFill>
          <a:schemeClr val="accent3">
            <a:alpha val="90000"/>
            <a:tint val="4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A8D4DDC7-A116-8E47-9C02-3E010527F376}">
      <dsp:nvSpPr>
        <dsp:cNvPr id="0" name=""/>
        <dsp:cNvSpPr/>
      </dsp:nvSpPr>
      <dsp:spPr>
        <a:xfrm>
          <a:off x="6169778" y="1743726"/>
          <a:ext cx="222197" cy="235618"/>
        </a:xfrm>
        <a:prstGeom prst="rightArrow">
          <a:avLst/>
        </a:prstGeom>
        <a:gradFill rotWithShape="0">
          <a:gsLst>
            <a:gs pos="0">
              <a:schemeClr val="accent3">
                <a:tint val="60000"/>
                <a:hueOff val="0"/>
                <a:satOff val="0"/>
                <a:lumOff val="0"/>
                <a:alphaOff val="0"/>
                <a:lumMod val="110000"/>
                <a:satMod val="105000"/>
                <a:tint val="67000"/>
              </a:schemeClr>
            </a:gs>
            <a:gs pos="50000">
              <a:schemeClr val="accent3">
                <a:tint val="60000"/>
                <a:hueOff val="0"/>
                <a:satOff val="0"/>
                <a:lumOff val="0"/>
                <a:alphaOff val="0"/>
                <a:lumMod val="105000"/>
                <a:satMod val="103000"/>
                <a:tint val="73000"/>
              </a:schemeClr>
            </a:gs>
            <a:gs pos="100000">
              <a:schemeClr val="accent3">
                <a:tint val="60000"/>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sp>
    <dsp:sp modelId="{0FA93762-3348-C94E-B882-35E3DC281713}">
      <dsp:nvSpPr>
        <dsp:cNvPr id="0" name=""/>
        <dsp:cNvSpPr/>
      </dsp:nvSpPr>
      <dsp:spPr>
        <a:xfrm>
          <a:off x="5361092" y="1712467"/>
          <a:ext cx="738422" cy="293646"/>
        </a:xfrm>
        <a:prstGeom prst="roundRect">
          <a:avLst>
            <a:gd name="adj" fmla="val 10000"/>
          </a:avLst>
        </a:prstGeom>
        <a:solidFill>
          <a:schemeClr val="lt1"/>
        </a:solidFill>
        <a:ln w="12700" cap="flat" cmpd="sng" algn="ctr">
          <a:solidFill>
            <a:schemeClr val="dk1"/>
          </a:solidFill>
          <a:prstDash val="solid"/>
          <a:miter lim="800000"/>
        </a:ln>
        <a:effectLst/>
        <a:scene3d>
          <a:camera prst="orthographicFront"/>
          <a:lightRig rig="flat" dir="t"/>
        </a:scene3d>
        <a:sp3d/>
      </dsp:spPr>
      <dsp:style>
        <a:lnRef idx="2">
          <a:schemeClr val="dk1"/>
        </a:lnRef>
        <a:fillRef idx="1">
          <a:schemeClr val="lt1"/>
        </a:fillRef>
        <a:effectRef idx="0">
          <a:schemeClr val="dk1"/>
        </a:effectRef>
        <a:fontRef idx="minor">
          <a:schemeClr val="dk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Times New Roman" panose="02020603050405020304" pitchFamily="18" charset="0"/>
              <a:cs typeface="Times New Roman" panose="02020603050405020304" pitchFamily="18" charset="0"/>
            </a:rPr>
            <a:t>Branches</a:t>
          </a:r>
        </a:p>
      </dsp:txBody>
      <dsp:txXfrm>
        <a:off x="5369693" y="1721068"/>
        <a:ext cx="721220" cy="276444"/>
      </dsp:txXfrm>
    </dsp:sp>
    <dsp:sp modelId="{88378195-4DCF-FC47-8D23-48F87CF38481}">
      <dsp:nvSpPr>
        <dsp:cNvPr id="0" name=""/>
        <dsp:cNvSpPr/>
      </dsp:nvSpPr>
      <dsp:spPr>
        <a:xfrm>
          <a:off x="6356401" y="1524263"/>
          <a:ext cx="830725" cy="685174"/>
        </a:xfrm>
        <a:prstGeom prst="roundRect">
          <a:avLst>
            <a:gd name="adj" fmla="val 10000"/>
          </a:avLst>
        </a:prstGeom>
        <a:solidFill>
          <a:schemeClr val="accent3">
            <a:alpha val="90000"/>
            <a:tint val="4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sp>
    <dsp:sp modelId="{3BE662D5-B879-E842-9793-8E3727AE6A77}">
      <dsp:nvSpPr>
        <dsp:cNvPr id="0" name=""/>
        <dsp:cNvSpPr/>
      </dsp:nvSpPr>
      <dsp:spPr>
        <a:xfrm>
          <a:off x="6407426" y="1706651"/>
          <a:ext cx="738422" cy="293646"/>
        </a:xfrm>
        <a:prstGeom prst="roundRect">
          <a:avLst>
            <a:gd name="adj" fmla="val 10000"/>
          </a:avLst>
        </a:prstGeom>
        <a:solidFill>
          <a:schemeClr val="lt1"/>
        </a:solidFill>
        <a:ln w="12700" cap="flat" cmpd="sng" algn="ctr">
          <a:solidFill>
            <a:schemeClr val="dk1"/>
          </a:solidFill>
          <a:prstDash val="solid"/>
          <a:miter lim="800000"/>
        </a:ln>
        <a:effectLst/>
        <a:scene3d>
          <a:camera prst="orthographicFront"/>
          <a:lightRig rig="flat" dir="t"/>
        </a:scene3d>
        <a:sp3d/>
      </dsp:spPr>
      <dsp:style>
        <a:lnRef idx="2">
          <a:schemeClr val="dk1"/>
        </a:lnRef>
        <a:fillRef idx="1">
          <a:schemeClr val="lt1"/>
        </a:fillRef>
        <a:effectRef idx="0">
          <a:schemeClr val="dk1"/>
        </a:effectRef>
        <a:fontRef idx="minor">
          <a:schemeClr val="dk1"/>
        </a:fontRef>
      </dsp:style>
      <dsp:txBody>
        <a:bodyPr spcFirstLastPara="0" vert="horz" wrap="square" lIns="17145" tIns="11430" rIns="17145" bIns="11430" numCol="1" spcCol="1270" anchor="ctr" anchorCtr="0">
          <a:noAutofit/>
        </a:bodyPr>
        <a:lstStyle/>
        <a:p>
          <a:pPr marL="0" lvl="0" indent="0" algn="ctr" defTabSz="400050">
            <a:lnSpc>
              <a:spcPct val="90000"/>
            </a:lnSpc>
            <a:spcBef>
              <a:spcPct val="0"/>
            </a:spcBef>
            <a:spcAft>
              <a:spcPct val="35000"/>
            </a:spcAft>
            <a:buNone/>
          </a:pPr>
          <a:r>
            <a:rPr lang="en-US" sz="900" kern="1200" dirty="0">
              <a:latin typeface="Times New Roman" panose="02020603050405020304" pitchFamily="18" charset="0"/>
              <a:cs typeface="Times New Roman" panose="02020603050405020304" pitchFamily="18" charset="0"/>
            </a:rPr>
            <a:t>Clients</a:t>
          </a:r>
        </a:p>
      </dsp:txBody>
      <dsp:txXfrm>
        <a:off x="6416027" y="1715252"/>
        <a:ext cx="721220" cy="2764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058305B-E6F9-2C4C-9786-A55D585E2627}">
      <dsp:nvSpPr>
        <dsp:cNvPr id="0" name=""/>
        <dsp:cNvSpPr/>
      </dsp:nvSpPr>
      <dsp:spPr>
        <a:xfrm>
          <a:off x="1920101" y="1839325"/>
          <a:ext cx="1405192" cy="1405192"/>
        </a:xfrm>
        <a:prstGeom prst="ellipse">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8890" tIns="8890" rIns="8890" bIns="889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Master Data Management</a:t>
          </a:r>
        </a:p>
      </dsp:txBody>
      <dsp:txXfrm>
        <a:off x="2125887" y="2045111"/>
        <a:ext cx="993620" cy="993620"/>
      </dsp:txXfrm>
    </dsp:sp>
    <dsp:sp modelId="{71DDD986-B47C-EB4B-81DA-0611D245D6C5}">
      <dsp:nvSpPr>
        <dsp:cNvPr id="0" name=""/>
        <dsp:cNvSpPr/>
      </dsp:nvSpPr>
      <dsp:spPr>
        <a:xfrm rot="10800000">
          <a:off x="492347" y="2341681"/>
          <a:ext cx="1349227" cy="40047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31E4975-051A-6A4C-AE3B-C7A881452FD2}">
      <dsp:nvSpPr>
        <dsp:cNvPr id="0" name=""/>
        <dsp:cNvSpPr/>
      </dsp:nvSpPr>
      <dsp:spPr>
        <a:xfrm>
          <a:off x="529" y="2148467"/>
          <a:ext cx="983634" cy="786907"/>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Department Related Data</a:t>
          </a:r>
        </a:p>
      </dsp:txBody>
      <dsp:txXfrm>
        <a:off x="23577" y="2171515"/>
        <a:ext cx="937538" cy="740811"/>
      </dsp:txXfrm>
    </dsp:sp>
    <dsp:sp modelId="{C4115E56-1692-B042-8E06-0463AC84BE99}">
      <dsp:nvSpPr>
        <dsp:cNvPr id="0" name=""/>
        <dsp:cNvSpPr/>
      </dsp:nvSpPr>
      <dsp:spPr>
        <a:xfrm rot="12960000">
          <a:off x="770368" y="1486021"/>
          <a:ext cx="1349227" cy="40047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5F1AA77D-202F-154C-9787-98F9B30A1F34}">
      <dsp:nvSpPr>
        <dsp:cNvPr id="0" name=""/>
        <dsp:cNvSpPr/>
      </dsp:nvSpPr>
      <dsp:spPr>
        <a:xfrm>
          <a:off x="407390" y="896279"/>
          <a:ext cx="983634" cy="786907"/>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Governance Data</a:t>
          </a:r>
        </a:p>
      </dsp:txBody>
      <dsp:txXfrm>
        <a:off x="430438" y="919327"/>
        <a:ext cx="937538" cy="740811"/>
      </dsp:txXfrm>
    </dsp:sp>
    <dsp:sp modelId="{D2EC778C-B178-9345-8F81-A26C7FD7C114}">
      <dsp:nvSpPr>
        <dsp:cNvPr id="0" name=""/>
        <dsp:cNvSpPr/>
      </dsp:nvSpPr>
      <dsp:spPr>
        <a:xfrm rot="15120000">
          <a:off x="1498236" y="957194"/>
          <a:ext cx="1349227" cy="40047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C63FB57-6807-5C4F-BAF4-4E30601A9189}">
      <dsp:nvSpPr>
        <dsp:cNvPr id="0" name=""/>
        <dsp:cNvSpPr/>
      </dsp:nvSpPr>
      <dsp:spPr>
        <a:xfrm>
          <a:off x="1472565" y="122384"/>
          <a:ext cx="983634" cy="786907"/>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Executive Directives</a:t>
          </a:r>
        </a:p>
      </dsp:txBody>
      <dsp:txXfrm>
        <a:off x="1495613" y="145432"/>
        <a:ext cx="937538" cy="740811"/>
      </dsp:txXfrm>
    </dsp:sp>
    <dsp:sp modelId="{B30CFFFE-C27C-9548-89AF-C628E1B9EC2F}">
      <dsp:nvSpPr>
        <dsp:cNvPr id="0" name=""/>
        <dsp:cNvSpPr/>
      </dsp:nvSpPr>
      <dsp:spPr>
        <a:xfrm rot="17280000">
          <a:off x="2397930" y="957194"/>
          <a:ext cx="1349227" cy="40047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4EC0AC0-AB0B-5B4B-9572-D93217ABB613}">
      <dsp:nvSpPr>
        <dsp:cNvPr id="0" name=""/>
        <dsp:cNvSpPr/>
      </dsp:nvSpPr>
      <dsp:spPr>
        <a:xfrm>
          <a:off x="2789194" y="122384"/>
          <a:ext cx="983634" cy="786907"/>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Regulatory Restrictions</a:t>
          </a:r>
        </a:p>
      </dsp:txBody>
      <dsp:txXfrm>
        <a:off x="2812242" y="145432"/>
        <a:ext cx="937538" cy="740811"/>
      </dsp:txXfrm>
    </dsp:sp>
    <dsp:sp modelId="{7DABBAE4-A6AE-A14B-AF32-0FE414737441}">
      <dsp:nvSpPr>
        <dsp:cNvPr id="0" name=""/>
        <dsp:cNvSpPr/>
      </dsp:nvSpPr>
      <dsp:spPr>
        <a:xfrm rot="19440000">
          <a:off x="3125799" y="1486021"/>
          <a:ext cx="1349227" cy="40047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96F2BCA2-2693-534B-B241-5195DCA20B43}">
      <dsp:nvSpPr>
        <dsp:cNvPr id="0" name=""/>
        <dsp:cNvSpPr/>
      </dsp:nvSpPr>
      <dsp:spPr>
        <a:xfrm>
          <a:off x="3854369" y="896279"/>
          <a:ext cx="983634" cy="786907"/>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Clients Data</a:t>
          </a:r>
        </a:p>
      </dsp:txBody>
      <dsp:txXfrm>
        <a:off x="3877417" y="919327"/>
        <a:ext cx="937538" cy="740811"/>
      </dsp:txXfrm>
    </dsp:sp>
    <dsp:sp modelId="{515F7AE4-2063-8A42-AC09-6FFEE6081C94}">
      <dsp:nvSpPr>
        <dsp:cNvPr id="0" name=""/>
        <dsp:cNvSpPr/>
      </dsp:nvSpPr>
      <dsp:spPr>
        <a:xfrm>
          <a:off x="3403820" y="2341681"/>
          <a:ext cx="1349227" cy="400479"/>
        </a:xfrm>
        <a:prstGeom prst="leftArrow">
          <a:avLst>
            <a:gd name="adj1" fmla="val 60000"/>
            <a:gd name="adj2" fmla="val 50000"/>
          </a:avLst>
        </a:prstGeom>
        <a:solidFill>
          <a:schemeClr val="dk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8146278-8A46-3342-AB58-F2FEAA0F27C3}">
      <dsp:nvSpPr>
        <dsp:cNvPr id="0" name=""/>
        <dsp:cNvSpPr/>
      </dsp:nvSpPr>
      <dsp:spPr>
        <a:xfrm>
          <a:off x="4261230" y="2148467"/>
          <a:ext cx="983634" cy="786907"/>
        </a:xfrm>
        <a:prstGeom prst="roundRect">
          <a:avLst>
            <a:gd name="adj" fmla="val 10000"/>
          </a:avLst>
        </a:prstGeom>
        <a:solidFill>
          <a:schemeClr val="lt1"/>
        </a:solidFill>
        <a:ln w="12700" cap="flat" cmpd="sng" algn="ctr">
          <a:solidFill>
            <a:schemeClr val="dk1"/>
          </a:solidFill>
          <a:prstDash val="solid"/>
          <a:miter lim="800000"/>
        </a:ln>
        <a:effectLst/>
      </dsp:spPr>
      <dsp:style>
        <a:lnRef idx="2">
          <a:schemeClr val="dk1"/>
        </a:lnRef>
        <a:fillRef idx="1">
          <a:schemeClr val="lt1"/>
        </a:fillRef>
        <a:effectRef idx="0">
          <a:schemeClr val="dk1"/>
        </a:effectRef>
        <a:fontRef idx="minor">
          <a:schemeClr val="dk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dirty="0">
              <a:solidFill>
                <a:schemeClr val="tx1"/>
              </a:solidFill>
              <a:latin typeface="Times New Roman" panose="02020603050405020304" pitchFamily="18" charset="0"/>
              <a:cs typeface="Times New Roman" panose="02020603050405020304" pitchFamily="18" charset="0"/>
            </a:rPr>
            <a:t>Physical Logistics Data</a:t>
          </a:r>
        </a:p>
      </dsp:txBody>
      <dsp:txXfrm>
        <a:off x="4284278" y="2171515"/>
        <a:ext cx="937538" cy="74081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B93DCD-1BC8-D94A-9EAB-3BE97E60EFA6}">
      <dsp:nvSpPr>
        <dsp:cNvPr id="0" name=""/>
        <dsp:cNvSpPr/>
      </dsp:nvSpPr>
      <dsp:spPr>
        <a:xfrm rot="5400000">
          <a:off x="2876206" y="-1023987"/>
          <a:ext cx="841473" cy="3103005"/>
        </a:xfrm>
        <a:prstGeom prst="round2Same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latin typeface="Times New Roman" panose="02020603050405020304" pitchFamily="18" charset="0"/>
              <a:cs typeface="Times New Roman" panose="02020603050405020304" pitchFamily="18" charset="0"/>
            </a:rPr>
            <a:t>System </a:t>
          </a:r>
          <a:r>
            <a:rPr lang="en-US" sz="1400" kern="1200" dirty="0" err="1">
              <a:latin typeface="Times New Roman" panose="02020603050405020304" pitchFamily="18" charset="0"/>
              <a:cs typeface="Times New Roman" panose="02020603050405020304" pitchFamily="18" charset="0"/>
            </a:rPr>
            <a:t>infos</a:t>
          </a:r>
          <a:endParaRPr lang="en-US" sz="1400" kern="1200" dirty="0">
            <a:latin typeface="Times New Roman" panose="02020603050405020304" pitchFamily="18" charset="0"/>
            <a:cs typeface="Times New Roman" panose="02020603050405020304" pitchFamily="18" charset="0"/>
          </a:endParaRPr>
        </a:p>
        <a:p>
          <a:pPr marL="114300" lvl="1" indent="-114300" algn="l" defTabSz="622300">
            <a:lnSpc>
              <a:spcPct val="90000"/>
            </a:lnSpc>
            <a:spcBef>
              <a:spcPct val="0"/>
            </a:spcBef>
            <a:spcAft>
              <a:spcPct val="15000"/>
            </a:spcAft>
            <a:buChar char="•"/>
          </a:pPr>
          <a:r>
            <a:rPr lang="en-US" sz="1400" kern="1200" dirty="0">
              <a:latin typeface="Times New Roman" panose="02020603050405020304" pitchFamily="18" charset="0"/>
              <a:cs typeface="Times New Roman" panose="02020603050405020304" pitchFamily="18" charset="0"/>
            </a:rPr>
            <a:t>Columns</a:t>
          </a:r>
        </a:p>
        <a:p>
          <a:pPr marL="114300" lvl="1" indent="-114300" algn="l" defTabSz="622300">
            <a:lnSpc>
              <a:spcPct val="90000"/>
            </a:lnSpc>
            <a:spcBef>
              <a:spcPct val="0"/>
            </a:spcBef>
            <a:spcAft>
              <a:spcPct val="15000"/>
            </a:spcAft>
            <a:buChar char="•"/>
          </a:pPr>
          <a:r>
            <a:rPr lang="en-US" sz="1400" kern="1200" dirty="0">
              <a:latin typeface="Times New Roman" panose="02020603050405020304" pitchFamily="18" charset="0"/>
              <a:cs typeface="Times New Roman" panose="02020603050405020304" pitchFamily="18" charset="0"/>
            </a:rPr>
            <a:t>Restrictions</a:t>
          </a:r>
        </a:p>
        <a:p>
          <a:pPr marL="114300" lvl="1" indent="-114300" algn="l" defTabSz="622300">
            <a:lnSpc>
              <a:spcPct val="90000"/>
            </a:lnSpc>
            <a:spcBef>
              <a:spcPct val="0"/>
            </a:spcBef>
            <a:spcAft>
              <a:spcPct val="15000"/>
            </a:spcAft>
            <a:buChar char="•"/>
          </a:pPr>
          <a:r>
            <a:rPr lang="en-US" sz="1400" kern="1200" dirty="0">
              <a:latin typeface="Times New Roman" panose="02020603050405020304" pitchFamily="18" charset="0"/>
              <a:cs typeface="Times New Roman" panose="02020603050405020304" pitchFamily="18" charset="0"/>
            </a:rPr>
            <a:t>Validators</a:t>
          </a:r>
        </a:p>
      </dsp:txBody>
      <dsp:txXfrm rot="-5400000">
        <a:off x="1745441" y="147855"/>
        <a:ext cx="3061928" cy="759319"/>
      </dsp:txXfrm>
    </dsp:sp>
    <dsp:sp modelId="{60CEEC8B-B7B7-E64D-84B6-BC158163CD15}">
      <dsp:nvSpPr>
        <dsp:cNvPr id="0" name=""/>
        <dsp:cNvSpPr/>
      </dsp:nvSpPr>
      <dsp:spPr>
        <a:xfrm>
          <a:off x="0" y="1593"/>
          <a:ext cx="1745440" cy="1051842"/>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Dictionary</a:t>
          </a:r>
        </a:p>
      </dsp:txBody>
      <dsp:txXfrm>
        <a:off x="51347" y="52940"/>
        <a:ext cx="1642746" cy="949148"/>
      </dsp:txXfrm>
    </dsp:sp>
    <dsp:sp modelId="{45DDFBA3-C69F-5542-AC26-1404E77D2775}">
      <dsp:nvSpPr>
        <dsp:cNvPr id="0" name=""/>
        <dsp:cNvSpPr/>
      </dsp:nvSpPr>
      <dsp:spPr>
        <a:xfrm rot="5400000">
          <a:off x="2876206" y="80446"/>
          <a:ext cx="841473" cy="3103005"/>
        </a:xfrm>
        <a:prstGeom prst="round2Same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latin typeface="Times New Roman" panose="02020603050405020304" pitchFamily="18" charset="0"/>
              <a:cs typeface="Times New Roman" panose="02020603050405020304" pitchFamily="18" charset="0"/>
            </a:rPr>
            <a:t>User </a:t>
          </a:r>
          <a:r>
            <a:rPr lang="en-US" sz="1400" kern="1200" dirty="0" err="1">
              <a:latin typeface="Times New Roman" panose="02020603050405020304" pitchFamily="18" charset="0"/>
              <a:cs typeface="Times New Roman" panose="02020603050405020304" pitchFamily="18" charset="0"/>
            </a:rPr>
            <a:t>infos</a:t>
          </a:r>
          <a:endParaRPr lang="en-US" sz="1400" kern="1200" dirty="0">
            <a:latin typeface="Times New Roman" panose="02020603050405020304" pitchFamily="18" charset="0"/>
            <a:cs typeface="Times New Roman" panose="02020603050405020304" pitchFamily="18" charset="0"/>
          </a:endParaRPr>
        </a:p>
        <a:p>
          <a:pPr marL="114300" lvl="1" indent="-114300" algn="l" defTabSz="622300">
            <a:lnSpc>
              <a:spcPct val="90000"/>
            </a:lnSpc>
            <a:spcBef>
              <a:spcPct val="0"/>
            </a:spcBef>
            <a:spcAft>
              <a:spcPct val="15000"/>
            </a:spcAft>
            <a:buChar char="•"/>
          </a:pPr>
          <a:r>
            <a:rPr lang="en-US" sz="1400" kern="1200" dirty="0">
              <a:latin typeface="Times New Roman" panose="02020603050405020304" pitchFamily="18" charset="0"/>
              <a:cs typeface="Times New Roman" panose="02020603050405020304" pitchFamily="18" charset="0"/>
            </a:rPr>
            <a:t>Rel. Departments</a:t>
          </a:r>
        </a:p>
      </dsp:txBody>
      <dsp:txXfrm rot="-5400000">
        <a:off x="1745441" y="1252289"/>
        <a:ext cx="3061928" cy="759319"/>
      </dsp:txXfrm>
    </dsp:sp>
    <dsp:sp modelId="{029339D0-F073-6F43-B04D-3EBF682B7C13}">
      <dsp:nvSpPr>
        <dsp:cNvPr id="0" name=""/>
        <dsp:cNvSpPr/>
      </dsp:nvSpPr>
      <dsp:spPr>
        <a:xfrm>
          <a:off x="0" y="1106028"/>
          <a:ext cx="1745440" cy="1051842"/>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User</a:t>
          </a:r>
        </a:p>
      </dsp:txBody>
      <dsp:txXfrm>
        <a:off x="51347" y="1157375"/>
        <a:ext cx="1642746" cy="949148"/>
      </dsp:txXfrm>
    </dsp:sp>
    <dsp:sp modelId="{B004FEE3-F78C-0D45-8731-C1F26B2C600C}">
      <dsp:nvSpPr>
        <dsp:cNvPr id="0" name=""/>
        <dsp:cNvSpPr/>
      </dsp:nvSpPr>
      <dsp:spPr>
        <a:xfrm rot="5400000">
          <a:off x="2876206" y="1184881"/>
          <a:ext cx="841473" cy="3103005"/>
        </a:xfrm>
        <a:prstGeom prst="round2SameRect">
          <a:avLst/>
        </a:prstGeom>
        <a:solidFill>
          <a:schemeClr val="lt1">
            <a:alpha val="90000"/>
            <a:tint val="40000"/>
            <a:hueOff val="0"/>
            <a:satOff val="0"/>
            <a:lumOff val="0"/>
            <a:alphaOff val="0"/>
          </a:schemeClr>
        </a:solidFill>
        <a:ln w="12700" cap="flat" cmpd="sng" algn="ctr">
          <a:solidFill>
            <a:schemeClr val="dk1">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114300" lvl="1" indent="-114300" algn="l" defTabSz="622300">
            <a:lnSpc>
              <a:spcPct val="90000"/>
            </a:lnSpc>
            <a:spcBef>
              <a:spcPct val="0"/>
            </a:spcBef>
            <a:spcAft>
              <a:spcPct val="15000"/>
            </a:spcAft>
            <a:buChar char="•"/>
          </a:pPr>
          <a:r>
            <a:rPr lang="en-US" sz="1400" kern="1200" dirty="0">
              <a:latin typeface="Times New Roman" panose="02020603050405020304" pitchFamily="18" charset="0"/>
              <a:cs typeface="Times New Roman" panose="02020603050405020304" pitchFamily="18" charset="0"/>
            </a:rPr>
            <a:t>other related entities</a:t>
          </a:r>
        </a:p>
      </dsp:txBody>
      <dsp:txXfrm rot="-5400000">
        <a:off x="1745441" y="2356724"/>
        <a:ext cx="3061928" cy="759319"/>
      </dsp:txXfrm>
    </dsp:sp>
    <dsp:sp modelId="{6ECBD7BA-F375-5E49-A08D-1511D6969702}">
      <dsp:nvSpPr>
        <dsp:cNvPr id="0" name=""/>
        <dsp:cNvSpPr/>
      </dsp:nvSpPr>
      <dsp:spPr>
        <a:xfrm>
          <a:off x="0" y="2210462"/>
          <a:ext cx="1745440" cy="1051842"/>
        </a:xfrm>
        <a:prstGeom prst="roundRect">
          <a:avLst/>
        </a:prstGeom>
        <a:solidFill>
          <a:schemeClr val="lt1">
            <a:hueOff val="0"/>
            <a:satOff val="0"/>
            <a:lumOff val="0"/>
            <a:alphaOff val="0"/>
          </a:schemeClr>
        </a:solidFill>
        <a:ln w="12700" cap="flat" cmpd="sng" algn="ctr">
          <a:solidFill>
            <a:schemeClr val="dk1">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53340" bIns="26670" numCol="1" spcCol="1270" anchor="ctr" anchorCtr="0">
          <a:noAutofit/>
        </a:bodyPr>
        <a:lstStyle/>
        <a:p>
          <a:pPr marL="0" lvl="0" indent="0" algn="ctr" defTabSz="622300">
            <a:lnSpc>
              <a:spcPct val="90000"/>
            </a:lnSpc>
            <a:spcBef>
              <a:spcPct val="0"/>
            </a:spcBef>
            <a:spcAft>
              <a:spcPct val="35000"/>
            </a:spcAft>
            <a:buNone/>
          </a:pPr>
          <a:r>
            <a:rPr lang="en-US" sz="1400" kern="1200" dirty="0">
              <a:latin typeface="Times New Roman" panose="02020603050405020304" pitchFamily="18" charset="0"/>
              <a:cs typeface="Times New Roman" panose="02020603050405020304" pitchFamily="18" charset="0"/>
            </a:rPr>
            <a:t>Others</a:t>
          </a:r>
        </a:p>
      </dsp:txBody>
      <dsp:txXfrm>
        <a:off x="51347" y="2261809"/>
        <a:ext cx="1642746" cy="949148"/>
      </dsp:txXfrm>
    </dsp:sp>
  </dsp:spTree>
</dsp:drawing>
</file>

<file path=ppt/diagrams/layout1.xml><?xml version="1.0" encoding="utf-8"?>
<dgm:layoutDef xmlns:dgm="http://schemas.openxmlformats.org/drawingml/2006/diagram" xmlns:a="http://schemas.openxmlformats.org/drawingml/2006/main" uniqueId="urn:microsoft.com/office/officeart/2005/8/layout/hProcess4">
  <dgm:title val=""/>
  <dgm:desc val=""/>
  <dgm:catLst>
    <dgm:cat type="process"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composite"/>
    <dgm:shape xmlns:r="http://schemas.openxmlformats.org/officeDocument/2006/relationships" r:blip="">
      <dgm:adjLst/>
    </dgm:shape>
    <dgm:presOf/>
    <dgm:constrLst>
      <dgm:constr type="w" for="ch" forName="tSp" refType="w"/>
      <dgm:constr type="h" for="ch" forName="tSp" refType="h" fact="0.15"/>
      <dgm:constr type="l" for="ch" forName="tSp"/>
      <dgm:constr type="t" for="ch" forName="tSp"/>
      <dgm:constr type="w" for="ch" forName="bSp" refType="w"/>
      <dgm:constr type="h" for="ch" forName="bSp" refType="h" fact="0.15"/>
      <dgm:constr type="l" for="ch" forName="bSp"/>
      <dgm:constr type="t" for="ch" forName="bSp" refType="h" fact="0.85"/>
      <dgm:constr type="w" for="ch" forName="process" refType="w"/>
      <dgm:constr type="h" for="ch" forName="process" refType="h" fact="0.7"/>
      <dgm:constr type="l" for="ch" forName="process"/>
      <dgm:constr type="t" for="ch" forName="process" refType="h" fact="0.15"/>
    </dgm:constrLst>
    <dgm:ruleLst/>
    <dgm:layoutNode name="tSp">
      <dgm:alg type="sp"/>
      <dgm:shape xmlns:r="http://schemas.openxmlformats.org/officeDocument/2006/relationships" r:blip="">
        <dgm:adjLst/>
      </dgm:shape>
      <dgm:presOf/>
      <dgm:constrLst/>
      <dgm:ruleLst/>
    </dgm:layoutNode>
    <dgm:layoutNode name="bSp">
      <dgm:alg type="sp"/>
      <dgm:shape xmlns:r="http://schemas.openxmlformats.org/officeDocument/2006/relationships" r:blip="">
        <dgm:adjLst/>
      </dgm:shape>
      <dgm:presOf/>
      <dgm:constrLst/>
      <dgm:ruleLst/>
    </dgm:layoutNode>
    <dgm:layoutNode name="process">
      <dgm:choose name="Name1">
        <dgm:if name="Name2" func="var" arg="dir" op="equ" val="norm">
          <dgm:alg type="lin">
            <dgm:param type="linDir" val="fromL"/>
          </dgm:alg>
        </dgm:if>
        <dgm:else name="Name3">
          <dgm:alg type="lin">
            <dgm:param type="linDir" val="fromR"/>
          </dgm:alg>
        </dgm:else>
      </dgm:choose>
      <dgm:shape xmlns:r="http://schemas.openxmlformats.org/officeDocument/2006/relationships" r:blip="">
        <dgm:adjLst/>
      </dgm:shape>
      <dgm:presOf/>
      <dgm:constrLst>
        <dgm:constr type="w" for="ch" forName="composite1" refType="w"/>
        <dgm:constr type="w" for="ch" forName="composite2" refType="w" refFor="ch" refForName="composite1" op="equ"/>
        <dgm:constr type="h" for="ch" forName="composite1" refType="h"/>
        <dgm:constr type="h" for="ch" forName="composite2" refType="h" refFor="ch" refForName="composite1" op="equ"/>
        <dgm:constr type="primFontSz" for="des" forName="parentNode1" val="65"/>
        <dgm:constr type="primFontSz" for="des" forName="parentNode2" refType="primFontSz" refFor="des" refForName="parentNode1" op="equ"/>
        <dgm:constr type="secFontSz" for="des" forName="childNode1tx" val="65"/>
        <dgm:constr type="secFontSz" for="des" forName="childNode2tx" refType="secFontSz" refFor="des" refForName="childNode1tx" op="equ"/>
        <dgm:constr type="w" for="des" ptType="sibTrans" refType="w" refFor="ch" refForName="composite1" op="equ" fact="0.05"/>
      </dgm:constrLst>
      <dgm:ruleLst/>
      <dgm:forEach name="Name4" axis="ch" ptType="node" step="2">
        <dgm:layoutNode name="composite1">
          <dgm:alg type="composite">
            <dgm:param type="ar" val="0.943"/>
          </dgm:alg>
          <dgm:shape xmlns:r="http://schemas.openxmlformats.org/officeDocument/2006/relationships" r:blip="">
            <dgm:adjLst/>
          </dgm:shape>
          <dgm:presOf/>
          <dgm:choose name="Name5">
            <dgm:if name="Name6" func="var" arg="dir" op="equ" val="norm">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dgm:constr type="w" for="ch" forName="childNode1tx" refType="w" fact="0.9"/>
                <dgm:constr type="h" for="ch" forName="childNode1tx" refType="h" fact="0.55"/>
                <dgm:constr type="t" for="ch" forName="childNode1tx" refType="h" fact="0.15"/>
                <dgm:constr type="l" for="ch" forName="childNode1tx"/>
                <dgm:constr type="w" for="ch" forName="parentNode1" refType="w" fact="0.8"/>
                <dgm:constr type="h" for="ch" forName="parentNode1" refType="h" fact="0.3"/>
                <dgm:constr type="t" for="ch" forName="parentNode1" refType="h" fact="0.7"/>
                <dgm:constr type="l" for="ch" forName="parentNode1" refType="w" fact="0.2"/>
                <dgm:constr type="w" for="ch" forName="connSite1" refType="w" fact="0.01"/>
                <dgm:constr type="h" for="ch" forName="connSite1" refType="h" fact="0.01"/>
                <dgm:constr type="t" for="ch" forName="connSite1"/>
                <dgm:constr type="l" for="ch" forName="connSite1" refType="w" fact="0.35"/>
              </dgm:constrLst>
            </dgm:if>
            <dgm:else name="Name7">
              <dgm:constrLst>
                <dgm:constr type="h" refType="w" fact="1.06"/>
                <dgm:constr type="w" for="ch" forName="dummyNode1" refType="w"/>
                <dgm:constr type="h" for="ch" forName="dummyNode1" refType="h"/>
                <dgm:constr type="t" for="ch" forName="dummyNode1"/>
                <dgm:constr type="l" for="ch" forName="dummyNode1"/>
                <dgm:constr type="w" for="ch" forName="childNode1" refType="w" fact="0.9"/>
                <dgm:constr type="h" for="ch" forName="childNode1" refType="h" fact="0.7"/>
                <dgm:constr type="t" for="ch" forName="childNode1" refType="h" fact="0.15"/>
                <dgm:constr type="l" for="ch" forName="childNode1" refType="w" fact="0.1"/>
                <dgm:constr type="w" for="ch" forName="childNode1tx" refType="w" fact="0.9"/>
                <dgm:constr type="h" for="ch" forName="childNode1tx" refType="h" fact="0.55"/>
                <dgm:constr type="t" for="ch" forName="childNode1tx" refType="h" fact="0.15"/>
                <dgm:constr type="l" for="ch" forName="childNode1tx" refType="w" fact="0.1"/>
                <dgm:constr type="w" for="ch" forName="parentNode1" refType="w" fact="0.8"/>
                <dgm:constr type="h" for="ch" forName="parentNode1" refType="h" fact="0.3"/>
                <dgm:constr type="t" for="ch" forName="parentNode1" refType="h" fact="0.7"/>
                <dgm:constr type="l" for="ch" forName="parentNode1"/>
                <dgm:constr type="w" for="ch" forName="connSite1" refType="w" fact="0.01"/>
                <dgm:constr type="h" for="ch" forName="connSite1" refType="h" fact="0.01"/>
                <dgm:constr type="t" for="ch" forName="connSite1"/>
                <dgm:constr type="l" for="ch" forName="connSite1" refType="w" fact="0.65"/>
              </dgm:constrLst>
            </dgm:else>
          </dgm:choose>
          <dgm:ruleLst/>
          <dgm:layoutNode name="dummyNode1">
            <dgm:alg type="sp"/>
            <dgm:shape xmlns:r="http://schemas.openxmlformats.org/officeDocument/2006/relationships" type="rect" r:blip="" hideGeom="1">
              <dgm:adjLst/>
            </dgm:shape>
            <dgm:presOf/>
            <dgm:constrLst/>
            <dgm:ruleLst/>
          </dgm:layoutNode>
          <dgm:layoutNode name="childNode1"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1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1" styleLbl="node1">
            <dgm:varLst>
              <dgm:chMax val="1"/>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1" moveWith="childNode1">
            <dgm:alg type="sp"/>
            <dgm:shape xmlns:r="http://schemas.openxmlformats.org/officeDocument/2006/relationships" r:blip="">
              <dgm:adjLst/>
            </dgm:shape>
            <dgm:presOf/>
            <dgm:constrLst/>
            <dgm:ruleLst/>
          </dgm:layoutNode>
        </dgm:layoutNode>
        <dgm:forEach name="Name8" axis="followSib" ptType="sibTrans" cnt="1">
          <dgm:layoutNode name="Name9">
            <dgm:alg type="conn">
              <dgm:param type="connRout" val="curve"/>
              <dgm:param type="srcNode" val="parentNode1"/>
              <dgm:param type="dstNode" val="connSite2"/>
              <dgm:param type="begPts" val="bCtr"/>
              <dgm:param type="endPts" val="bCtr"/>
            </dgm:alg>
            <dgm:shape xmlns:r="http://schemas.openxmlformats.org/officeDocument/2006/relationships" type="conn" r:blip="" zOrderOff="-2">
              <dgm:adjLst/>
            </dgm:shape>
            <dgm:presOf axis="self"/>
            <dgm:choose name="Name10">
              <dgm:if name="Name11" func="var" arg="dir" op="equ" val="norm">
                <dgm:constrLst>
                  <dgm:constr type="h" refType="w" fact="0.35"/>
                  <dgm:constr type="wArH" refType="h"/>
                  <dgm:constr type="hArH" refType="h"/>
                  <dgm:constr type="connDist"/>
                  <dgm:constr type="diam" refType="connDist" fact="-1.15"/>
                  <dgm:constr type="begPad"/>
                  <dgm:constr type="endPad"/>
                </dgm:constrLst>
              </dgm:if>
              <dgm:else name="Name12">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name="Name13" axis="followSib" ptType="node" cnt="1">
          <dgm:layoutNode name="composite2">
            <dgm:alg type="composite">
              <dgm:param type="ar" val="0.943"/>
            </dgm:alg>
            <dgm:shape xmlns:r="http://schemas.openxmlformats.org/officeDocument/2006/relationships" r:blip="">
              <dgm:adjLst/>
            </dgm:shape>
            <dgm:presOf/>
            <dgm:choose name="Name14">
              <dgm:if name="Name15" func="var" arg="dir" op="equ" val="norm">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dgm:constr type="w" for="ch" forName="childNode2tx" refType="w" fact="0.9"/>
                  <dgm:constr type="h" for="ch" forName="childNode2tx" refType="h" fact="0.55"/>
                  <dgm:constr type="t" for="ch" forName="childNode2tx" refType="h" fact="0.3"/>
                  <dgm:constr type="l" for="ch" forName="childNode2tx"/>
                  <dgm:constr type="w" for="ch" forName="parentNode2" refType="w" fact="0.8"/>
                  <dgm:constr type="h" for="ch" forName="parentNode2" refType="h" fact="0.3"/>
                  <dgm:constr type="t" for="ch" forName="parentNode2"/>
                  <dgm:constr type="l" for="ch" forName="parentNode2" refType="w" fact="0.2"/>
                  <dgm:constr type="w" for="ch" forName="connSite2" refType="w" fact="0.01"/>
                  <dgm:constr type="h" for="ch" forName="connSite2" refType="h" fact="0.01"/>
                  <dgm:constr type="t" for="ch" forName="connSite2" refType="h" fact="0.99"/>
                  <dgm:constr type="l" for="ch" forName="connSite2" refType="w" fact="0.25"/>
                </dgm:constrLst>
              </dgm:if>
              <dgm:else name="Name16">
                <dgm:constrLst>
                  <dgm:constr type="h" refType="w" fact="1.06"/>
                  <dgm:constr type="w" for="ch" forName="dummyNode2" refType="w"/>
                  <dgm:constr type="h" for="ch" forName="dummyNode2" refType="h"/>
                  <dgm:constr type="t" for="ch" forName="dummyNode2"/>
                  <dgm:constr type="l" for="ch" forName="dummyNode2"/>
                  <dgm:constr type="w" for="ch" forName="childNode2" refType="w" fact="0.9"/>
                  <dgm:constr type="h" for="ch" forName="childNode2" refType="h" fact="0.7"/>
                  <dgm:constr type="t" for="ch" forName="childNode2" refType="h" fact="0.15"/>
                  <dgm:constr type="l" for="ch" forName="childNode2" refType="w" fact="0.1"/>
                  <dgm:constr type="w" for="ch" forName="childNode2tx" refType="w" fact="0.9"/>
                  <dgm:constr type="h" for="ch" forName="childNode2tx" refType="h" fact="0.55"/>
                  <dgm:constr type="t" for="ch" forName="childNode2tx" refType="h" fact="0.3"/>
                  <dgm:constr type="l" for="ch" forName="childNode2tx" refType="w" fact="0.1"/>
                  <dgm:constr type="w" for="ch" forName="parentNode2" refType="w" fact="0.8"/>
                  <dgm:constr type="h" for="ch" forName="parentNode2" refType="h" fact="0.3"/>
                  <dgm:constr type="t" for="ch" forName="parentNode2"/>
                  <dgm:constr type="l" for="ch" forName="parentNode2"/>
                  <dgm:constr type="w" for="ch" forName="connSite2" refType="w" fact="0.01"/>
                  <dgm:constr type="h" for="ch" forName="connSite2" refType="h" fact="0.01"/>
                  <dgm:constr type="t" for="ch" forName="connSite2" refType="h" fact="0.99"/>
                  <dgm:constr type="l" for="ch" forName="connSite2" refType="w" fact="0.85"/>
                </dgm:constrLst>
              </dgm:else>
            </dgm:choose>
            <dgm:ruleLst/>
            <dgm:layoutNode name="dummyNode2">
              <dgm:alg type="sp"/>
              <dgm:shape xmlns:r="http://schemas.openxmlformats.org/officeDocument/2006/relationships" type="rect" r:blip="" hideGeom="1">
                <dgm:adjLst/>
              </dgm:shape>
              <dgm:presOf/>
              <dgm:constrLst/>
              <dgm:ruleLst/>
            </dgm:layoutNode>
            <dgm:layoutNode name="childNode2" styleLbl="bgAcc1">
              <dgm:varLst>
                <dgm:bulletEnabled val="1"/>
              </dgm:varLst>
              <dgm:alg type="sp"/>
              <dgm:shape xmlns:r="http://schemas.openxmlformats.org/officeDocument/2006/relationships" type="roundRect" r:blip="">
                <dgm:adjLst>
                  <dgm:adj idx="1" val="0.1"/>
                </dgm:adjLst>
              </dgm:shape>
              <dgm:presOf axis="des" ptType="node"/>
              <dgm:constrLst/>
              <dgm:ruleLst/>
            </dgm:layoutNode>
            <dgm:layoutNode name="childNode2tx" styleLbl="bgAcc1">
              <dgm:varLst>
                <dgm:bulletEnabled val="1"/>
              </dgm:varLst>
              <dgm:alg type="tx">
                <dgm:param type="stBulletLvl" val="1"/>
              </dgm:alg>
              <dgm:shape xmlns:r="http://schemas.openxmlformats.org/officeDocument/2006/relationships" type="roundRect" r:blip="" hideGeom="1">
                <dgm:adjLst>
                  <dgm:adj idx="1" val="0.1"/>
                </dgm:adjLst>
              </dgm:shape>
              <dgm:presOf axis="des" ptType="node"/>
              <dgm:constrLst>
                <dgm:constr type="secFontSz" val="65"/>
                <dgm:constr type="primFontSz" refType="secFontSz"/>
                <dgm:constr type="tMarg" refType="secFontSz" fact="0.15"/>
                <dgm:constr type="bMarg" refType="secFontSz" fact="0.15"/>
                <dgm:constr type="lMarg" refType="secFontSz" fact="0.15"/>
                <dgm:constr type="rMarg" refType="secFontSz" fact="0.15"/>
              </dgm:constrLst>
              <dgm:ruleLst>
                <dgm:rule type="secFontSz" val="5" fact="NaN" max="NaN"/>
              </dgm:ruleLst>
            </dgm:layoutNode>
            <dgm:layoutNode name="parentNode2" styleLbl="node1">
              <dgm:varLst>
                <dgm:chMax val="0"/>
                <dgm:bulletEnabled val="1"/>
              </dgm:varLst>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connSite2" moveWith="childNode2">
              <dgm:alg type="sp"/>
              <dgm:shape xmlns:r="http://schemas.openxmlformats.org/officeDocument/2006/relationships" r:blip="">
                <dgm:adjLst/>
              </dgm:shape>
              <dgm:presOf/>
              <dgm:constrLst/>
              <dgm:ruleLst/>
            </dgm:layoutNode>
          </dgm:layoutNode>
          <dgm:forEach name="Name17" axis="followSib" ptType="sibTrans" cnt="1">
            <dgm:layoutNode name="Name18">
              <dgm:alg type="conn">
                <dgm:param type="connRout" val="curve"/>
                <dgm:param type="srcNode" val="parentNode2"/>
                <dgm:param type="dstNode" val="connSite1"/>
                <dgm:param type="begPts" val="tCtr"/>
                <dgm:param type="endPts" val="tCtr"/>
              </dgm:alg>
              <dgm:shape xmlns:r="http://schemas.openxmlformats.org/officeDocument/2006/relationships" type="conn" r:blip="" zOrderOff="-2">
                <dgm:adjLst/>
              </dgm:shape>
              <dgm:presOf axis="self"/>
              <dgm:choose name="Name19">
                <dgm:if name="Name20" func="var" arg="dir" op="equ" val="norm">
                  <dgm:constrLst>
                    <dgm:constr type="h" refType="w" fact="0.35"/>
                    <dgm:constr type="wArH" refType="h"/>
                    <dgm:constr type="hArH" refType="h"/>
                    <dgm:constr type="connDist"/>
                    <dgm:constr type="diam" refType="connDist" fact="1.15"/>
                    <dgm:constr type="begPad"/>
                    <dgm:constr type="endPad"/>
                  </dgm:constrLst>
                </dgm:if>
                <dgm:else name="Name21">
                  <dgm:constrLst>
                    <dgm:constr type="h" refType="w" fact="0.35"/>
                    <dgm:constr type="wArH" refType="h"/>
                    <dgm:constr type="hArH" refType="h"/>
                    <dgm:constr type="connDist"/>
                    <dgm:constr type="diam" refType="connDist" fact="-1.15"/>
                    <dgm:constr type="begPad"/>
                    <dgm:constr type="endPad"/>
                  </dgm:constrLst>
                </dgm:else>
              </dgm:choose>
              <dgm:ruleLst/>
            </dgm:layoutNode>
          </dgm:forEach>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Верхний колонтитул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ru-RU"/>
          </a:p>
        </p:txBody>
      </p:sp>
      <p:sp>
        <p:nvSpPr>
          <p:cNvPr id="3" name="Дата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A5C347-52B9-464D-9557-8509A088A6AA}" type="datetimeFigureOut">
              <a:rPr lang="ru-RU" smtClean="0"/>
              <a:t>14.06.2020</a:t>
            </a:fld>
            <a:endParaRPr lang="ru-RU"/>
          </a:p>
        </p:txBody>
      </p:sp>
      <p:sp>
        <p:nvSpPr>
          <p:cNvPr id="4" name="Образ слайда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ru-RU"/>
          </a:p>
        </p:txBody>
      </p:sp>
      <p:sp>
        <p:nvSpPr>
          <p:cNvPr id="5" name="Заметки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6" name="Нижний колонтитул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ru-RU"/>
          </a:p>
        </p:txBody>
      </p:sp>
      <p:sp>
        <p:nvSpPr>
          <p:cNvPr id="7" name="Номер слайда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66D860-6715-4599-8EC6-A383A4A77BFE}" type="slidenum">
              <a:rPr lang="ru-RU" smtClean="0"/>
              <a:t>‹#›</a:t>
            </a:fld>
            <a:endParaRPr lang="ru-RU"/>
          </a:p>
        </p:txBody>
      </p:sp>
    </p:spTree>
    <p:extLst>
      <p:ext uri="{BB962C8B-B14F-4D97-AF65-F5344CB8AC3E}">
        <p14:creationId xmlns:p14="http://schemas.microsoft.com/office/powerpoint/2010/main" val="20687704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0162F-FF31-4542-8AB0-481F1AF3D9D5}"/>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3DEC77B7-79FA-1240-94EE-3593B8FA6343}"/>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01915259-9D96-B443-803D-E2640A6FF3F7}"/>
              </a:ext>
            </a:extLst>
          </p:cNvPr>
          <p:cNvSpPr>
            <a:spLocks noGrp="1"/>
          </p:cNvSpPr>
          <p:nvPr>
            <p:ph type="dt" sz="half" idx="10"/>
          </p:nvPr>
        </p:nvSpPr>
        <p:spPr/>
        <p:txBody>
          <a:bodyPr/>
          <a:lstStyle/>
          <a:p>
            <a:fld id="{076214AC-42D7-4112-B607-287FA1B3348F}" type="datetimeFigureOut">
              <a:rPr lang="ru-RU" smtClean="0"/>
              <a:pPr/>
              <a:t>14.06.2020</a:t>
            </a:fld>
            <a:endParaRPr lang="ru-RU"/>
          </a:p>
        </p:txBody>
      </p:sp>
      <p:sp>
        <p:nvSpPr>
          <p:cNvPr id="5" name="Footer Placeholder 4">
            <a:extLst>
              <a:ext uri="{FF2B5EF4-FFF2-40B4-BE49-F238E27FC236}">
                <a16:creationId xmlns:a16="http://schemas.microsoft.com/office/drawing/2014/main" id="{1DC5264B-9E34-8742-AC92-04860CD61791}"/>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B3EEE7DF-71DF-0D48-B4F5-BD229390943F}"/>
              </a:ext>
            </a:extLst>
          </p:cNvPr>
          <p:cNvSpPr>
            <a:spLocks noGrp="1"/>
          </p:cNvSpPr>
          <p:nvPr>
            <p:ph type="sldNum" sz="quarter" idx="12"/>
          </p:nvPr>
        </p:nvSpPr>
        <p:spPr/>
        <p:txBody>
          <a:bodyPr/>
          <a:lstStyle/>
          <a:p>
            <a:fld id="{08D8E1EF-28A3-48B0-A2E7-28A1554736A7}" type="slidenum">
              <a:rPr lang="ru-RU" smtClean="0"/>
              <a:pPr/>
              <a:t>‹#›</a:t>
            </a:fld>
            <a:endParaRPr lang="ru-RU"/>
          </a:p>
        </p:txBody>
      </p:sp>
    </p:spTree>
    <p:extLst>
      <p:ext uri="{BB962C8B-B14F-4D97-AF65-F5344CB8AC3E}">
        <p14:creationId xmlns:p14="http://schemas.microsoft.com/office/powerpoint/2010/main" val="3234161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734A9-3681-E84A-9CAC-9FE3CD9E7BD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3737D8-B6E4-F34E-9B58-29A38F9C65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DFF65A-EDE7-4948-AC0D-41F942AA4F73}"/>
              </a:ext>
            </a:extLst>
          </p:cNvPr>
          <p:cNvSpPr>
            <a:spLocks noGrp="1"/>
          </p:cNvSpPr>
          <p:nvPr>
            <p:ph type="dt" sz="half" idx="10"/>
          </p:nvPr>
        </p:nvSpPr>
        <p:spPr/>
        <p:txBody>
          <a:bodyPr/>
          <a:lstStyle/>
          <a:p>
            <a:fld id="{076214AC-42D7-4112-B607-287FA1B3348F}" type="datetimeFigureOut">
              <a:rPr lang="ru-RU" smtClean="0"/>
              <a:pPr/>
              <a:t>14.06.2020</a:t>
            </a:fld>
            <a:endParaRPr lang="ru-RU"/>
          </a:p>
        </p:txBody>
      </p:sp>
      <p:sp>
        <p:nvSpPr>
          <p:cNvPr id="5" name="Footer Placeholder 4">
            <a:extLst>
              <a:ext uri="{FF2B5EF4-FFF2-40B4-BE49-F238E27FC236}">
                <a16:creationId xmlns:a16="http://schemas.microsoft.com/office/drawing/2014/main" id="{21368A40-09CF-8143-8FF2-D82B74B56126}"/>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C802BC2F-BA4A-214D-A6DB-4ADC53F4F57E}"/>
              </a:ext>
            </a:extLst>
          </p:cNvPr>
          <p:cNvSpPr>
            <a:spLocks noGrp="1"/>
          </p:cNvSpPr>
          <p:nvPr>
            <p:ph type="sldNum" sz="quarter" idx="12"/>
          </p:nvPr>
        </p:nvSpPr>
        <p:spPr/>
        <p:txBody>
          <a:bodyPr/>
          <a:lstStyle/>
          <a:p>
            <a:fld id="{08D8E1EF-28A3-48B0-A2E7-28A1554736A7}" type="slidenum">
              <a:rPr lang="ru-RU" smtClean="0"/>
              <a:pPr/>
              <a:t>‹#›</a:t>
            </a:fld>
            <a:endParaRPr lang="ru-RU"/>
          </a:p>
        </p:txBody>
      </p:sp>
    </p:spTree>
    <p:extLst>
      <p:ext uri="{BB962C8B-B14F-4D97-AF65-F5344CB8AC3E}">
        <p14:creationId xmlns:p14="http://schemas.microsoft.com/office/powerpoint/2010/main" val="3720777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40224-513C-6243-A1FE-AAB6CEBD40D7}"/>
              </a:ext>
            </a:extLst>
          </p:cNvPr>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52C1BB6C-8494-B746-ACC7-D469ECAA3E9F}"/>
              </a:ext>
            </a:extLst>
          </p:cNvPr>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0E425F-6FD3-1F44-ADB3-16604B13DFE4}"/>
              </a:ext>
            </a:extLst>
          </p:cNvPr>
          <p:cNvSpPr>
            <a:spLocks noGrp="1"/>
          </p:cNvSpPr>
          <p:nvPr>
            <p:ph type="dt" sz="half" idx="10"/>
          </p:nvPr>
        </p:nvSpPr>
        <p:spPr/>
        <p:txBody>
          <a:bodyPr/>
          <a:lstStyle/>
          <a:p>
            <a:fld id="{076214AC-42D7-4112-B607-287FA1B3348F}" type="datetimeFigureOut">
              <a:rPr lang="ru-RU" smtClean="0"/>
              <a:pPr/>
              <a:t>14.06.2020</a:t>
            </a:fld>
            <a:endParaRPr lang="ru-RU"/>
          </a:p>
        </p:txBody>
      </p:sp>
      <p:sp>
        <p:nvSpPr>
          <p:cNvPr id="5" name="Footer Placeholder 4">
            <a:extLst>
              <a:ext uri="{FF2B5EF4-FFF2-40B4-BE49-F238E27FC236}">
                <a16:creationId xmlns:a16="http://schemas.microsoft.com/office/drawing/2014/main" id="{9ABB9A39-8A79-7D42-8787-967FEEBA1A1E}"/>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9E466F43-DDA2-8E4F-A81A-C784985C9F2E}"/>
              </a:ext>
            </a:extLst>
          </p:cNvPr>
          <p:cNvSpPr>
            <a:spLocks noGrp="1"/>
          </p:cNvSpPr>
          <p:nvPr>
            <p:ph type="sldNum" sz="quarter" idx="12"/>
          </p:nvPr>
        </p:nvSpPr>
        <p:spPr/>
        <p:txBody>
          <a:bodyPr/>
          <a:lstStyle/>
          <a:p>
            <a:fld id="{08D8E1EF-28A3-48B0-A2E7-28A1554736A7}" type="slidenum">
              <a:rPr lang="ru-RU" smtClean="0"/>
              <a:pPr/>
              <a:t>‹#›</a:t>
            </a:fld>
            <a:endParaRPr lang="ru-RU"/>
          </a:p>
        </p:txBody>
      </p:sp>
    </p:spTree>
    <p:extLst>
      <p:ext uri="{BB962C8B-B14F-4D97-AF65-F5344CB8AC3E}">
        <p14:creationId xmlns:p14="http://schemas.microsoft.com/office/powerpoint/2010/main" val="22266704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9667D-2649-D643-81D7-DDDBD90B21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8CD48EB-DF01-8B4C-9D4A-70356DFF5FDD}"/>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F821B5-A8CD-7844-ADC9-2EDBC2181E34}"/>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15ED93-8739-EF4C-8154-FF32F5CB9368}"/>
              </a:ext>
            </a:extLst>
          </p:cNvPr>
          <p:cNvSpPr>
            <a:spLocks noGrp="1"/>
          </p:cNvSpPr>
          <p:nvPr>
            <p:ph type="dt" sz="half" idx="10"/>
          </p:nvPr>
        </p:nvSpPr>
        <p:spPr/>
        <p:txBody>
          <a:bodyPr/>
          <a:lstStyle/>
          <a:p>
            <a:fld id="{076214AC-42D7-4112-B607-287FA1B3348F}" type="datetimeFigureOut">
              <a:rPr lang="ru-RU" smtClean="0"/>
              <a:pPr/>
              <a:t>14.06.2020</a:t>
            </a:fld>
            <a:endParaRPr lang="ru-RU"/>
          </a:p>
        </p:txBody>
      </p:sp>
      <p:sp>
        <p:nvSpPr>
          <p:cNvPr id="6" name="Footer Placeholder 5">
            <a:extLst>
              <a:ext uri="{FF2B5EF4-FFF2-40B4-BE49-F238E27FC236}">
                <a16:creationId xmlns:a16="http://schemas.microsoft.com/office/drawing/2014/main" id="{EDA88C3A-172E-0C45-A373-C159539CE276}"/>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9F4554C7-65FE-9F44-9EE6-EEE5768B1600}"/>
              </a:ext>
            </a:extLst>
          </p:cNvPr>
          <p:cNvSpPr>
            <a:spLocks noGrp="1"/>
          </p:cNvSpPr>
          <p:nvPr>
            <p:ph type="sldNum" sz="quarter" idx="12"/>
          </p:nvPr>
        </p:nvSpPr>
        <p:spPr/>
        <p:txBody>
          <a:bodyPr/>
          <a:lstStyle/>
          <a:p>
            <a:fld id="{08D8E1EF-28A3-48B0-A2E7-28A1554736A7}" type="slidenum">
              <a:rPr lang="ru-RU" smtClean="0"/>
              <a:pPr/>
              <a:t>‹#›</a:t>
            </a:fld>
            <a:endParaRPr lang="ru-RU"/>
          </a:p>
        </p:txBody>
      </p:sp>
    </p:spTree>
    <p:extLst>
      <p:ext uri="{BB962C8B-B14F-4D97-AF65-F5344CB8AC3E}">
        <p14:creationId xmlns:p14="http://schemas.microsoft.com/office/powerpoint/2010/main" val="1478269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CA899A-D27D-7048-BFD6-F6623A97054C}"/>
              </a:ext>
            </a:extLst>
          </p:cNvPr>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992172B-EE2B-644C-A5E3-9A5087D94CB8}"/>
              </a:ext>
            </a:extLst>
          </p:cNvPr>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676E0F23-5144-9D47-855D-DFCA7A9CAC8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30CB4C-F530-0E4D-9FA6-E437CAB39647}"/>
              </a:ext>
            </a:extLst>
          </p:cNvPr>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EFC82074-EBA0-184C-969A-0DBECC65A55D}"/>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DC1FACB-E7D6-8F40-8E29-F930A88303EF}"/>
              </a:ext>
            </a:extLst>
          </p:cNvPr>
          <p:cNvSpPr>
            <a:spLocks noGrp="1"/>
          </p:cNvSpPr>
          <p:nvPr>
            <p:ph type="dt" sz="half" idx="10"/>
          </p:nvPr>
        </p:nvSpPr>
        <p:spPr/>
        <p:txBody>
          <a:bodyPr/>
          <a:lstStyle/>
          <a:p>
            <a:fld id="{076214AC-42D7-4112-B607-287FA1B3348F}" type="datetimeFigureOut">
              <a:rPr lang="ru-RU" smtClean="0"/>
              <a:pPr/>
              <a:t>14.06.2020</a:t>
            </a:fld>
            <a:endParaRPr lang="ru-RU"/>
          </a:p>
        </p:txBody>
      </p:sp>
      <p:sp>
        <p:nvSpPr>
          <p:cNvPr id="8" name="Footer Placeholder 7">
            <a:extLst>
              <a:ext uri="{FF2B5EF4-FFF2-40B4-BE49-F238E27FC236}">
                <a16:creationId xmlns:a16="http://schemas.microsoft.com/office/drawing/2014/main" id="{548A85BC-D1AD-8743-B22A-955387178FD3}"/>
              </a:ext>
            </a:extLst>
          </p:cNvPr>
          <p:cNvSpPr>
            <a:spLocks noGrp="1"/>
          </p:cNvSpPr>
          <p:nvPr>
            <p:ph type="ftr" sz="quarter" idx="11"/>
          </p:nvPr>
        </p:nvSpPr>
        <p:spPr/>
        <p:txBody>
          <a:bodyPr/>
          <a:lstStyle/>
          <a:p>
            <a:endParaRPr lang="ru-RU"/>
          </a:p>
        </p:txBody>
      </p:sp>
      <p:sp>
        <p:nvSpPr>
          <p:cNvPr id="9" name="Slide Number Placeholder 8">
            <a:extLst>
              <a:ext uri="{FF2B5EF4-FFF2-40B4-BE49-F238E27FC236}">
                <a16:creationId xmlns:a16="http://schemas.microsoft.com/office/drawing/2014/main" id="{F6B60F96-0236-A44D-AB50-E81E79CCA789}"/>
              </a:ext>
            </a:extLst>
          </p:cNvPr>
          <p:cNvSpPr>
            <a:spLocks noGrp="1"/>
          </p:cNvSpPr>
          <p:nvPr>
            <p:ph type="sldNum" sz="quarter" idx="12"/>
          </p:nvPr>
        </p:nvSpPr>
        <p:spPr/>
        <p:txBody>
          <a:bodyPr/>
          <a:lstStyle/>
          <a:p>
            <a:fld id="{08D8E1EF-28A3-48B0-A2E7-28A1554736A7}" type="slidenum">
              <a:rPr lang="ru-RU" smtClean="0"/>
              <a:pPr/>
              <a:t>‹#›</a:t>
            </a:fld>
            <a:endParaRPr lang="ru-RU"/>
          </a:p>
        </p:txBody>
      </p:sp>
    </p:spTree>
    <p:extLst>
      <p:ext uri="{BB962C8B-B14F-4D97-AF65-F5344CB8AC3E}">
        <p14:creationId xmlns:p14="http://schemas.microsoft.com/office/powerpoint/2010/main" val="31938305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05C6CF-0BB1-3747-8E79-67433D18CDF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7A3BF8A-76C3-3341-98E2-DDA5F501D18E}"/>
              </a:ext>
            </a:extLst>
          </p:cNvPr>
          <p:cNvSpPr>
            <a:spLocks noGrp="1"/>
          </p:cNvSpPr>
          <p:nvPr>
            <p:ph type="dt" sz="half" idx="10"/>
          </p:nvPr>
        </p:nvSpPr>
        <p:spPr/>
        <p:txBody>
          <a:bodyPr/>
          <a:lstStyle/>
          <a:p>
            <a:fld id="{076214AC-42D7-4112-B607-287FA1B3348F}" type="datetimeFigureOut">
              <a:rPr lang="ru-RU" smtClean="0"/>
              <a:pPr/>
              <a:t>14.06.2020</a:t>
            </a:fld>
            <a:endParaRPr lang="ru-RU"/>
          </a:p>
        </p:txBody>
      </p:sp>
      <p:sp>
        <p:nvSpPr>
          <p:cNvPr id="4" name="Footer Placeholder 3">
            <a:extLst>
              <a:ext uri="{FF2B5EF4-FFF2-40B4-BE49-F238E27FC236}">
                <a16:creationId xmlns:a16="http://schemas.microsoft.com/office/drawing/2014/main" id="{F8D946CB-9B88-AA4A-8007-5F7944E2D13C}"/>
              </a:ext>
            </a:extLst>
          </p:cNvPr>
          <p:cNvSpPr>
            <a:spLocks noGrp="1"/>
          </p:cNvSpPr>
          <p:nvPr>
            <p:ph type="ftr" sz="quarter" idx="11"/>
          </p:nvPr>
        </p:nvSpPr>
        <p:spPr/>
        <p:txBody>
          <a:bodyPr/>
          <a:lstStyle/>
          <a:p>
            <a:endParaRPr lang="ru-RU"/>
          </a:p>
        </p:txBody>
      </p:sp>
      <p:sp>
        <p:nvSpPr>
          <p:cNvPr id="5" name="Slide Number Placeholder 4">
            <a:extLst>
              <a:ext uri="{FF2B5EF4-FFF2-40B4-BE49-F238E27FC236}">
                <a16:creationId xmlns:a16="http://schemas.microsoft.com/office/drawing/2014/main" id="{A3B96922-8F04-4F4A-B9B3-0DACB804329D}"/>
              </a:ext>
            </a:extLst>
          </p:cNvPr>
          <p:cNvSpPr>
            <a:spLocks noGrp="1"/>
          </p:cNvSpPr>
          <p:nvPr>
            <p:ph type="sldNum" sz="quarter" idx="12"/>
          </p:nvPr>
        </p:nvSpPr>
        <p:spPr/>
        <p:txBody>
          <a:bodyPr/>
          <a:lstStyle/>
          <a:p>
            <a:fld id="{08D8E1EF-28A3-48B0-A2E7-28A1554736A7}" type="slidenum">
              <a:rPr lang="ru-RU" smtClean="0"/>
              <a:pPr/>
              <a:t>‹#›</a:t>
            </a:fld>
            <a:endParaRPr lang="ru-RU"/>
          </a:p>
        </p:txBody>
      </p:sp>
    </p:spTree>
    <p:extLst>
      <p:ext uri="{BB962C8B-B14F-4D97-AF65-F5344CB8AC3E}">
        <p14:creationId xmlns:p14="http://schemas.microsoft.com/office/powerpoint/2010/main" val="21605493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B6FE81-A325-B54E-A8C1-37F6DF196D61}"/>
              </a:ext>
            </a:extLst>
          </p:cNvPr>
          <p:cNvSpPr>
            <a:spLocks noGrp="1"/>
          </p:cNvSpPr>
          <p:nvPr>
            <p:ph type="dt" sz="half" idx="10"/>
          </p:nvPr>
        </p:nvSpPr>
        <p:spPr/>
        <p:txBody>
          <a:bodyPr/>
          <a:lstStyle/>
          <a:p>
            <a:fld id="{076214AC-42D7-4112-B607-287FA1B3348F}" type="datetimeFigureOut">
              <a:rPr lang="ru-RU" smtClean="0"/>
              <a:pPr/>
              <a:t>14.06.2020</a:t>
            </a:fld>
            <a:endParaRPr lang="ru-RU"/>
          </a:p>
        </p:txBody>
      </p:sp>
      <p:sp>
        <p:nvSpPr>
          <p:cNvPr id="3" name="Footer Placeholder 2">
            <a:extLst>
              <a:ext uri="{FF2B5EF4-FFF2-40B4-BE49-F238E27FC236}">
                <a16:creationId xmlns:a16="http://schemas.microsoft.com/office/drawing/2014/main" id="{71D24714-7261-D64F-835F-9A3875080934}"/>
              </a:ext>
            </a:extLst>
          </p:cNvPr>
          <p:cNvSpPr>
            <a:spLocks noGrp="1"/>
          </p:cNvSpPr>
          <p:nvPr>
            <p:ph type="ftr" sz="quarter" idx="11"/>
          </p:nvPr>
        </p:nvSpPr>
        <p:spPr/>
        <p:txBody>
          <a:bodyPr/>
          <a:lstStyle/>
          <a:p>
            <a:endParaRPr lang="ru-RU"/>
          </a:p>
        </p:txBody>
      </p:sp>
      <p:sp>
        <p:nvSpPr>
          <p:cNvPr id="4" name="Slide Number Placeholder 3">
            <a:extLst>
              <a:ext uri="{FF2B5EF4-FFF2-40B4-BE49-F238E27FC236}">
                <a16:creationId xmlns:a16="http://schemas.microsoft.com/office/drawing/2014/main" id="{34D36200-8DA1-2D48-9ABA-E289276D996C}"/>
              </a:ext>
            </a:extLst>
          </p:cNvPr>
          <p:cNvSpPr>
            <a:spLocks noGrp="1"/>
          </p:cNvSpPr>
          <p:nvPr>
            <p:ph type="sldNum" sz="quarter" idx="12"/>
          </p:nvPr>
        </p:nvSpPr>
        <p:spPr/>
        <p:txBody>
          <a:bodyPr/>
          <a:lstStyle/>
          <a:p>
            <a:fld id="{08D8E1EF-28A3-48B0-A2E7-28A1554736A7}" type="slidenum">
              <a:rPr lang="ru-RU" smtClean="0"/>
              <a:pPr/>
              <a:t>‹#›</a:t>
            </a:fld>
            <a:endParaRPr lang="ru-RU"/>
          </a:p>
        </p:txBody>
      </p:sp>
    </p:spTree>
    <p:extLst>
      <p:ext uri="{BB962C8B-B14F-4D97-AF65-F5344CB8AC3E}">
        <p14:creationId xmlns:p14="http://schemas.microsoft.com/office/powerpoint/2010/main" val="28035709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F9AD1-ABD4-3B40-B14D-B2039856E1F0}"/>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B24463BD-A470-6647-AC41-DBF39CE39A74}"/>
              </a:ext>
            </a:extLst>
          </p:cNvPr>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0B47FBB-731A-B848-9C44-B50FB74018F9}"/>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48004C16-72AF-DD45-BDDD-1BC83DE2B680}"/>
              </a:ext>
            </a:extLst>
          </p:cNvPr>
          <p:cNvSpPr>
            <a:spLocks noGrp="1"/>
          </p:cNvSpPr>
          <p:nvPr>
            <p:ph type="dt" sz="half" idx="10"/>
          </p:nvPr>
        </p:nvSpPr>
        <p:spPr/>
        <p:txBody>
          <a:bodyPr/>
          <a:lstStyle/>
          <a:p>
            <a:fld id="{076214AC-42D7-4112-B607-287FA1B3348F}" type="datetimeFigureOut">
              <a:rPr lang="ru-RU" smtClean="0"/>
              <a:pPr/>
              <a:t>14.06.2020</a:t>
            </a:fld>
            <a:endParaRPr lang="ru-RU"/>
          </a:p>
        </p:txBody>
      </p:sp>
      <p:sp>
        <p:nvSpPr>
          <p:cNvPr id="6" name="Footer Placeholder 5">
            <a:extLst>
              <a:ext uri="{FF2B5EF4-FFF2-40B4-BE49-F238E27FC236}">
                <a16:creationId xmlns:a16="http://schemas.microsoft.com/office/drawing/2014/main" id="{6EEB7090-9CDB-6941-BF45-413F2C495EA5}"/>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7C0F9AFC-E36B-9846-9917-8427BC8D30F9}"/>
              </a:ext>
            </a:extLst>
          </p:cNvPr>
          <p:cNvSpPr>
            <a:spLocks noGrp="1"/>
          </p:cNvSpPr>
          <p:nvPr>
            <p:ph type="sldNum" sz="quarter" idx="12"/>
          </p:nvPr>
        </p:nvSpPr>
        <p:spPr/>
        <p:txBody>
          <a:bodyPr/>
          <a:lstStyle/>
          <a:p>
            <a:fld id="{08D8E1EF-28A3-48B0-A2E7-28A1554736A7}" type="slidenum">
              <a:rPr lang="ru-RU" smtClean="0"/>
              <a:pPr/>
              <a:t>‹#›</a:t>
            </a:fld>
            <a:endParaRPr lang="ru-RU"/>
          </a:p>
        </p:txBody>
      </p:sp>
    </p:spTree>
    <p:extLst>
      <p:ext uri="{BB962C8B-B14F-4D97-AF65-F5344CB8AC3E}">
        <p14:creationId xmlns:p14="http://schemas.microsoft.com/office/powerpoint/2010/main" val="3887734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AE943-1BAB-CD4D-BB99-F44D70F7BC32}"/>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7E6E8F66-B568-A949-8596-8F98EC690765}"/>
              </a:ext>
            </a:extLst>
          </p:cNvPr>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CE2C6360-5314-7544-B0FA-B3CFBB71D153}"/>
              </a:ext>
            </a:extLst>
          </p:cNvPr>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7F47E00-50FB-6445-913C-C404F11DF6C3}"/>
              </a:ext>
            </a:extLst>
          </p:cNvPr>
          <p:cNvSpPr>
            <a:spLocks noGrp="1"/>
          </p:cNvSpPr>
          <p:nvPr>
            <p:ph type="dt" sz="half" idx="10"/>
          </p:nvPr>
        </p:nvSpPr>
        <p:spPr/>
        <p:txBody>
          <a:bodyPr/>
          <a:lstStyle/>
          <a:p>
            <a:fld id="{076214AC-42D7-4112-B607-287FA1B3348F}" type="datetimeFigureOut">
              <a:rPr lang="ru-RU" smtClean="0"/>
              <a:pPr/>
              <a:t>14.06.2020</a:t>
            </a:fld>
            <a:endParaRPr lang="ru-RU"/>
          </a:p>
        </p:txBody>
      </p:sp>
      <p:sp>
        <p:nvSpPr>
          <p:cNvPr id="6" name="Footer Placeholder 5">
            <a:extLst>
              <a:ext uri="{FF2B5EF4-FFF2-40B4-BE49-F238E27FC236}">
                <a16:creationId xmlns:a16="http://schemas.microsoft.com/office/drawing/2014/main" id="{25F9E613-A99B-C640-B203-AAA4EF8BCD22}"/>
              </a:ext>
            </a:extLst>
          </p:cNvPr>
          <p:cNvSpPr>
            <a:spLocks noGrp="1"/>
          </p:cNvSpPr>
          <p:nvPr>
            <p:ph type="ftr" sz="quarter" idx="11"/>
          </p:nvPr>
        </p:nvSpPr>
        <p:spPr/>
        <p:txBody>
          <a:bodyPr/>
          <a:lstStyle/>
          <a:p>
            <a:endParaRPr lang="ru-RU"/>
          </a:p>
        </p:txBody>
      </p:sp>
      <p:sp>
        <p:nvSpPr>
          <p:cNvPr id="7" name="Slide Number Placeholder 6">
            <a:extLst>
              <a:ext uri="{FF2B5EF4-FFF2-40B4-BE49-F238E27FC236}">
                <a16:creationId xmlns:a16="http://schemas.microsoft.com/office/drawing/2014/main" id="{F9E71DE2-D986-D548-9C3B-802657BA59C6}"/>
              </a:ext>
            </a:extLst>
          </p:cNvPr>
          <p:cNvSpPr>
            <a:spLocks noGrp="1"/>
          </p:cNvSpPr>
          <p:nvPr>
            <p:ph type="sldNum" sz="quarter" idx="12"/>
          </p:nvPr>
        </p:nvSpPr>
        <p:spPr/>
        <p:txBody>
          <a:bodyPr/>
          <a:lstStyle/>
          <a:p>
            <a:fld id="{08D8E1EF-28A3-48B0-A2E7-28A1554736A7}" type="slidenum">
              <a:rPr lang="ru-RU" smtClean="0"/>
              <a:pPr/>
              <a:t>‹#›</a:t>
            </a:fld>
            <a:endParaRPr lang="ru-RU"/>
          </a:p>
        </p:txBody>
      </p:sp>
    </p:spTree>
    <p:extLst>
      <p:ext uri="{BB962C8B-B14F-4D97-AF65-F5344CB8AC3E}">
        <p14:creationId xmlns:p14="http://schemas.microsoft.com/office/powerpoint/2010/main" val="2891084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E4563-A509-2E47-B1B9-AFD20C900FD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FB64AA-A2C1-E74C-ADD5-F30BA88D315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AC59FB-2193-2445-B0D8-CD31C0B7D0D3}"/>
              </a:ext>
            </a:extLst>
          </p:cNvPr>
          <p:cNvSpPr>
            <a:spLocks noGrp="1"/>
          </p:cNvSpPr>
          <p:nvPr>
            <p:ph type="dt" sz="half" idx="10"/>
          </p:nvPr>
        </p:nvSpPr>
        <p:spPr/>
        <p:txBody>
          <a:bodyPr/>
          <a:lstStyle/>
          <a:p>
            <a:fld id="{076214AC-42D7-4112-B607-287FA1B3348F}" type="datetimeFigureOut">
              <a:rPr lang="ru-RU" smtClean="0"/>
              <a:pPr/>
              <a:t>14.06.2020</a:t>
            </a:fld>
            <a:endParaRPr lang="ru-RU"/>
          </a:p>
        </p:txBody>
      </p:sp>
      <p:sp>
        <p:nvSpPr>
          <p:cNvPr id="5" name="Footer Placeholder 4">
            <a:extLst>
              <a:ext uri="{FF2B5EF4-FFF2-40B4-BE49-F238E27FC236}">
                <a16:creationId xmlns:a16="http://schemas.microsoft.com/office/drawing/2014/main" id="{A9E3993F-011E-CD4F-913F-95AAB0A9C00B}"/>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7B04CD5D-1A63-FA4A-85DB-07B4509DFB62}"/>
              </a:ext>
            </a:extLst>
          </p:cNvPr>
          <p:cNvSpPr>
            <a:spLocks noGrp="1"/>
          </p:cNvSpPr>
          <p:nvPr>
            <p:ph type="sldNum" sz="quarter" idx="12"/>
          </p:nvPr>
        </p:nvSpPr>
        <p:spPr/>
        <p:txBody>
          <a:bodyPr/>
          <a:lstStyle/>
          <a:p>
            <a:fld id="{08D8E1EF-28A3-48B0-A2E7-28A1554736A7}" type="slidenum">
              <a:rPr lang="ru-RU" smtClean="0"/>
              <a:pPr/>
              <a:t>‹#›</a:t>
            </a:fld>
            <a:endParaRPr lang="ru-RU"/>
          </a:p>
        </p:txBody>
      </p:sp>
    </p:spTree>
    <p:extLst>
      <p:ext uri="{BB962C8B-B14F-4D97-AF65-F5344CB8AC3E}">
        <p14:creationId xmlns:p14="http://schemas.microsoft.com/office/powerpoint/2010/main" val="2713480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55D2583-56F9-CA47-BAA0-101310FF17B6}"/>
              </a:ext>
            </a:extLst>
          </p:cNvPr>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19CC5F-7C68-2C4D-AC7A-B28E8D5E53F1}"/>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2C1BC5-CFA1-6E44-B8B5-2B228BF02432}"/>
              </a:ext>
            </a:extLst>
          </p:cNvPr>
          <p:cNvSpPr>
            <a:spLocks noGrp="1"/>
          </p:cNvSpPr>
          <p:nvPr>
            <p:ph type="dt" sz="half" idx="10"/>
          </p:nvPr>
        </p:nvSpPr>
        <p:spPr/>
        <p:txBody>
          <a:bodyPr/>
          <a:lstStyle/>
          <a:p>
            <a:fld id="{076214AC-42D7-4112-B607-287FA1B3348F}" type="datetimeFigureOut">
              <a:rPr lang="ru-RU" smtClean="0"/>
              <a:pPr/>
              <a:t>14.06.2020</a:t>
            </a:fld>
            <a:endParaRPr lang="ru-RU"/>
          </a:p>
        </p:txBody>
      </p:sp>
      <p:sp>
        <p:nvSpPr>
          <p:cNvPr id="5" name="Footer Placeholder 4">
            <a:extLst>
              <a:ext uri="{FF2B5EF4-FFF2-40B4-BE49-F238E27FC236}">
                <a16:creationId xmlns:a16="http://schemas.microsoft.com/office/drawing/2014/main" id="{2B69485E-3E6A-D247-B4A0-583481C8136C}"/>
              </a:ext>
            </a:extLst>
          </p:cNvPr>
          <p:cNvSpPr>
            <a:spLocks noGrp="1"/>
          </p:cNvSpPr>
          <p:nvPr>
            <p:ph type="ftr" sz="quarter" idx="11"/>
          </p:nvPr>
        </p:nvSpPr>
        <p:spPr/>
        <p:txBody>
          <a:bodyPr/>
          <a:lstStyle/>
          <a:p>
            <a:endParaRPr lang="ru-RU"/>
          </a:p>
        </p:txBody>
      </p:sp>
      <p:sp>
        <p:nvSpPr>
          <p:cNvPr id="6" name="Slide Number Placeholder 5">
            <a:extLst>
              <a:ext uri="{FF2B5EF4-FFF2-40B4-BE49-F238E27FC236}">
                <a16:creationId xmlns:a16="http://schemas.microsoft.com/office/drawing/2014/main" id="{F5361E0B-399D-854D-A44E-046732684F1A}"/>
              </a:ext>
            </a:extLst>
          </p:cNvPr>
          <p:cNvSpPr>
            <a:spLocks noGrp="1"/>
          </p:cNvSpPr>
          <p:nvPr>
            <p:ph type="sldNum" sz="quarter" idx="12"/>
          </p:nvPr>
        </p:nvSpPr>
        <p:spPr/>
        <p:txBody>
          <a:bodyPr/>
          <a:lstStyle/>
          <a:p>
            <a:fld id="{08D8E1EF-28A3-48B0-A2E7-28A1554736A7}" type="slidenum">
              <a:rPr lang="ru-RU" smtClean="0"/>
              <a:pPr/>
              <a:t>‹#›</a:t>
            </a:fld>
            <a:endParaRPr lang="ru-RU"/>
          </a:p>
        </p:txBody>
      </p:sp>
    </p:spTree>
    <p:extLst>
      <p:ext uri="{BB962C8B-B14F-4D97-AF65-F5344CB8AC3E}">
        <p14:creationId xmlns:p14="http://schemas.microsoft.com/office/powerpoint/2010/main" val="4016016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BD5AF9-EBB4-924C-836C-0703B5792519}"/>
              </a:ext>
            </a:extLst>
          </p:cNvPr>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FCBF02-ED9F-8942-9BC0-CFD73A3F09CB}"/>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B2059F4-99B1-9840-BB37-76B1BFCE6286}"/>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076214AC-42D7-4112-B607-287FA1B3348F}" type="datetimeFigureOut">
              <a:rPr lang="ru-RU" smtClean="0"/>
              <a:pPr/>
              <a:t>14.06.2020</a:t>
            </a:fld>
            <a:endParaRPr lang="ru-RU"/>
          </a:p>
        </p:txBody>
      </p:sp>
      <p:sp>
        <p:nvSpPr>
          <p:cNvPr id="5" name="Footer Placeholder 4">
            <a:extLst>
              <a:ext uri="{FF2B5EF4-FFF2-40B4-BE49-F238E27FC236}">
                <a16:creationId xmlns:a16="http://schemas.microsoft.com/office/drawing/2014/main" id="{0F150A25-8F32-D146-8B96-0B33982C3A1E}"/>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ru-RU"/>
          </a:p>
        </p:txBody>
      </p:sp>
      <p:sp>
        <p:nvSpPr>
          <p:cNvPr id="6" name="Slide Number Placeholder 5">
            <a:extLst>
              <a:ext uri="{FF2B5EF4-FFF2-40B4-BE49-F238E27FC236}">
                <a16:creationId xmlns:a16="http://schemas.microsoft.com/office/drawing/2014/main" id="{31DD6678-434A-D140-80F9-697D9866C5F8}"/>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8D8E1EF-28A3-48B0-A2E7-28A1554736A7}" type="slidenum">
              <a:rPr lang="ru-RU" smtClean="0"/>
              <a:pPr/>
              <a:t>‹#›</a:t>
            </a:fld>
            <a:endParaRPr lang="ru-RU"/>
          </a:p>
        </p:txBody>
      </p:sp>
    </p:spTree>
    <p:extLst>
      <p:ext uri="{BB962C8B-B14F-4D97-AF65-F5344CB8AC3E}">
        <p14:creationId xmlns:p14="http://schemas.microsoft.com/office/powerpoint/2010/main" val="3095168503"/>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hyperlink" Target="https://www.pwc.ru/ru/transportation-logistics/assets/obzor-tendentsiy-razvitiya-transporta-i-logistiki-v-2019.pdf"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4F7228C-9197-F44C-A3CB-5E2386ACAB74}"/>
              </a:ext>
            </a:extLst>
          </p:cNvPr>
          <p:cNvSpPr>
            <a:spLocks noGrp="1"/>
          </p:cNvSpPr>
          <p:nvPr>
            <p:ph type="ctrTitle"/>
          </p:nvPr>
        </p:nvSpPr>
        <p:spPr>
          <a:xfrm>
            <a:off x="1143000" y="1562901"/>
            <a:ext cx="6858000" cy="2066990"/>
          </a:xfrm>
        </p:spPr>
        <p:txBody>
          <a:bodyPr>
            <a:normAutofit/>
          </a:bodyPr>
          <a:lstStyle/>
          <a:p>
            <a:r>
              <a:rPr lang="en-US" sz="2400" b="1" dirty="0">
                <a:latin typeface="Times New Roman" panose="02020603050405020304" pitchFamily="18" charset="0"/>
                <a:cs typeface="Times New Roman" panose="02020603050405020304" pitchFamily="18" charset="0"/>
              </a:rPr>
              <a:t>MASTER DATA MANAGEMENT </a:t>
            </a:r>
            <a:br>
              <a:rPr lang="en-US"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SYSTEM FOR ONE RUSSIAN LARGEST LOGISTIC COMPANY</a:t>
            </a:r>
            <a:endParaRPr lang="ru-RU" b="1" dirty="0">
              <a:solidFill>
                <a:srgbClr val="002060"/>
              </a:solidFill>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591702F5-9BD1-FD4F-8AE9-847CA78D52E0}"/>
              </a:ext>
            </a:extLst>
          </p:cNvPr>
          <p:cNvSpPr>
            <a:spLocks noGrp="1"/>
          </p:cNvSpPr>
          <p:nvPr>
            <p:ph type="subTitle" idx="1"/>
          </p:nvPr>
        </p:nvSpPr>
        <p:spPr>
          <a:xfrm>
            <a:off x="1143000" y="5479473"/>
            <a:ext cx="6858000" cy="1011382"/>
          </a:xfrm>
        </p:spPr>
        <p:txBody>
          <a:bodyPr>
            <a:normAutofit/>
          </a:bodyPr>
          <a:lstStyle/>
          <a:p>
            <a:r>
              <a:rPr lang="en-US" b="1" dirty="0">
                <a:latin typeface="Times New Roman" panose="02020603050405020304" pitchFamily="18" charset="0"/>
                <a:cs typeface="Times New Roman" panose="02020603050405020304" pitchFamily="18" charset="0"/>
              </a:rPr>
              <a:t>MURZABEKOV ALMAZ</a:t>
            </a:r>
          </a:p>
          <a:p>
            <a:r>
              <a:rPr lang="en-US" b="1" dirty="0">
                <a:latin typeface="Times New Roman" panose="02020603050405020304" pitchFamily="18" charset="0"/>
                <a:cs typeface="Times New Roman" panose="02020603050405020304" pitchFamily="18" charset="0"/>
              </a:rPr>
              <a:t>MOSCOW, 2020</a:t>
            </a:r>
            <a:endParaRPr lang="ru-RU"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42669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40CDC-F0C6-564C-9714-6D7A60C11FAE}"/>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9A6F0410-4A4B-0F4D-8BF2-525A963A70E0}"/>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I have participated in the project for the largest logistics company in the Russian market for a long time in position Software Engineer, IT-consultant, Lead Big Data Engineer, and other related positions. And in this project, I'm going to demonstrate the results of part of the project related to the Advanced Data Management subject of study via providing the learned cases in the process of implementation of this project.</a:t>
            </a:r>
            <a:r>
              <a:rPr lang="ru-RU"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All the related information about the company was depersonalized as well.</a:t>
            </a:r>
          </a:p>
        </p:txBody>
      </p:sp>
    </p:spTree>
    <p:extLst>
      <p:ext uri="{BB962C8B-B14F-4D97-AF65-F5344CB8AC3E}">
        <p14:creationId xmlns:p14="http://schemas.microsoft.com/office/powerpoint/2010/main" val="1232513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E0C1F-DB84-6B41-9267-72F852A81C01}"/>
              </a:ext>
            </a:extLst>
          </p:cNvPr>
          <p:cNvSpPr>
            <a:spLocks noGrp="1"/>
          </p:cNvSpPr>
          <p:nvPr>
            <p:ph type="title"/>
          </p:nvPr>
        </p:nvSpPr>
        <p:spPr>
          <a:xfrm>
            <a:off x="628649" y="365126"/>
            <a:ext cx="8069697" cy="1325563"/>
          </a:xfrm>
        </p:spPr>
        <p:txBody>
          <a:bodyPr/>
          <a:lstStyle/>
          <a:p>
            <a:r>
              <a:rPr lang="en-US" dirty="0">
                <a:latin typeface="Times New Roman" panose="02020603050405020304" pitchFamily="18" charset="0"/>
                <a:cs typeface="Times New Roman" panose="02020603050405020304" pitchFamily="18" charset="0"/>
              </a:rPr>
              <a:t>TOP 5 TRENDS IN LOGISTICS</a:t>
            </a:r>
          </a:p>
        </p:txBody>
      </p:sp>
      <p:sp>
        <p:nvSpPr>
          <p:cNvPr id="3" name="Content Placeholder 2">
            <a:extLst>
              <a:ext uri="{FF2B5EF4-FFF2-40B4-BE49-F238E27FC236}">
                <a16:creationId xmlns:a16="http://schemas.microsoft.com/office/drawing/2014/main" id="{B2CBA934-DFA0-3A4C-8616-3F2B481E97D4}"/>
              </a:ext>
            </a:extLst>
          </p:cNvPr>
          <p:cNvSpPr>
            <a:spLocks noGrp="1"/>
          </p:cNvSpPr>
          <p:nvPr>
            <p:ph idx="1"/>
          </p:nvPr>
        </p:nvSpPr>
        <p:spPr>
          <a:xfrm>
            <a:off x="949036" y="1825625"/>
            <a:ext cx="7566314" cy="2988830"/>
          </a:xfrm>
        </p:spPr>
        <p:txBody>
          <a:bodyPr/>
          <a:lstStyle/>
          <a:p>
            <a:r>
              <a:rPr lang="en-US" dirty="0">
                <a:latin typeface="Times New Roman" panose="02020603050405020304" pitchFamily="18" charset="0"/>
                <a:cs typeface="Times New Roman" panose="02020603050405020304" pitchFamily="18" charset="0"/>
              </a:rPr>
              <a:t>Digitalization</a:t>
            </a:r>
          </a:p>
          <a:p>
            <a:r>
              <a:rPr lang="en-US" dirty="0">
                <a:latin typeface="Times New Roman" panose="02020603050405020304" pitchFamily="18" charset="0"/>
                <a:cs typeface="Times New Roman" panose="02020603050405020304" pitchFamily="18" charset="0"/>
              </a:rPr>
              <a:t>International </a:t>
            </a:r>
            <a:r>
              <a:rPr lang="en-US" dirty="0" err="1">
                <a:latin typeface="Times New Roman" panose="02020603050405020304" pitchFamily="18" charset="0"/>
                <a:cs typeface="Times New Roman" panose="02020603050405020304" pitchFamily="18" charset="0"/>
              </a:rPr>
              <a:t>Tradings</a:t>
            </a:r>
            <a:endParaRPr lang="en-US"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Russia-EU</a:t>
            </a:r>
          </a:p>
          <a:p>
            <a:pPr lvl="1"/>
            <a:r>
              <a:rPr lang="en-US" dirty="0">
                <a:latin typeface="Times New Roman" panose="02020603050405020304" pitchFamily="18" charset="0"/>
                <a:cs typeface="Times New Roman" panose="02020603050405020304" pitchFamily="18" charset="0"/>
              </a:rPr>
              <a:t>China-EU</a:t>
            </a:r>
          </a:p>
          <a:p>
            <a:pPr lvl="1"/>
            <a:r>
              <a:rPr lang="en-US" dirty="0">
                <a:latin typeface="Times New Roman" panose="02020603050405020304" pitchFamily="18" charset="0"/>
                <a:cs typeface="Times New Roman" panose="02020603050405020304" pitchFamily="18" charset="0"/>
              </a:rPr>
              <a:t>China-Russia-EU</a:t>
            </a:r>
          </a:p>
          <a:p>
            <a:r>
              <a:rPr lang="en-US" dirty="0">
                <a:latin typeface="Times New Roman" panose="02020603050405020304" pitchFamily="18" charset="0"/>
                <a:cs typeface="Times New Roman" panose="02020603050405020304" pitchFamily="18" charset="0"/>
              </a:rPr>
              <a:t>BP Automatization </a:t>
            </a:r>
          </a:p>
          <a:p>
            <a:r>
              <a:rPr lang="en-US" dirty="0">
                <a:latin typeface="Times New Roman" panose="02020603050405020304" pitchFamily="18" charset="0"/>
                <a:cs typeface="Times New Roman" panose="02020603050405020304" pitchFamily="18" charset="0"/>
              </a:rPr>
              <a:t>Changes in Markets</a:t>
            </a:r>
          </a:p>
          <a:p>
            <a:r>
              <a:rPr lang="en-US" dirty="0">
                <a:latin typeface="Times New Roman" panose="02020603050405020304" pitchFamily="18" charset="0"/>
                <a:cs typeface="Times New Roman" panose="02020603050405020304" pitchFamily="18" charset="0"/>
              </a:rPr>
              <a:t>New Techs in Networks</a:t>
            </a:r>
          </a:p>
        </p:txBody>
      </p:sp>
      <p:sp>
        <p:nvSpPr>
          <p:cNvPr id="4" name="TextBox 3">
            <a:extLst>
              <a:ext uri="{FF2B5EF4-FFF2-40B4-BE49-F238E27FC236}">
                <a16:creationId xmlns:a16="http://schemas.microsoft.com/office/drawing/2014/main" id="{D0313363-EFC7-4A43-B900-1B4C1B32411C}"/>
              </a:ext>
            </a:extLst>
          </p:cNvPr>
          <p:cNvSpPr txBox="1"/>
          <p:nvPr/>
        </p:nvSpPr>
        <p:spPr>
          <a:xfrm>
            <a:off x="628650" y="4949391"/>
            <a:ext cx="7019550" cy="492443"/>
          </a:xfrm>
          <a:prstGeom prst="rect">
            <a:avLst/>
          </a:prstGeom>
          <a:noFill/>
        </p:spPr>
        <p:txBody>
          <a:bodyPr wrap="none" rtlCol="0">
            <a:spAutoFit/>
          </a:bodyPr>
          <a:lstStyle/>
          <a:p>
            <a:r>
              <a:rPr lang="en-US" sz="1400" dirty="0">
                <a:latin typeface="Times New Roman" panose="02020603050405020304" pitchFamily="18" charset="0"/>
                <a:cs typeface="Times New Roman" panose="02020603050405020304" pitchFamily="18" charset="0"/>
              </a:rPr>
              <a:t>Source: PWC</a:t>
            </a:r>
          </a:p>
          <a:p>
            <a:r>
              <a:rPr lang="en-CA" sz="1200" dirty="0">
                <a:latin typeface="Bernard MT Condensed" panose="02050806060905020404" pitchFamily="18" charset="77"/>
                <a:hlinkClick r:id="rId2"/>
              </a:rPr>
              <a:t>https://www.pwc.ru/ru/transportation-logistics/assets/obzor-tendentsiy-razvitiya-transporta-i-logistiki-v-2019.pdf</a:t>
            </a:r>
            <a:endParaRPr lang="en-US" sz="1200" dirty="0">
              <a:latin typeface="Bernard MT Condensed" panose="02050806060905020404" pitchFamily="18" charset="77"/>
            </a:endParaRPr>
          </a:p>
        </p:txBody>
      </p:sp>
      <p:pic>
        <p:nvPicPr>
          <p:cNvPr id="6" name="Picture 5">
            <a:extLst>
              <a:ext uri="{FF2B5EF4-FFF2-40B4-BE49-F238E27FC236}">
                <a16:creationId xmlns:a16="http://schemas.microsoft.com/office/drawing/2014/main" id="{13836ACF-7388-164D-88BE-9DEE68EA14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0036" y="1825625"/>
            <a:ext cx="3558310" cy="2585966"/>
          </a:xfrm>
          <a:prstGeom prst="rect">
            <a:avLst/>
          </a:prstGeom>
        </p:spPr>
      </p:pic>
    </p:spTree>
    <p:extLst>
      <p:ext uri="{BB962C8B-B14F-4D97-AF65-F5344CB8AC3E}">
        <p14:creationId xmlns:p14="http://schemas.microsoft.com/office/powerpoint/2010/main" val="11885405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3AD9F-5244-B348-965A-B18F7172496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COMPANY DESCRIPTION</a:t>
            </a:r>
          </a:p>
        </p:txBody>
      </p:sp>
      <p:sp>
        <p:nvSpPr>
          <p:cNvPr id="3" name="Content Placeholder 2">
            <a:extLst>
              <a:ext uri="{FF2B5EF4-FFF2-40B4-BE49-F238E27FC236}">
                <a16:creationId xmlns:a16="http://schemas.microsoft.com/office/drawing/2014/main" id="{8BB7ADCF-C6DF-8E46-B86F-5FA489784233}"/>
              </a:ext>
            </a:extLst>
          </p:cNvPr>
          <p:cNvSpPr>
            <a:spLocks noGrp="1"/>
          </p:cNvSpPr>
          <p:nvPr>
            <p:ph idx="1"/>
          </p:nvPr>
        </p:nvSpPr>
        <p:spPr/>
        <p:txBody>
          <a:bodyPr>
            <a:normAutofit/>
          </a:bodyPr>
          <a:lstStyle/>
          <a:p>
            <a:pPr marL="0" indent="0" algn="just">
              <a:buNone/>
            </a:pPr>
            <a:r>
              <a:rPr lang="en-US" dirty="0">
                <a:latin typeface="Times New Roman" panose="02020603050405020304" pitchFamily="18" charset="0"/>
                <a:cs typeface="Times New Roman" panose="02020603050405020304" pitchFamily="18" charset="0"/>
              </a:rPr>
              <a:t>An international company with a long history of delivery and express delivery of goods, documents, a leader in the global and Russian logistics markets.</a:t>
            </a:r>
            <a:endParaRPr lang="ru-RU" dirty="0">
              <a:latin typeface="Times New Roman" panose="02020603050405020304" pitchFamily="18" charset="0"/>
              <a:cs typeface="Times New Roman" panose="02020603050405020304" pitchFamily="18" charset="0"/>
            </a:endParaRPr>
          </a:p>
          <a:p>
            <a:endParaRPr lang="ru-RU"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The company provides the following services</a:t>
            </a:r>
            <a:r>
              <a:rPr lang="ru-RU" dirty="0">
                <a:latin typeface="Times New Roman" panose="02020603050405020304" pitchFamily="18" charset="0"/>
                <a:cs typeface="Times New Roman" panose="02020603050405020304" pitchFamily="18" charset="0"/>
              </a:rPr>
              <a:t>:</a:t>
            </a:r>
          </a:p>
          <a:p>
            <a:pPr lvl="1"/>
            <a:r>
              <a:rPr lang="en-US" dirty="0">
                <a:latin typeface="Times New Roman" panose="02020603050405020304" pitchFamily="18" charset="0"/>
                <a:cs typeface="Times New Roman" panose="02020603050405020304" pitchFamily="18" charset="0"/>
              </a:rPr>
              <a:t>all types of domestic postal services</a:t>
            </a:r>
            <a:endParaRPr lang="ru-RU"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international postal services, as well as the exchange of international mail between foreign postal operators (foreign postal administrations)</a:t>
            </a:r>
            <a:endParaRPr lang="ru-RU"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services for the storage of mail, goods and goods, as well as storage services</a:t>
            </a:r>
            <a:endParaRPr lang="ru-RU"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freight forwarding services</a:t>
            </a:r>
            <a:endParaRPr lang="ru-RU"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subscription, delivery and distribution services of periodicals</a:t>
            </a:r>
            <a:endParaRPr lang="ru-RU"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customs broker services, as well as services for declaring and customs clearance</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105028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3AD9F-5244-B348-965A-B18F7172496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COMPANY DESCRIPTION</a:t>
            </a:r>
          </a:p>
        </p:txBody>
      </p:sp>
      <p:sp>
        <p:nvSpPr>
          <p:cNvPr id="3" name="Content Placeholder 2">
            <a:extLst>
              <a:ext uri="{FF2B5EF4-FFF2-40B4-BE49-F238E27FC236}">
                <a16:creationId xmlns:a16="http://schemas.microsoft.com/office/drawing/2014/main" id="{8BB7ADCF-C6DF-8E46-B86F-5FA489784233}"/>
              </a:ext>
            </a:extLst>
          </p:cNvPr>
          <p:cNvSpPr>
            <a:spLocks noGrp="1"/>
          </p:cNvSpPr>
          <p:nvPr>
            <p:ph idx="1"/>
          </p:nvPr>
        </p:nvSpPr>
        <p:spPr/>
        <p:txBody>
          <a:bodyPr>
            <a:normAutofit/>
          </a:bodyPr>
          <a:lstStyle/>
          <a:p>
            <a:pPr marL="0" indent="0">
              <a:buNone/>
            </a:pPr>
            <a:r>
              <a:rPr lang="en-US" dirty="0">
                <a:latin typeface="Times New Roman" panose="02020603050405020304" pitchFamily="18" charset="0"/>
                <a:cs typeface="Times New Roman" panose="02020603050405020304" pitchFamily="18" charset="0"/>
              </a:rPr>
              <a:t>The short-list of company’s clients:</a:t>
            </a:r>
            <a:endParaRPr lang="ru-RU" dirty="0">
              <a:latin typeface="Times New Roman" panose="02020603050405020304" pitchFamily="18" charset="0"/>
              <a:cs typeface="Times New Roman" panose="02020603050405020304" pitchFamily="18" charset="0"/>
            </a:endParaRPr>
          </a:p>
          <a:p>
            <a:pPr lvl="1"/>
            <a:r>
              <a:rPr lang="en-CA" dirty="0">
                <a:latin typeface="Times New Roman" panose="02020603050405020304" pitchFamily="18" charset="0"/>
                <a:cs typeface="Times New Roman" panose="02020603050405020304" pitchFamily="18" charset="0"/>
              </a:rPr>
              <a:t>Individuals (</a:t>
            </a:r>
            <a:r>
              <a:rPr lang="en-US" dirty="0">
                <a:latin typeface="Times New Roman" panose="02020603050405020304" pitchFamily="18" charset="0"/>
                <a:cs typeface="Times New Roman" panose="02020603050405020304" pitchFamily="18" charset="0"/>
              </a:rPr>
              <a:t>Russians and foreigners)</a:t>
            </a:r>
            <a:endParaRPr lang="en-CA" dirty="0">
              <a:latin typeface="Times New Roman" panose="02020603050405020304" pitchFamily="18" charset="0"/>
              <a:cs typeface="Times New Roman" panose="02020603050405020304" pitchFamily="18" charset="0"/>
            </a:endParaRPr>
          </a:p>
          <a:p>
            <a:pPr lvl="1"/>
            <a:r>
              <a:rPr lang="en-CA" dirty="0">
                <a:latin typeface="Times New Roman" panose="02020603050405020304" pitchFamily="18" charset="0"/>
                <a:cs typeface="Times New Roman" panose="02020603050405020304" pitchFamily="18" charset="0"/>
              </a:rPr>
              <a:t>Legal entities</a:t>
            </a:r>
          </a:p>
          <a:p>
            <a:pPr lvl="1"/>
            <a:r>
              <a:rPr lang="en-CA" dirty="0">
                <a:latin typeface="Times New Roman" panose="02020603050405020304" pitchFamily="18" charset="0"/>
                <a:cs typeface="Times New Roman" panose="02020603050405020304" pitchFamily="18" charset="0"/>
              </a:rPr>
              <a:t>State &amp; Government institutions</a:t>
            </a:r>
          </a:p>
          <a:p>
            <a:pPr lvl="1"/>
            <a:r>
              <a:rPr lang="en-CA" dirty="0">
                <a:latin typeface="Times New Roman" panose="02020603050405020304" pitchFamily="18" charset="0"/>
                <a:cs typeface="Times New Roman" panose="02020603050405020304" pitchFamily="18" charset="0"/>
              </a:rPr>
              <a:t>International institutions</a:t>
            </a:r>
            <a:endParaRPr lang="en-US" dirty="0">
              <a:latin typeface="Times New Roman" panose="02020603050405020304" pitchFamily="18" charset="0"/>
              <a:cs typeface="Times New Roman" panose="02020603050405020304" pitchFamily="18" charset="0"/>
            </a:endParaRPr>
          </a:p>
          <a:p>
            <a:pPr marL="49213" lvl="1" indent="293688">
              <a:buNone/>
            </a:pPr>
            <a:endParaRPr lang="ru-RU" dirty="0">
              <a:latin typeface="Times New Roman" panose="02020603050405020304" pitchFamily="18" charset="0"/>
              <a:cs typeface="Times New Roman" panose="02020603050405020304" pitchFamily="18" charset="0"/>
            </a:endParaRPr>
          </a:p>
          <a:p>
            <a:pPr marL="49213" lvl="1" indent="0">
              <a:buNone/>
            </a:pPr>
            <a:r>
              <a:rPr lang="en-CA" dirty="0">
                <a:latin typeface="Times New Roman" panose="02020603050405020304" pitchFamily="18" charset="0"/>
                <a:cs typeface="Times New Roman" panose="02020603050405020304" pitchFamily="18" charset="0"/>
              </a:rPr>
              <a:t>The short-list of service providers for the company:</a:t>
            </a:r>
            <a:endParaRPr lang="ru-RU" dirty="0">
              <a:latin typeface="Times New Roman" panose="02020603050405020304" pitchFamily="18" charset="0"/>
              <a:cs typeface="Times New Roman" panose="02020603050405020304" pitchFamily="18" charset="0"/>
            </a:endParaRPr>
          </a:p>
          <a:p>
            <a:pPr lvl="1"/>
            <a:r>
              <a:rPr lang="en-CA" dirty="0">
                <a:latin typeface="Times New Roman" panose="02020603050405020304" pitchFamily="18" charset="0"/>
                <a:cs typeface="Times New Roman" panose="02020603050405020304" pitchFamily="18" charset="0"/>
              </a:rPr>
              <a:t>Transport companies</a:t>
            </a:r>
          </a:p>
          <a:p>
            <a:pPr lvl="1"/>
            <a:r>
              <a:rPr lang="en-CA" dirty="0">
                <a:latin typeface="Times New Roman" panose="02020603050405020304" pitchFamily="18" charset="0"/>
                <a:cs typeface="Times New Roman" panose="02020603050405020304" pitchFamily="18" charset="0"/>
              </a:rPr>
              <a:t>Finance companies</a:t>
            </a:r>
          </a:p>
          <a:p>
            <a:pPr lvl="1"/>
            <a:r>
              <a:rPr lang="en-CA" dirty="0">
                <a:latin typeface="Times New Roman" panose="02020603050405020304" pitchFamily="18" charset="0"/>
                <a:cs typeface="Times New Roman" panose="02020603050405020304" pitchFamily="18" charset="0"/>
              </a:rPr>
              <a:t>Non-Food Retail Companies</a:t>
            </a:r>
          </a:p>
          <a:p>
            <a:pPr lvl="1"/>
            <a:r>
              <a:rPr lang="en-CA" dirty="0">
                <a:latin typeface="Times New Roman" panose="02020603050405020304" pitchFamily="18" charset="0"/>
                <a:cs typeface="Times New Roman" panose="02020603050405020304" pitchFamily="18" charset="0"/>
              </a:rPr>
              <a:t>Printing companies</a:t>
            </a:r>
          </a:p>
          <a:p>
            <a:pPr lvl="1"/>
            <a:r>
              <a:rPr lang="en-CA" dirty="0">
                <a:latin typeface="Times New Roman" panose="02020603050405020304" pitchFamily="18" charset="0"/>
                <a:cs typeface="Times New Roman" panose="02020603050405020304" pitchFamily="18" charset="0"/>
              </a:rPr>
              <a:t>Others</a:t>
            </a:r>
            <a:endParaRPr lang="en-US"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493CF721-4FD0-4E45-9E04-4C1202CF8E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68456" y="2017011"/>
            <a:ext cx="3285580" cy="2627063"/>
          </a:xfrm>
          <a:prstGeom prst="rect">
            <a:avLst/>
          </a:prstGeom>
        </p:spPr>
      </p:pic>
    </p:spTree>
    <p:extLst>
      <p:ext uri="{BB962C8B-B14F-4D97-AF65-F5344CB8AC3E}">
        <p14:creationId xmlns:p14="http://schemas.microsoft.com/office/powerpoint/2010/main" val="1625355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CDB94-6CE8-8341-8359-B97DB0931FFA}"/>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THE DATA LAKE PROJECT</a:t>
            </a:r>
          </a:p>
        </p:txBody>
      </p:sp>
      <p:sp>
        <p:nvSpPr>
          <p:cNvPr id="3" name="Content Placeholder 2">
            <a:extLst>
              <a:ext uri="{FF2B5EF4-FFF2-40B4-BE49-F238E27FC236}">
                <a16:creationId xmlns:a16="http://schemas.microsoft.com/office/drawing/2014/main" id="{91ED38C7-E85B-074E-A1F9-BFFE72055936}"/>
              </a:ext>
            </a:extLst>
          </p:cNvPr>
          <p:cNvSpPr>
            <a:spLocks noGrp="1"/>
          </p:cNvSpPr>
          <p:nvPr>
            <p:ph idx="1"/>
          </p:nvPr>
        </p:nvSpPr>
        <p:spPr/>
        <p:txBody>
          <a:bodyPr/>
          <a:lstStyle/>
          <a:p>
            <a:pPr marL="0" indent="0">
              <a:buNone/>
            </a:pPr>
            <a:r>
              <a:rPr lang="en-CA" dirty="0">
                <a:latin typeface="Times New Roman" panose="02020603050405020304" pitchFamily="18" charset="0"/>
                <a:cs typeface="Times New Roman" panose="02020603050405020304" pitchFamily="18" charset="0"/>
              </a:rPr>
              <a:t>To effectively conduct business and automate business processes, our client decided to build a Data Lake based on open-source frameworks. The main </a:t>
            </a:r>
            <a:r>
              <a:rPr lang="en-US" dirty="0">
                <a:latin typeface="Times New Roman" panose="02020603050405020304" pitchFamily="18" charset="0"/>
                <a:cs typeface="Times New Roman" panose="02020603050405020304" pitchFamily="18" charset="0"/>
              </a:rPr>
              <a:t>aim</a:t>
            </a:r>
            <a:r>
              <a:rPr lang="en-CA" dirty="0">
                <a:latin typeface="Times New Roman" panose="02020603050405020304" pitchFamily="18" charset="0"/>
                <a:cs typeface="Times New Roman" panose="02020603050405020304" pitchFamily="18" charset="0"/>
              </a:rPr>
              <a:t> was to build a system for:</a:t>
            </a:r>
          </a:p>
          <a:p>
            <a:pPr lvl="1"/>
            <a:r>
              <a:rPr lang="en-CA" dirty="0">
                <a:latin typeface="Times New Roman" panose="02020603050405020304" pitchFamily="18" charset="0"/>
                <a:cs typeface="Times New Roman" panose="02020603050405020304" pitchFamily="18" charset="0"/>
              </a:rPr>
              <a:t>Storing massive historical data</a:t>
            </a:r>
          </a:p>
          <a:p>
            <a:pPr lvl="1"/>
            <a:r>
              <a:rPr lang="en-CA" dirty="0">
                <a:latin typeface="Times New Roman" panose="02020603050405020304" pitchFamily="18" charset="0"/>
                <a:cs typeface="Times New Roman" panose="02020603050405020304" pitchFamily="18" charset="0"/>
              </a:rPr>
              <a:t>Calculation of actual data (gold records)</a:t>
            </a:r>
          </a:p>
          <a:p>
            <a:pPr lvl="1"/>
            <a:r>
              <a:rPr lang="en-CA" dirty="0">
                <a:latin typeface="Times New Roman" panose="02020603050405020304" pitchFamily="18" charset="0"/>
                <a:cs typeface="Times New Roman" panose="02020603050405020304" pitchFamily="18" charset="0"/>
              </a:rPr>
              <a:t>Building analytics on this data (data-marts, BI)</a:t>
            </a:r>
          </a:p>
          <a:p>
            <a:pPr lvl="1"/>
            <a:r>
              <a:rPr lang="en-CA" dirty="0">
                <a:latin typeface="Times New Roman" panose="02020603050405020304" pitchFamily="18" charset="0"/>
                <a:cs typeface="Times New Roman" panose="02020603050405020304" pitchFamily="18" charset="0"/>
              </a:rPr>
              <a:t>Ad-hoc data study (pre ml-engineering)</a:t>
            </a:r>
          </a:p>
          <a:p>
            <a:pPr lvl="1"/>
            <a:r>
              <a:rPr lang="en-CA" dirty="0">
                <a:latin typeface="Times New Roman" panose="02020603050405020304" pitchFamily="18" charset="0"/>
                <a:cs typeface="Times New Roman" panose="02020603050405020304" pitchFamily="18" charset="0"/>
              </a:rPr>
              <a:t>Monitoring and proactive problem solving (Situation Center)</a:t>
            </a:r>
          </a:p>
          <a:p>
            <a:pPr lvl="1"/>
            <a:r>
              <a:rPr lang="en-CA" dirty="0">
                <a:latin typeface="Times New Roman" panose="02020603050405020304" pitchFamily="18" charset="0"/>
                <a:cs typeface="Times New Roman" panose="02020603050405020304" pitchFamily="18" charset="0"/>
              </a:rPr>
              <a:t>Building a customer profile (corporate segment)</a:t>
            </a:r>
          </a:p>
          <a:p>
            <a:pPr marL="0" indent="0">
              <a:buNone/>
            </a:pPr>
            <a:r>
              <a:rPr lang="en-CA" dirty="0">
                <a:latin typeface="Times New Roman" panose="02020603050405020304" pitchFamily="18" charset="0"/>
                <a:cs typeface="Times New Roman" panose="02020603050405020304" pitchFamily="18" charset="0"/>
              </a:rPr>
              <a:t>The brief statistics about the data in this project</a:t>
            </a:r>
          </a:p>
          <a:p>
            <a:pPr lvl="1"/>
            <a:r>
              <a:rPr lang="en-CA" dirty="0">
                <a:latin typeface="Times New Roman" panose="02020603050405020304" pitchFamily="18" charset="0"/>
                <a:cs typeface="Times New Roman" panose="02020603050405020304" pitchFamily="18" charset="0"/>
              </a:rPr>
              <a:t>The volume of historical data: 10Pb</a:t>
            </a:r>
          </a:p>
          <a:p>
            <a:pPr lvl="1"/>
            <a:r>
              <a:rPr lang="en-CA" dirty="0">
                <a:latin typeface="Times New Roman" panose="02020603050405020304" pitchFamily="18" charset="0"/>
                <a:cs typeface="Times New Roman" panose="02020603050405020304" pitchFamily="18" charset="0"/>
              </a:rPr>
              <a:t>Daily increment: ~ 1Tb</a:t>
            </a:r>
            <a:endParaRPr lang="ru-RU" sz="15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11287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0F475-BBEB-8540-9A59-B8576AF8E20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FRAMEWORKS AND TOOLS</a:t>
            </a:r>
          </a:p>
        </p:txBody>
      </p:sp>
      <p:sp>
        <p:nvSpPr>
          <p:cNvPr id="3" name="Content Placeholder 2">
            <a:extLst>
              <a:ext uri="{FF2B5EF4-FFF2-40B4-BE49-F238E27FC236}">
                <a16:creationId xmlns:a16="http://schemas.microsoft.com/office/drawing/2014/main" id="{DD6461CD-C8D9-EB42-B4DC-1EDC1B011FBC}"/>
              </a:ext>
            </a:extLst>
          </p:cNvPr>
          <p:cNvSpPr>
            <a:spLocks noGrp="1"/>
          </p:cNvSpPr>
          <p:nvPr>
            <p:ph idx="1"/>
          </p:nvPr>
        </p:nvSpPr>
        <p:spPr>
          <a:xfrm>
            <a:off x="628650" y="1825625"/>
            <a:ext cx="7886700" cy="1130226"/>
          </a:xfrm>
        </p:spPr>
        <p:txBody>
          <a:bodyPr>
            <a:normAutofit/>
          </a:bodyPr>
          <a:lstStyle/>
          <a:p>
            <a:pPr marL="0" indent="0">
              <a:buNone/>
            </a:pPr>
            <a:r>
              <a:rPr lang="en-US" dirty="0">
                <a:latin typeface="Times New Roman" panose="02020603050405020304" pitchFamily="18" charset="0"/>
                <a:cs typeface="Times New Roman" panose="02020603050405020304" pitchFamily="18" charset="0"/>
              </a:rPr>
              <a:t>Main concept is using only open-source and free solutions for avoiding vendor-lock situation. All the components, except one, are open-source and from Apache Foundation: </a:t>
            </a:r>
          </a:p>
        </p:txBody>
      </p:sp>
      <p:grpSp>
        <p:nvGrpSpPr>
          <p:cNvPr id="9" name="Group 8">
            <a:extLst>
              <a:ext uri="{FF2B5EF4-FFF2-40B4-BE49-F238E27FC236}">
                <a16:creationId xmlns:a16="http://schemas.microsoft.com/office/drawing/2014/main" id="{CC01C83D-B7D6-4E41-81E9-8B989362F3AA}"/>
              </a:ext>
            </a:extLst>
          </p:cNvPr>
          <p:cNvGrpSpPr/>
          <p:nvPr/>
        </p:nvGrpSpPr>
        <p:grpSpPr>
          <a:xfrm>
            <a:off x="1004455" y="3033534"/>
            <a:ext cx="6920345" cy="2308324"/>
            <a:chOff x="1004455" y="3033534"/>
            <a:chExt cx="6920345" cy="2308324"/>
          </a:xfrm>
        </p:grpSpPr>
        <p:sp>
          <p:nvSpPr>
            <p:cNvPr id="6" name="TextBox 5">
              <a:extLst>
                <a:ext uri="{FF2B5EF4-FFF2-40B4-BE49-F238E27FC236}">
                  <a16:creationId xmlns:a16="http://schemas.microsoft.com/office/drawing/2014/main" id="{8F08726D-96EA-0640-BEAA-4001AD1CFD66}"/>
                </a:ext>
              </a:extLst>
            </p:cNvPr>
            <p:cNvSpPr txBox="1"/>
            <p:nvPr/>
          </p:nvSpPr>
          <p:spPr>
            <a:xfrm>
              <a:off x="4679566" y="3033534"/>
              <a:ext cx="3245234" cy="2031325"/>
            </a:xfrm>
            <a:prstGeom prst="rect">
              <a:avLst/>
            </a:prstGeom>
            <a:noFill/>
          </p:spPr>
          <p:txBody>
            <a:bodyPr wrap="square" rtlCol="0">
              <a:spAutoFit/>
            </a:bodyPr>
            <a:lstStyle/>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Vertica</a:t>
              </a:r>
              <a:r>
                <a:rPr lang="en-US" dirty="0">
                  <a:latin typeface="Times New Roman" panose="02020603050405020304" pitchFamily="18" charset="0"/>
                  <a:cs typeface="Times New Roman" panose="02020603050405020304" pitchFamily="18" charset="0"/>
                </a:rPr>
                <a:t> (vendor spec. solution)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Yandex </a:t>
              </a:r>
              <a:r>
                <a:rPr lang="en-US" dirty="0" err="1">
                  <a:latin typeface="Times New Roman" panose="02020603050405020304" pitchFamily="18" charset="0"/>
                  <a:cs typeface="Times New Roman" panose="02020603050405020304" pitchFamily="18" charset="0"/>
                </a:rPr>
                <a:t>ClickHouse</a:t>
              </a:r>
              <a:r>
                <a:rPr lang="en-US"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Pentaho </a:t>
              </a:r>
            </a:p>
            <a:p>
              <a:pPr marL="742950" lvl="1" indent="-285750">
                <a:buFont typeface="Arial" panose="020B0604020202020204" pitchFamily="34" charset="0"/>
                <a:buChar char="•"/>
              </a:pPr>
              <a:r>
                <a:rPr lang="en-US" dirty="0" err="1">
                  <a:latin typeface="Times New Roman" panose="02020603050405020304" pitchFamily="18" charset="0"/>
                  <a:cs typeface="Times New Roman" panose="02020603050405020304" pitchFamily="18" charset="0"/>
                </a:rPr>
                <a:t>Tabix</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Docker</a:t>
              </a:r>
            </a:p>
            <a:p>
              <a:endParaRPr lang="en-US"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DDC411A-CAED-F14C-9A4A-D9752D6FF7B9}"/>
                </a:ext>
              </a:extLst>
            </p:cNvPr>
            <p:cNvSpPr txBox="1"/>
            <p:nvPr/>
          </p:nvSpPr>
          <p:spPr>
            <a:xfrm>
              <a:off x="1004455" y="3033534"/>
              <a:ext cx="4134465" cy="2308324"/>
            </a:xfrm>
            <a:prstGeom prst="rect">
              <a:avLst/>
            </a:prstGeom>
            <a:noFill/>
          </p:spPr>
          <p:txBody>
            <a:bodyPr wrap="none" rtlCol="0">
              <a:spAutoFit/>
            </a:bodyPr>
            <a:lstStyle/>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Apache Kafka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Apache Hadoop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Apache Flume, </a:t>
              </a:r>
              <a:r>
                <a:rPr lang="en-US" dirty="0" err="1">
                  <a:latin typeface="Times New Roman" panose="02020603050405020304" pitchFamily="18" charset="0"/>
                  <a:cs typeface="Times New Roman" panose="02020603050405020304" pitchFamily="18" charset="0"/>
                </a:rPr>
                <a:t>Flink</a:t>
              </a:r>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Apache Hive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Apache Spark &amp; Spark Streaming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Apache Cassandra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Apache Oozie </a:t>
              </a:r>
            </a:p>
            <a:p>
              <a:pPr marL="742950" lvl="1"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Apache Hue</a:t>
              </a:r>
            </a:p>
          </p:txBody>
        </p:sp>
      </p:grpSp>
    </p:spTree>
    <p:extLst>
      <p:ext uri="{BB962C8B-B14F-4D97-AF65-F5344CB8AC3E}">
        <p14:creationId xmlns:p14="http://schemas.microsoft.com/office/powerpoint/2010/main" val="481483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1BC0F-FFAE-0643-950A-9A70D76AC6E7}"/>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PROJECT ARCHITECTURE</a:t>
            </a:r>
          </a:p>
        </p:txBody>
      </p:sp>
      <p:pic>
        <p:nvPicPr>
          <p:cNvPr id="9" name="Content Placeholder 8">
            <a:extLst>
              <a:ext uri="{FF2B5EF4-FFF2-40B4-BE49-F238E27FC236}">
                <a16:creationId xmlns:a16="http://schemas.microsoft.com/office/drawing/2014/main" id="{B934516E-5D09-9D44-A4D6-E5922376323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8650" y="1833715"/>
            <a:ext cx="7886700" cy="4335157"/>
          </a:xfrm>
        </p:spPr>
      </p:pic>
      <p:sp>
        <p:nvSpPr>
          <p:cNvPr id="10" name="TextBox 9">
            <a:extLst>
              <a:ext uri="{FF2B5EF4-FFF2-40B4-BE49-F238E27FC236}">
                <a16:creationId xmlns:a16="http://schemas.microsoft.com/office/drawing/2014/main" id="{50A2027E-C8DD-6D49-A9CA-69CAA9E115C9}"/>
              </a:ext>
            </a:extLst>
          </p:cNvPr>
          <p:cNvSpPr txBox="1"/>
          <p:nvPr/>
        </p:nvSpPr>
        <p:spPr>
          <a:xfrm>
            <a:off x="864782" y="5897525"/>
            <a:ext cx="2974019" cy="369332"/>
          </a:xfrm>
          <a:prstGeom prst="rect">
            <a:avLst/>
          </a:prstGeom>
          <a:noFill/>
        </p:spPr>
        <p:txBody>
          <a:bodyPr wrap="none" rtlCol="0">
            <a:spAutoFit/>
          </a:bodyPr>
          <a:lstStyle/>
          <a:p>
            <a:r>
              <a:rPr lang="en-US" dirty="0">
                <a:latin typeface="Times New Roman" panose="02020603050405020304" pitchFamily="18" charset="0"/>
                <a:cs typeface="Times New Roman" panose="02020603050405020304" pitchFamily="18" charset="0"/>
              </a:rPr>
              <a:t>LAMBDA ARCHITECTURE</a:t>
            </a:r>
            <a:endParaRPr lang="en-US" dirty="0"/>
          </a:p>
        </p:txBody>
      </p:sp>
    </p:spTree>
    <p:extLst>
      <p:ext uri="{BB962C8B-B14F-4D97-AF65-F5344CB8AC3E}">
        <p14:creationId xmlns:p14="http://schemas.microsoft.com/office/powerpoint/2010/main" val="9054992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E6A8084-0CDD-D04B-B110-B7BD702D9B1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Master Data Management subproject</a:t>
            </a:r>
          </a:p>
        </p:txBody>
      </p:sp>
      <p:sp>
        <p:nvSpPr>
          <p:cNvPr id="8" name="Content Placeholder 7">
            <a:extLst>
              <a:ext uri="{FF2B5EF4-FFF2-40B4-BE49-F238E27FC236}">
                <a16:creationId xmlns:a16="http://schemas.microsoft.com/office/drawing/2014/main" id="{95945F5D-9BC7-E54E-A937-AA136E017FF6}"/>
              </a:ext>
            </a:extLst>
          </p:cNvPr>
          <p:cNvSpPr>
            <a:spLocks noGrp="1"/>
          </p:cNvSpPr>
          <p:nvPr>
            <p:ph idx="1"/>
          </p:nvPr>
        </p:nvSpPr>
        <p:spPr>
          <a:xfrm>
            <a:off x="628650" y="1825625"/>
            <a:ext cx="7886700" cy="1959566"/>
          </a:xfrm>
        </p:spPr>
        <p:txBody>
          <a:bodyPr/>
          <a:lstStyle/>
          <a:p>
            <a:pPr marL="0" indent="0" algn="just">
              <a:buNone/>
            </a:pPr>
            <a:r>
              <a:rPr lang="en-CA" dirty="0">
                <a:latin typeface="Times New Roman" panose="02020603050405020304" pitchFamily="18" charset="0"/>
                <a:cs typeface="Times New Roman" panose="02020603050405020304" pitchFamily="18" charset="0"/>
              </a:rPr>
              <a:t>In the process of structuring corporate data, often data-engineers come to the idea of denormalization this data. Often, many table columns contain repeated values, and these values might be carried out into separate tables. The MDM system (</a:t>
            </a:r>
            <a:r>
              <a:rPr lang="en-US" dirty="0">
                <a:latin typeface="Times New Roman" panose="02020603050405020304" pitchFamily="18" charset="0"/>
                <a:cs typeface="Times New Roman" panose="02020603050405020304" pitchFamily="18" charset="0"/>
              </a:rPr>
              <a:t>part of </a:t>
            </a:r>
            <a:r>
              <a:rPr lang="ru-RU" dirty="0">
                <a:latin typeface="Times New Roman" panose="02020603050405020304" pitchFamily="18" charset="0"/>
                <a:cs typeface="Times New Roman" panose="02020603050405020304" pitchFamily="18" charset="0"/>
              </a:rPr>
              <a:t>НСИ</a:t>
            </a:r>
            <a:r>
              <a:rPr lang="en-CA" dirty="0">
                <a:latin typeface="Times New Roman" panose="02020603050405020304" pitchFamily="18" charset="0"/>
                <a:cs typeface="Times New Roman" panose="02020603050405020304" pitchFamily="18" charset="0"/>
              </a:rPr>
              <a:t>) must manage these entities and contain relevant data.</a:t>
            </a:r>
            <a:endParaRPr lang="en-US"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7194A4E-B288-9644-9B2E-30DFF9FB88EE}"/>
              </a:ext>
            </a:extLst>
          </p:cNvPr>
          <p:cNvSpPr txBox="1"/>
          <p:nvPr/>
        </p:nvSpPr>
        <p:spPr>
          <a:xfrm>
            <a:off x="628650" y="5869172"/>
            <a:ext cx="6948890" cy="369332"/>
          </a:xfrm>
          <a:prstGeom prst="rect">
            <a:avLst/>
          </a:prstGeom>
          <a:noFill/>
        </p:spPr>
        <p:txBody>
          <a:bodyPr wrap="none" rtlCol="0">
            <a:spAutoFit/>
          </a:bodyPr>
          <a:lstStyle/>
          <a:p>
            <a:r>
              <a:rPr lang="ru-RU" dirty="0">
                <a:latin typeface="Times New Roman" panose="02020603050405020304" pitchFamily="18" charset="0"/>
                <a:cs typeface="Times New Roman" panose="02020603050405020304" pitchFamily="18" charset="0"/>
              </a:rPr>
              <a:t>НСИ – Системы Управления Нормативно-Справочной Информацией</a:t>
            </a:r>
            <a:endParaRPr lang="en-US" dirty="0"/>
          </a:p>
        </p:txBody>
      </p:sp>
    </p:spTree>
    <p:extLst>
      <p:ext uri="{BB962C8B-B14F-4D97-AF65-F5344CB8AC3E}">
        <p14:creationId xmlns:p14="http://schemas.microsoft.com/office/powerpoint/2010/main" val="19736095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850B5-4F27-EC4F-B14E-C55B21C5B00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BUSINESS MODEL</a:t>
            </a:r>
          </a:p>
        </p:txBody>
      </p:sp>
      <p:sp>
        <p:nvSpPr>
          <p:cNvPr id="3" name="Content Placeholder 2">
            <a:extLst>
              <a:ext uri="{FF2B5EF4-FFF2-40B4-BE49-F238E27FC236}">
                <a16:creationId xmlns:a16="http://schemas.microsoft.com/office/drawing/2014/main" id="{635AE5F6-A6BC-9945-9BBD-45617FA53333}"/>
              </a:ext>
            </a:extLst>
          </p:cNvPr>
          <p:cNvSpPr>
            <a:spLocks noGrp="1"/>
          </p:cNvSpPr>
          <p:nvPr>
            <p:ph idx="1"/>
          </p:nvPr>
        </p:nvSpPr>
        <p:spPr/>
        <p:txBody>
          <a:bodyPr/>
          <a:lstStyle/>
          <a:p>
            <a:pPr marL="0" indent="0" algn="just">
              <a:buNone/>
            </a:pPr>
            <a:r>
              <a:rPr lang="en-CA" dirty="0">
                <a:latin typeface="Times New Roman" panose="02020603050405020304" pitchFamily="18" charset="0"/>
                <a:cs typeface="Times New Roman" panose="02020603050405020304" pitchFamily="18" charset="0"/>
              </a:rPr>
              <a:t>The business model of the company is quite typical for a large logistics company. The company has extensive offices in the regions of Russia and beyond. The company carries out logistics processes on its own, in some cases it outsources logistics.</a:t>
            </a:r>
          </a:p>
          <a:p>
            <a:pPr marL="0" indent="0" algn="just">
              <a:buNone/>
            </a:pPr>
            <a:r>
              <a:rPr lang="en-CA" dirty="0">
                <a:latin typeface="Times New Roman" panose="02020603050405020304" pitchFamily="18" charset="0"/>
                <a:cs typeface="Times New Roman" panose="02020603050405020304" pitchFamily="18" charset="0"/>
              </a:rPr>
              <a:t>The company began to focus on the benefits of "last mile" because it gives great prospects in the business in the future, by increasing customer loyalty. A well-built "last mile" process provides long-term competitive advantages, especially in the corporate segment</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024729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DAB475F-2486-5247-9DB2-577D92E71164}"/>
              </a:ext>
            </a:extLst>
          </p:cNvPr>
          <p:cNvSpPr>
            <a:spLocks noGrp="1"/>
          </p:cNvSpPr>
          <p:nvPr>
            <p:ph type="title"/>
          </p:nvPr>
        </p:nvSpPr>
        <p:spPr/>
        <p:txBody>
          <a:bodyPr>
            <a:normAutofit/>
          </a:bodyPr>
          <a:lstStyle/>
          <a:p>
            <a:pPr algn="ctr"/>
            <a:r>
              <a:rPr lang="en-US" dirty="0">
                <a:latin typeface="Times New Roman" panose="02020603050405020304" pitchFamily="18" charset="0"/>
                <a:cs typeface="Times New Roman" panose="02020603050405020304" pitchFamily="18" charset="0"/>
              </a:rPr>
              <a:t>WHO IS CONTROLLING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“LAST MILES”, THAT IS CONTROLLING THE WHOLE SUPPLY CHAIN</a:t>
            </a:r>
            <a:endParaRPr lang="en-US" dirty="0"/>
          </a:p>
        </p:txBody>
      </p:sp>
    </p:spTree>
    <p:extLst>
      <p:ext uri="{BB962C8B-B14F-4D97-AF65-F5344CB8AC3E}">
        <p14:creationId xmlns:p14="http://schemas.microsoft.com/office/powerpoint/2010/main" val="11265470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850B5-4F27-EC4F-B14E-C55B21C5B00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BUSINESS MODEL</a:t>
            </a:r>
          </a:p>
        </p:txBody>
      </p:sp>
      <p:grpSp>
        <p:nvGrpSpPr>
          <p:cNvPr id="8" name="Group 7">
            <a:extLst>
              <a:ext uri="{FF2B5EF4-FFF2-40B4-BE49-F238E27FC236}">
                <a16:creationId xmlns:a16="http://schemas.microsoft.com/office/drawing/2014/main" id="{63B63D40-04B7-D545-8C58-610A167A4CF5}"/>
              </a:ext>
            </a:extLst>
          </p:cNvPr>
          <p:cNvGrpSpPr/>
          <p:nvPr/>
        </p:nvGrpSpPr>
        <p:grpSpPr>
          <a:xfrm>
            <a:off x="932121" y="1989463"/>
            <a:ext cx="7279758" cy="3733702"/>
            <a:chOff x="858128" y="2373184"/>
            <a:chExt cx="7279758" cy="2803339"/>
          </a:xfrm>
        </p:grpSpPr>
        <p:sp>
          <p:nvSpPr>
            <p:cNvPr id="7" name="Rectangle 6">
              <a:extLst>
                <a:ext uri="{FF2B5EF4-FFF2-40B4-BE49-F238E27FC236}">
                  <a16:creationId xmlns:a16="http://schemas.microsoft.com/office/drawing/2014/main" id="{25F06892-EF23-AD44-9CD5-7AC23023DDDB}"/>
                </a:ext>
              </a:extLst>
            </p:cNvPr>
            <p:cNvSpPr/>
            <p:nvPr/>
          </p:nvSpPr>
          <p:spPr>
            <a:xfrm>
              <a:off x="1822147" y="3112072"/>
              <a:ext cx="5351721" cy="1325564"/>
            </a:xfrm>
            <a:prstGeom prst="rect">
              <a:avLst/>
            </a:prstGeom>
            <a:ln/>
          </p:spPr>
          <p:style>
            <a:lnRef idx="2">
              <a:schemeClr val="dk1"/>
            </a:lnRef>
            <a:fillRef idx="1">
              <a:schemeClr val="lt1"/>
            </a:fillRef>
            <a:effectRef idx="0">
              <a:schemeClr val="dk1"/>
            </a:effectRef>
            <a:fontRef idx="minor">
              <a:schemeClr val="dk1"/>
            </a:fontRef>
          </p:style>
          <p:txBody>
            <a:bodyPr rot="0" spcFirstLastPara="0" vertOverflow="overflow" horzOverflow="overflow" vert="horz" wrap="square" lIns="91440" tIns="45720" rIns="91440" bIns="45720" numCol="1" spcCol="0" rtlCol="0" fromWordArt="0" anchor="b" anchorCtr="0" forceAA="0" compatLnSpc="1">
              <a:prstTxWarp prst="textNoShape">
                <a:avLst/>
              </a:prstTxWarp>
              <a:noAutofit/>
            </a:bodyPr>
            <a:lstStyle/>
            <a:p>
              <a:pPr algn="ctr"/>
              <a:r>
                <a:rPr lang="en-US" sz="1400" dirty="0">
                  <a:ln w="0"/>
                  <a:solidFill>
                    <a:schemeClr val="tx1"/>
                  </a:solidFill>
                  <a:effectLst>
                    <a:outerShdw blurRad="38100" dist="25400" dir="5400000" algn="ctr" rotWithShape="0">
                      <a:srgbClr val="6E747A">
                        <a:alpha val="43000"/>
                      </a:srgbClr>
                    </a:outerShdw>
                  </a:effectLst>
                  <a:latin typeface="Times New Roman" panose="02020603050405020304" pitchFamily="18" charset="0"/>
                  <a:cs typeface="Times New Roman" panose="02020603050405020304" pitchFamily="18" charset="0"/>
                </a:rPr>
                <a:t>Company BPs</a:t>
              </a:r>
            </a:p>
          </p:txBody>
        </p:sp>
        <p:graphicFrame>
          <p:nvGraphicFramePr>
            <p:cNvPr id="6" name="Diagram 5">
              <a:extLst>
                <a:ext uri="{FF2B5EF4-FFF2-40B4-BE49-F238E27FC236}">
                  <a16:creationId xmlns:a16="http://schemas.microsoft.com/office/drawing/2014/main" id="{C371C2CD-FA07-294A-BAB6-935902879F3C}"/>
                </a:ext>
              </a:extLst>
            </p:cNvPr>
            <p:cNvGraphicFramePr/>
            <p:nvPr>
              <p:extLst>
                <p:ext uri="{D42A27DB-BD31-4B8C-83A1-F6EECF244321}">
                  <p14:modId xmlns:p14="http://schemas.microsoft.com/office/powerpoint/2010/main" val="44909808"/>
                </p:ext>
              </p:extLst>
            </p:nvPr>
          </p:nvGraphicFramePr>
          <p:xfrm>
            <a:off x="858128" y="2373184"/>
            <a:ext cx="7279758" cy="280333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spTree>
    <p:extLst>
      <p:ext uri="{BB962C8B-B14F-4D97-AF65-F5344CB8AC3E}">
        <p14:creationId xmlns:p14="http://schemas.microsoft.com/office/powerpoint/2010/main" val="33120582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1D944-A22C-B54E-BD38-C6BB7786A1E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MODEL</a:t>
            </a:r>
          </a:p>
        </p:txBody>
      </p:sp>
      <p:sp>
        <p:nvSpPr>
          <p:cNvPr id="6" name="Content Placeholder 5">
            <a:extLst>
              <a:ext uri="{FF2B5EF4-FFF2-40B4-BE49-F238E27FC236}">
                <a16:creationId xmlns:a16="http://schemas.microsoft.com/office/drawing/2014/main" id="{0B2B297A-7DE6-0449-9269-7A263EF52A61}"/>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A data model is an abstract model that organizes elements of data and standardizes how they relate to one another and to the properties of real-world entities. </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 data model instance may be one of three kinds according to ANSI in 1975</a:t>
            </a:r>
          </a:p>
          <a:p>
            <a:pPr lvl="1"/>
            <a:r>
              <a:rPr lang="en-US" dirty="0">
                <a:latin typeface="Times New Roman" panose="02020603050405020304" pitchFamily="18" charset="0"/>
                <a:cs typeface="Times New Roman" panose="02020603050405020304" pitchFamily="18" charset="0"/>
              </a:rPr>
              <a:t>Conceptual Model</a:t>
            </a:r>
          </a:p>
          <a:p>
            <a:pPr lvl="1"/>
            <a:r>
              <a:rPr lang="en-US" dirty="0">
                <a:latin typeface="Times New Roman" panose="02020603050405020304" pitchFamily="18" charset="0"/>
                <a:cs typeface="Times New Roman" panose="02020603050405020304" pitchFamily="18" charset="0"/>
              </a:rPr>
              <a:t>Logical Model</a:t>
            </a:r>
          </a:p>
          <a:p>
            <a:pPr lvl="1"/>
            <a:r>
              <a:rPr lang="en-US" dirty="0">
                <a:latin typeface="Times New Roman" panose="02020603050405020304" pitchFamily="18" charset="0"/>
                <a:cs typeface="Times New Roman" panose="02020603050405020304" pitchFamily="18" charset="0"/>
              </a:rPr>
              <a:t>Physical Model</a:t>
            </a:r>
          </a:p>
        </p:txBody>
      </p:sp>
    </p:spTree>
    <p:extLst>
      <p:ext uri="{BB962C8B-B14F-4D97-AF65-F5344CB8AC3E}">
        <p14:creationId xmlns:p14="http://schemas.microsoft.com/office/powerpoint/2010/main" val="23765007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4A71F-5B02-9545-8843-E3ECB081AA13}"/>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CONCEPTUAL MODEL</a:t>
            </a:r>
            <a:endParaRPr lang="en-US" dirty="0"/>
          </a:p>
        </p:txBody>
      </p:sp>
      <p:sp>
        <p:nvSpPr>
          <p:cNvPr id="3" name="Content Placeholder 2">
            <a:extLst>
              <a:ext uri="{FF2B5EF4-FFF2-40B4-BE49-F238E27FC236}">
                <a16:creationId xmlns:a16="http://schemas.microsoft.com/office/drawing/2014/main" id="{D44D578B-3A36-B248-9B8E-B3629DFF19E3}"/>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A conceptual schema is a high-level description of informational needs underlying the design of a database. It typically includes only the main concepts and the main relationships among them. </a:t>
            </a:r>
          </a:p>
        </p:txBody>
      </p:sp>
      <p:graphicFrame>
        <p:nvGraphicFramePr>
          <p:cNvPr id="4" name="Diagram 3">
            <a:extLst>
              <a:ext uri="{FF2B5EF4-FFF2-40B4-BE49-F238E27FC236}">
                <a16:creationId xmlns:a16="http://schemas.microsoft.com/office/drawing/2014/main" id="{8944AF4A-70E4-2548-9701-A0DA135B33E1}"/>
              </a:ext>
            </a:extLst>
          </p:cNvPr>
          <p:cNvGraphicFramePr/>
          <p:nvPr>
            <p:extLst>
              <p:ext uri="{D42A27DB-BD31-4B8C-83A1-F6EECF244321}">
                <p14:modId xmlns:p14="http://schemas.microsoft.com/office/powerpoint/2010/main" val="1923842086"/>
              </p:ext>
            </p:extLst>
          </p:nvPr>
        </p:nvGraphicFramePr>
        <p:xfrm>
          <a:off x="2176131" y="2998381"/>
          <a:ext cx="5245395" cy="336690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627515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2CACA-FEE3-CB4E-BFC3-63FD3DC98C8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LOGICAL MODEL</a:t>
            </a:r>
            <a:endParaRPr lang="en-US" dirty="0"/>
          </a:p>
        </p:txBody>
      </p:sp>
      <p:sp>
        <p:nvSpPr>
          <p:cNvPr id="3" name="Content Placeholder 2">
            <a:extLst>
              <a:ext uri="{FF2B5EF4-FFF2-40B4-BE49-F238E27FC236}">
                <a16:creationId xmlns:a16="http://schemas.microsoft.com/office/drawing/2014/main" id="{16DC2DB6-14A2-2F47-880E-9400FE690C2E}"/>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A logical model is a data model of a specific problem domain expressed independently of a particular database management product or storage technology (physical data model) but in terms of data structures such as relational tables and columns, object-oriented classes, or XML tags. </a:t>
            </a:r>
          </a:p>
        </p:txBody>
      </p:sp>
    </p:spTree>
    <p:extLst>
      <p:ext uri="{BB962C8B-B14F-4D97-AF65-F5344CB8AC3E}">
        <p14:creationId xmlns:p14="http://schemas.microsoft.com/office/powerpoint/2010/main" val="367707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2CACA-FEE3-CB4E-BFC3-63FD3DC98C85}"/>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SIMPLIFIED LOGICAL MODEL</a:t>
            </a:r>
            <a:endParaRPr lang="en-US" dirty="0"/>
          </a:p>
        </p:txBody>
      </p:sp>
      <p:sp>
        <p:nvSpPr>
          <p:cNvPr id="3" name="Content Placeholder 2">
            <a:extLst>
              <a:ext uri="{FF2B5EF4-FFF2-40B4-BE49-F238E27FC236}">
                <a16:creationId xmlns:a16="http://schemas.microsoft.com/office/drawing/2014/main" id="{16DC2DB6-14A2-2F47-880E-9400FE690C2E}"/>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The Logical model of the MDM project contains several items </a:t>
            </a:r>
          </a:p>
        </p:txBody>
      </p:sp>
      <p:graphicFrame>
        <p:nvGraphicFramePr>
          <p:cNvPr id="4" name="Diagram 3">
            <a:extLst>
              <a:ext uri="{FF2B5EF4-FFF2-40B4-BE49-F238E27FC236}">
                <a16:creationId xmlns:a16="http://schemas.microsoft.com/office/drawing/2014/main" id="{C4D5642D-C07E-EC4C-8E1E-02CD90088307}"/>
              </a:ext>
            </a:extLst>
          </p:cNvPr>
          <p:cNvGraphicFramePr/>
          <p:nvPr>
            <p:extLst>
              <p:ext uri="{D42A27DB-BD31-4B8C-83A1-F6EECF244321}">
                <p14:modId xmlns:p14="http://schemas.microsoft.com/office/powerpoint/2010/main" val="750813500"/>
              </p:ext>
            </p:extLst>
          </p:nvPr>
        </p:nvGraphicFramePr>
        <p:xfrm>
          <a:off x="1970567" y="2502195"/>
          <a:ext cx="4848446" cy="32638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58555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10D50-2C47-6F45-B527-EDFFCCA13DE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PHYSICAL MODEL</a:t>
            </a:r>
            <a:endParaRPr lang="en-US" dirty="0"/>
          </a:p>
        </p:txBody>
      </p:sp>
      <p:sp>
        <p:nvSpPr>
          <p:cNvPr id="3" name="Content Placeholder 2">
            <a:extLst>
              <a:ext uri="{FF2B5EF4-FFF2-40B4-BE49-F238E27FC236}">
                <a16:creationId xmlns:a16="http://schemas.microsoft.com/office/drawing/2014/main" id="{92E348BF-AD4C-0B48-844A-4E4D618E3035}"/>
              </a:ext>
            </a:extLst>
          </p:cNvPr>
          <p:cNvSpPr>
            <a:spLocks noGrp="1"/>
          </p:cNvSpPr>
          <p:nvPr>
            <p:ph idx="1"/>
          </p:nvPr>
        </p:nvSpPr>
        <p:spPr/>
        <p:txBody>
          <a:bodyPr/>
          <a:lstStyle/>
          <a:p>
            <a:pPr marL="0" indent="0" algn="just">
              <a:buNone/>
            </a:pPr>
            <a:r>
              <a:rPr lang="en-US" dirty="0">
                <a:latin typeface="Times New Roman" panose="02020603050405020304" pitchFamily="18" charset="0"/>
                <a:cs typeface="Times New Roman" panose="02020603050405020304" pitchFamily="18" charset="0"/>
              </a:rPr>
              <a:t>A physical data model is a representation of a data design as implemented in a DBMS. In the lifecycle of a project, it typically derives from a logical data model, though it may be reverse-engineered from a given database implementation.</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95800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10D50-2C47-6F45-B527-EDFFCCA13DE0}"/>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SIMPLIFIED PHYSICAL MODEL</a:t>
            </a:r>
            <a:endParaRPr lang="en-US" dirty="0"/>
          </a:p>
        </p:txBody>
      </p:sp>
      <p:pic>
        <p:nvPicPr>
          <p:cNvPr id="5" name="Picture 4">
            <a:extLst>
              <a:ext uri="{FF2B5EF4-FFF2-40B4-BE49-F238E27FC236}">
                <a16:creationId xmlns:a16="http://schemas.microsoft.com/office/drawing/2014/main" id="{00F9ABFC-D0B1-8448-975E-2B0EBE3141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1469" y="1835349"/>
            <a:ext cx="6105238" cy="3820065"/>
          </a:xfrm>
          <a:prstGeom prst="rect">
            <a:avLst/>
          </a:prstGeom>
        </p:spPr>
      </p:pic>
    </p:spTree>
    <p:extLst>
      <p:ext uri="{BB962C8B-B14F-4D97-AF65-F5344CB8AC3E}">
        <p14:creationId xmlns:p14="http://schemas.microsoft.com/office/powerpoint/2010/main" val="34084621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80C17-8194-4A48-BA52-E619A147AE7D}"/>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DATA SOURCES</a:t>
            </a:r>
          </a:p>
        </p:txBody>
      </p:sp>
      <p:sp>
        <p:nvSpPr>
          <p:cNvPr id="3" name="Content Placeholder 2">
            <a:extLst>
              <a:ext uri="{FF2B5EF4-FFF2-40B4-BE49-F238E27FC236}">
                <a16:creationId xmlns:a16="http://schemas.microsoft.com/office/drawing/2014/main" id="{A5F9734A-3A0D-874D-BB36-0503103D58B5}"/>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Company’s other related systems (north systems)</a:t>
            </a:r>
            <a:endParaRPr lang="ru-RU"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Periodically ETL-processes </a:t>
            </a:r>
          </a:p>
          <a:p>
            <a:pPr lvl="2"/>
            <a:r>
              <a:rPr lang="en-US" dirty="0">
                <a:latin typeface="Times New Roman" panose="02020603050405020304" pitchFamily="18" charset="0"/>
                <a:cs typeface="Times New Roman" panose="02020603050405020304" pitchFamily="18" charset="0"/>
              </a:rPr>
              <a:t>Nightly daily updates </a:t>
            </a:r>
          </a:p>
          <a:p>
            <a:pPr lvl="2"/>
            <a:r>
              <a:rPr lang="en-US" dirty="0">
                <a:latin typeface="Times New Roman" panose="02020603050405020304" pitchFamily="18" charset="0"/>
                <a:cs typeface="Times New Roman" panose="02020603050405020304" pitchFamily="18" charset="0"/>
              </a:rPr>
              <a:t>Full updates </a:t>
            </a:r>
          </a:p>
          <a:p>
            <a:pPr lvl="2"/>
            <a:r>
              <a:rPr lang="en-US" dirty="0">
                <a:latin typeface="Times New Roman" panose="02020603050405020304" pitchFamily="18" charset="0"/>
                <a:cs typeface="Times New Roman" panose="02020603050405020304" pitchFamily="18" charset="0"/>
              </a:rPr>
              <a:t>Modification scripts</a:t>
            </a:r>
          </a:p>
          <a:p>
            <a:pPr lvl="1"/>
            <a:r>
              <a:rPr lang="en-US" dirty="0">
                <a:latin typeface="Times New Roman" panose="02020603050405020304" pitchFamily="18" charset="0"/>
                <a:cs typeface="Times New Roman" panose="02020603050405020304" pitchFamily="18" charset="0"/>
              </a:rPr>
              <a:t>Ad-hoc uploads</a:t>
            </a:r>
          </a:p>
          <a:p>
            <a:pPr lvl="1"/>
            <a:r>
              <a:rPr lang="en-US" dirty="0">
                <a:latin typeface="Times New Roman" panose="02020603050405020304" pitchFamily="18" charset="0"/>
                <a:cs typeface="Times New Roman" panose="02020603050405020304" pitchFamily="18" charset="0"/>
              </a:rPr>
              <a:t>Eventually uploads</a:t>
            </a:r>
          </a:p>
          <a:p>
            <a:r>
              <a:rPr lang="en-US" dirty="0">
                <a:latin typeface="Times New Roman" panose="02020603050405020304" pitchFamily="18" charset="0"/>
                <a:cs typeface="Times New Roman" panose="02020603050405020304" pitchFamily="18" charset="0"/>
              </a:rPr>
              <a:t>Regulatory data</a:t>
            </a:r>
          </a:p>
          <a:p>
            <a:pPr lvl="1"/>
            <a:r>
              <a:rPr lang="en-US" dirty="0">
                <a:latin typeface="Times New Roman" panose="02020603050405020304" pitchFamily="18" charset="0"/>
                <a:cs typeface="Times New Roman" panose="02020603050405020304" pitchFamily="18" charset="0"/>
              </a:rPr>
              <a:t>Ad-hoc uploads &amp; changes</a:t>
            </a:r>
          </a:p>
          <a:p>
            <a:r>
              <a:rPr lang="en-US" dirty="0">
                <a:latin typeface="Times New Roman" panose="02020603050405020304" pitchFamily="18" charset="0"/>
                <a:cs typeface="Times New Roman" panose="02020603050405020304" pitchFamily="18" charset="0"/>
              </a:rPr>
              <a:t>Directives from Executives and Managers</a:t>
            </a:r>
          </a:p>
          <a:p>
            <a:r>
              <a:rPr lang="en-US" dirty="0">
                <a:latin typeface="Times New Roman" panose="02020603050405020304" pitchFamily="18" charset="0"/>
                <a:cs typeface="Times New Roman" panose="02020603050405020304" pitchFamily="18" charset="0"/>
              </a:rPr>
              <a:t>Auto-generated data (in the project)</a:t>
            </a:r>
          </a:p>
        </p:txBody>
      </p:sp>
    </p:spTree>
    <p:extLst>
      <p:ext uri="{BB962C8B-B14F-4D97-AF65-F5344CB8AC3E}">
        <p14:creationId xmlns:p14="http://schemas.microsoft.com/office/powerpoint/2010/main" val="311074218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FCC8A-E38D-B24A-A49F-5237719929FF}"/>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MASTER DATA</a:t>
            </a:r>
          </a:p>
        </p:txBody>
      </p:sp>
      <p:sp>
        <p:nvSpPr>
          <p:cNvPr id="3" name="Content Placeholder 2">
            <a:extLst>
              <a:ext uri="{FF2B5EF4-FFF2-40B4-BE49-F238E27FC236}">
                <a16:creationId xmlns:a16="http://schemas.microsoft.com/office/drawing/2014/main" id="{B09D22E9-ADB8-494A-B680-63FAAEA462D6}"/>
              </a:ext>
            </a:extLst>
          </p:cNvPr>
          <p:cNvSpPr>
            <a:spLocks noGrp="1"/>
          </p:cNvSpPr>
          <p:nvPr>
            <p:ph idx="1"/>
          </p:nvPr>
        </p:nvSpPr>
        <p:spPr/>
        <p:txBody>
          <a:bodyPr/>
          <a:lstStyle/>
          <a:p>
            <a:pPr marL="0" indent="0" algn="just">
              <a:buNone/>
            </a:pPr>
            <a:r>
              <a:rPr lang="en-CA" dirty="0">
                <a:latin typeface="Times New Roman" panose="02020603050405020304" pitchFamily="18" charset="0"/>
                <a:cs typeface="Times New Roman" panose="02020603050405020304" pitchFamily="18" charset="0"/>
              </a:rPr>
              <a:t>The system under development is a master data system (MDM), and also contains gold records, in terms of dictionaries, within the company data. This system is a repository of relevant reference data and supports integration with various IT components in the company through the REST-API.</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01076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1880E-12E0-424A-A57A-FDAB00E866A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SECURITY</a:t>
            </a:r>
          </a:p>
        </p:txBody>
      </p:sp>
      <p:sp>
        <p:nvSpPr>
          <p:cNvPr id="3" name="Content Placeholder 2">
            <a:extLst>
              <a:ext uri="{FF2B5EF4-FFF2-40B4-BE49-F238E27FC236}">
                <a16:creationId xmlns:a16="http://schemas.microsoft.com/office/drawing/2014/main" id="{6F5F7601-81B0-C245-A9EA-D00B51055D2B}"/>
              </a:ext>
            </a:extLst>
          </p:cNvPr>
          <p:cNvSpPr>
            <a:spLocks noGrp="1"/>
          </p:cNvSpPr>
          <p:nvPr>
            <p:ph idx="1"/>
          </p:nvPr>
        </p:nvSpPr>
        <p:spPr/>
        <p:txBody>
          <a:bodyPr/>
          <a:lstStyle/>
          <a:p>
            <a:pPr marL="0" indent="0" algn="just">
              <a:buNone/>
            </a:pPr>
            <a:r>
              <a:rPr lang="en-CA" dirty="0">
                <a:latin typeface="Times New Roman" panose="02020603050405020304" pitchFamily="18" charset="0"/>
                <a:cs typeface="Times New Roman" panose="02020603050405020304" pitchFamily="18" charset="0"/>
              </a:rPr>
              <a:t>Since the MDM system is an internal solution, security-related tasks lie  mostly in the access control plane</a:t>
            </a:r>
          </a:p>
          <a:p>
            <a:pPr marL="0" indent="0" algn="just">
              <a:buNone/>
            </a:pPr>
            <a:r>
              <a:rPr lang="en-CA" dirty="0">
                <a:latin typeface="Times New Roman" panose="02020603050405020304" pitchFamily="18" charset="0"/>
                <a:cs typeface="Times New Roman" panose="02020603050405020304" pitchFamily="18" charset="0"/>
              </a:rPr>
              <a:t>There are 4 roles in the role model of the project, respectively, for each role it is necessary to provide only the necessary set of accesses and privileges. All actions not included in the role model should be prohibited and logged in the system</a:t>
            </a:r>
          </a:p>
          <a:p>
            <a:pPr marL="0" indent="0" algn="just">
              <a:buNone/>
            </a:pPr>
            <a:r>
              <a:rPr lang="en-CA" dirty="0">
                <a:latin typeface="Times New Roman" panose="02020603050405020304" pitchFamily="18" charset="0"/>
                <a:cs typeface="Times New Roman" panose="02020603050405020304" pitchFamily="18" charset="0"/>
              </a:rPr>
              <a:t>Critical user data must be moved to the appropriate components in the company architecture, such as Active Directory (AD).</a:t>
            </a:r>
          </a:p>
          <a:p>
            <a:pPr marL="0" indent="0" algn="just">
              <a:buNone/>
            </a:pPr>
            <a:r>
              <a:rPr lang="en-CA" dirty="0">
                <a:latin typeface="Times New Roman" panose="02020603050405020304" pitchFamily="18" charset="0"/>
                <a:cs typeface="Times New Roman" panose="02020603050405020304" pitchFamily="18" charset="0"/>
              </a:rPr>
              <a:t>Any changes to the security configuration must be agreed with the IS department.</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2025387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7BA127-9A74-BC49-BE82-B663BD440844}"/>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SECURITY MODEL</a:t>
            </a:r>
          </a:p>
        </p:txBody>
      </p:sp>
      <p:sp>
        <p:nvSpPr>
          <p:cNvPr id="9" name="Content Placeholder 8">
            <a:extLst>
              <a:ext uri="{FF2B5EF4-FFF2-40B4-BE49-F238E27FC236}">
                <a16:creationId xmlns:a16="http://schemas.microsoft.com/office/drawing/2014/main" id="{F26DFC5C-D060-6C44-A217-7A95E2221C66}"/>
              </a:ext>
            </a:extLst>
          </p:cNvPr>
          <p:cNvSpPr>
            <a:spLocks noGrp="1"/>
          </p:cNvSpPr>
          <p:nvPr>
            <p:ph sz="half" idx="1"/>
          </p:nvPr>
        </p:nvSpPr>
        <p:spPr>
          <a:xfrm>
            <a:off x="628650" y="1825625"/>
            <a:ext cx="4000500" cy="4351338"/>
          </a:xfrm>
        </p:spPr>
        <p:txBody>
          <a:bodyPr/>
          <a:lstStyle/>
          <a:p>
            <a:pPr marL="0" indent="0">
              <a:buNone/>
            </a:pPr>
            <a:r>
              <a:rPr lang="en-CA" dirty="0">
                <a:latin typeface="Times New Roman" panose="02020603050405020304" pitchFamily="18" charset="0"/>
                <a:cs typeface="Times New Roman" panose="02020603050405020304" pitchFamily="18" charset="0"/>
              </a:rPr>
              <a:t>From the point of view of implementation, the role model is defined by the relations between various entities in the system</a:t>
            </a:r>
            <a:endParaRPr lang="en-US" dirty="0">
              <a:latin typeface="Times New Roman" panose="02020603050405020304" pitchFamily="18" charset="0"/>
              <a:cs typeface="Times New Roman" panose="02020603050405020304" pitchFamily="18" charset="0"/>
            </a:endParaRPr>
          </a:p>
        </p:txBody>
      </p:sp>
      <p:sp>
        <p:nvSpPr>
          <p:cNvPr id="10" name="Content Placeholder 9">
            <a:extLst>
              <a:ext uri="{FF2B5EF4-FFF2-40B4-BE49-F238E27FC236}">
                <a16:creationId xmlns:a16="http://schemas.microsoft.com/office/drawing/2014/main" id="{389ADB36-EBA3-F14A-B999-13854C63563A}"/>
              </a:ext>
            </a:extLst>
          </p:cNvPr>
          <p:cNvSpPr>
            <a:spLocks noGrp="1"/>
          </p:cNvSpPr>
          <p:nvPr>
            <p:ph sz="half" idx="2"/>
          </p:nvPr>
        </p:nvSpPr>
        <p:spPr/>
        <p:txBody>
          <a:bodyPr/>
          <a:lstStyle/>
          <a:p>
            <a:pPr marL="0" indent="0">
              <a:buNone/>
            </a:pPr>
            <a:r>
              <a:rPr lang="en-CA" dirty="0">
                <a:latin typeface="Times New Roman" panose="02020603050405020304" pitchFamily="18" charset="0"/>
                <a:cs typeface="Times New Roman" panose="02020603050405020304" pitchFamily="18" charset="0"/>
              </a:rPr>
              <a:t>From the point of view of the user interface, displaying only the components of the user interface available to the current user</a:t>
            </a:r>
            <a:endParaRPr lang="en-US"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1AC1F5E-74BB-964F-A3D1-0AF3DC62C8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7028" y="3530921"/>
            <a:ext cx="3184757" cy="1435934"/>
          </a:xfrm>
          <a:prstGeom prst="rect">
            <a:avLst/>
          </a:prstGeom>
        </p:spPr>
      </p:pic>
      <p:pic>
        <p:nvPicPr>
          <p:cNvPr id="14" name="Picture 13">
            <a:extLst>
              <a:ext uri="{FF2B5EF4-FFF2-40B4-BE49-F238E27FC236}">
                <a16:creationId xmlns:a16="http://schemas.microsoft.com/office/drawing/2014/main" id="{DE7AFD3B-469B-0944-A829-C4E99751B3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62247" y="3530921"/>
            <a:ext cx="3174725" cy="2514600"/>
          </a:xfrm>
          <a:prstGeom prst="rect">
            <a:avLst/>
          </a:prstGeom>
        </p:spPr>
      </p:pic>
    </p:spTree>
    <p:extLst>
      <p:ext uri="{BB962C8B-B14F-4D97-AF65-F5344CB8AC3E}">
        <p14:creationId xmlns:p14="http://schemas.microsoft.com/office/powerpoint/2010/main" val="42198071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7B48FA0-7675-AA47-A897-469999CA025C}"/>
              </a:ext>
            </a:extLst>
          </p:cNvPr>
          <p:cNvSpPr>
            <a:spLocks noGrp="1"/>
          </p:cNvSpPr>
          <p:nvPr>
            <p:ph type="title"/>
          </p:nvPr>
        </p:nvSpPr>
        <p:spPr>
          <a:xfrm>
            <a:off x="623888" y="1709740"/>
            <a:ext cx="7886700" cy="1802388"/>
          </a:xfrm>
        </p:spPr>
        <p:txBody>
          <a:bodyPr/>
          <a:lstStyle/>
          <a:p>
            <a:pPr algn="ctr"/>
            <a:r>
              <a:rPr lang="en-US"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7828288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ublishingExpirationDate xmlns="http://schemas.microsoft.com/sharepoint/v3" xsi:nil="true"/>
    <PublishingStartDate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Документ" ma:contentTypeID="0x010100D152A4D475B3F94B9A44EC35E28A4960" ma:contentTypeVersion="1" ma:contentTypeDescription="Создание документа." ma:contentTypeScope="" ma:versionID="46f56e486521e51090bd96ea8df1194b">
  <xsd:schema xmlns:xsd="http://www.w3.org/2001/XMLSchema" xmlns:xs="http://www.w3.org/2001/XMLSchema" xmlns:p="http://schemas.microsoft.com/office/2006/metadata/properties" xmlns:ns1="http://schemas.microsoft.com/sharepoint/v3" targetNamespace="http://schemas.microsoft.com/office/2006/metadata/properties" ma:root="true" ma:fieldsID="2a10c82831e5d625bbb0173136b03680" ns1:_="">
    <xsd:import namespace="http://schemas.microsoft.com/sharepoint/v3"/>
    <xsd:element name="properties">
      <xsd:complexType>
        <xsd:sequence>
          <xsd:element name="documentManagement">
            <xsd:complexType>
              <xsd:all>
                <xsd:element ref="ns1:PublishingStartDate" minOccurs="0"/>
                <xsd:element ref="ns1:PublishingExpiration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8" nillable="true" ma:displayName="Дата начала расписания" ma:description="" ma:hidden="true" ma:internalName="PublishingStartDate">
      <xsd:simpleType>
        <xsd:restriction base="dms:Unknown"/>
      </xsd:simpleType>
    </xsd:element>
    <xsd:element name="PublishingExpirationDate" ma:index="9" nillable="true" ma:displayName="Дата окончания расписания" ma:description="" ma:hidden="true" ma:internalName="PublishingExpirationDat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7F78A8B-7EE1-459B-81DE-8E382C3F86C9}">
  <ds:schemaRefs>
    <ds:schemaRef ds:uri="http://www.w3.org/XML/1998/namespace"/>
    <ds:schemaRef ds:uri="http://schemas.openxmlformats.org/package/2006/metadata/core-properties"/>
    <ds:schemaRef ds:uri="http://schemas.microsoft.com/office/2006/documentManagement/types"/>
    <ds:schemaRef ds:uri="http://purl.org/dc/elements/1.1/"/>
    <ds:schemaRef ds:uri="http://purl.org/dc/dcmitype/"/>
    <ds:schemaRef ds:uri="http://purl.org/dc/terms/"/>
    <ds:schemaRef ds:uri="http://schemas.microsoft.com/office/infopath/2007/PartnerControls"/>
    <ds:schemaRef ds:uri="http://schemas.microsoft.com/sharepoint/v3"/>
    <ds:schemaRef ds:uri="http://schemas.microsoft.com/office/2006/metadata/properties"/>
  </ds:schemaRefs>
</ds:datastoreItem>
</file>

<file path=customXml/itemProps2.xml><?xml version="1.0" encoding="utf-8"?>
<ds:datastoreItem xmlns:ds="http://schemas.openxmlformats.org/officeDocument/2006/customXml" ds:itemID="{FE14FB3A-98B0-4541-A9B6-6A9A9A4E9711}">
  <ds:schemaRefs>
    <ds:schemaRef ds:uri="http://schemas.microsoft.com/sharepoint/v3/contenttype/forms"/>
  </ds:schemaRefs>
</ds:datastoreItem>
</file>

<file path=customXml/itemProps3.xml><?xml version="1.0" encoding="utf-8"?>
<ds:datastoreItem xmlns:ds="http://schemas.openxmlformats.org/officeDocument/2006/customXml" ds:itemID="{A01F834A-76E6-4828-A761-3403309F8AD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7790</TotalTime>
  <Words>1122</Words>
  <Application>Microsoft Macintosh PowerPoint</Application>
  <PresentationFormat>On-screen Show (4:3)</PresentationFormat>
  <Paragraphs>139</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Bernard MT Condensed</vt:lpstr>
      <vt:lpstr>Calibri</vt:lpstr>
      <vt:lpstr>Calibri Light</vt:lpstr>
      <vt:lpstr>Times New Roman</vt:lpstr>
      <vt:lpstr>Office Theme</vt:lpstr>
      <vt:lpstr>MASTER DATA MANAGEMENT  SYSTEM FOR ONE RUSSIAN LARGEST LOGISTIC COMPANY</vt:lpstr>
      <vt:lpstr>INTRODUCTION</vt:lpstr>
      <vt:lpstr>TOP 5 TRENDS IN LOGISTICS</vt:lpstr>
      <vt:lpstr>COMPANY DESCRIPTION</vt:lpstr>
      <vt:lpstr>COMPANY DESCRIPTION</vt:lpstr>
      <vt:lpstr>THE DATA LAKE PROJECT</vt:lpstr>
      <vt:lpstr>FRAMEWORKS AND TOOLS</vt:lpstr>
      <vt:lpstr>PROJECT ARCHITECTURE</vt:lpstr>
      <vt:lpstr>Master Data Management subproject</vt:lpstr>
      <vt:lpstr>BUSINESS MODEL</vt:lpstr>
      <vt:lpstr>WHO IS CONTROLLING  THE “LAST MILES”, THAT IS CONTROLLING THE WHOLE SUPPLY CHAIN</vt:lpstr>
      <vt:lpstr>BUSINESS MODEL</vt:lpstr>
      <vt:lpstr>DATA MODEL</vt:lpstr>
      <vt:lpstr>CONCEPTUAL MODEL</vt:lpstr>
      <vt:lpstr>LOGICAL MODEL</vt:lpstr>
      <vt:lpstr>SIMPLIFIED LOGICAL MODEL</vt:lpstr>
      <vt:lpstr>PHYSICAL MODEL</vt:lpstr>
      <vt:lpstr>SIMPLIFIED PHYSICAL MODEL</vt:lpstr>
      <vt:lpstr>DATA SOURCES</vt:lpstr>
      <vt:lpstr>MASTER DATA</vt:lpstr>
      <vt:lpstr>SECURITY</vt:lpstr>
      <vt:lpstr>SECURITY MODEL</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Windows User</dc:creator>
  <cp:lastModifiedBy>Мурзабеков Алмаз Муктарбекович</cp:lastModifiedBy>
  <cp:revision>180</cp:revision>
  <dcterms:created xsi:type="dcterms:W3CDTF">2016-09-22T16:49:19Z</dcterms:created>
  <dcterms:modified xsi:type="dcterms:W3CDTF">2020-06-14T15:36:41Z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0x010100D152A4D475B3F94B9A44EC35E28A4960</vt:lpwstr>
  </property>
</Properties>
</file>